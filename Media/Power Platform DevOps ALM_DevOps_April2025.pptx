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1496" r:id="rId2"/>
    <p:sldId id="1447" r:id="rId3"/>
    <p:sldId id="1515" r:id="rId4"/>
    <p:sldId id="1472" r:id="rId5"/>
    <p:sldId id="1493" r:id="rId6"/>
    <p:sldId id="1494" r:id="rId7"/>
    <p:sldId id="346" r:id="rId8"/>
    <p:sldId id="1514" r:id="rId9"/>
    <p:sldId id="1517" r:id="rId10"/>
    <p:sldId id="1500" r:id="rId11"/>
    <p:sldId id="1498" r:id="rId12"/>
    <p:sldId id="1499" r:id="rId13"/>
    <p:sldId id="1524" r:id="rId14"/>
    <p:sldId id="1503" r:id="rId15"/>
    <p:sldId id="1504" r:id="rId16"/>
    <p:sldId id="1511" r:id="rId17"/>
    <p:sldId id="1520" r:id="rId18"/>
    <p:sldId id="1516" r:id="rId19"/>
    <p:sldId id="1508" r:id="rId20"/>
    <p:sldId id="1509" r:id="rId21"/>
    <p:sldId id="1510" r:id="rId22"/>
    <p:sldId id="1523" r:id="rId23"/>
    <p:sldId id="1521" r:id="rId24"/>
    <p:sldId id="1518" r:id="rId25"/>
    <p:sldId id="1501" r:id="rId26"/>
    <p:sldId id="1502" r:id="rId27"/>
    <p:sldId id="1522" r:id="rId28"/>
    <p:sldId id="1506" r:id="rId29"/>
    <p:sldId id="1519" r:id="rId30"/>
    <p:sldId id="1512" r:id="rId31"/>
    <p:sldId id="326" r:id="rId32"/>
    <p:sldId id="1445"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el" initials="W" lastIdx="1" clrIdx="0">
    <p:extLst>
      <p:ext uri="{19B8F6BF-5375-455C-9EA6-DF929625EA0E}">
        <p15:presenceInfo xmlns:p15="http://schemas.microsoft.com/office/powerpoint/2012/main" userId="Wae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BF5FB"/>
    <a:srgbClr val="DBDBDB"/>
    <a:srgbClr val="F2F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7" autoAdjust="0"/>
    <p:restoredTop sz="94652" autoAdjust="0"/>
  </p:normalViewPr>
  <p:slideViewPr>
    <p:cSldViewPr snapToGrid="0">
      <p:cViewPr varScale="1">
        <p:scale>
          <a:sx n="103" d="100"/>
          <a:sy n="103" d="100"/>
        </p:scale>
        <p:origin x="72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el Hamze" userId="97126fac-0aa5-41d3-a48c-3a0c6da4216b" providerId="ADAL" clId="{DA24411B-DD6D-4040-B693-87487285C6BF}"/>
    <pc:docChg chg="undo custSel addSld delSld modSld sldOrd">
      <pc:chgData name="Wael Hamze" userId="97126fac-0aa5-41d3-a48c-3a0c6da4216b" providerId="ADAL" clId="{DA24411B-DD6D-4040-B693-87487285C6BF}" dt="2023-11-07T20:40:26.621" v="19486" actId="20577"/>
      <pc:docMkLst>
        <pc:docMk/>
      </pc:docMkLst>
      <pc:sldChg chg="delSp modSp mod modNotesTx">
        <pc:chgData name="Wael Hamze" userId="97126fac-0aa5-41d3-a48c-3a0c6da4216b" providerId="ADAL" clId="{DA24411B-DD6D-4040-B693-87487285C6BF}" dt="2023-10-31T19:54:58.210" v="3766" actId="20577"/>
        <pc:sldMkLst>
          <pc:docMk/>
          <pc:sldMk cId="3590237017" sldId="256"/>
        </pc:sldMkLst>
        <pc:spChg chg="mod">
          <ac:chgData name="Wael Hamze" userId="97126fac-0aa5-41d3-a48c-3a0c6da4216b" providerId="ADAL" clId="{DA24411B-DD6D-4040-B693-87487285C6BF}" dt="2023-10-28T11:14:13.889" v="421" actId="255"/>
          <ac:spMkLst>
            <pc:docMk/>
            <pc:sldMk cId="3590237017" sldId="256"/>
            <ac:spMk id="2" creationId="{9FD93D3C-D109-42B8-8645-B42EBFEC585E}"/>
          </ac:spMkLst>
        </pc:spChg>
        <pc:spChg chg="mod">
          <ac:chgData name="Wael Hamze" userId="97126fac-0aa5-41d3-a48c-3a0c6da4216b" providerId="ADAL" clId="{DA24411B-DD6D-4040-B693-87487285C6BF}" dt="2023-10-28T11:14:19.376" v="422" actId="113"/>
          <ac:spMkLst>
            <pc:docMk/>
            <pc:sldMk cId="3590237017" sldId="256"/>
            <ac:spMk id="3" creationId="{F7B576D7-9034-4676-86AF-A7BE5EECFD0D}"/>
          </ac:spMkLst>
        </pc:spChg>
        <pc:picChg chg="del">
          <ac:chgData name="Wael Hamze" userId="97126fac-0aa5-41d3-a48c-3a0c6da4216b" providerId="ADAL" clId="{DA24411B-DD6D-4040-B693-87487285C6BF}" dt="2023-10-28T11:14:27.517" v="423" actId="478"/>
          <ac:picMkLst>
            <pc:docMk/>
            <pc:sldMk cId="3590237017" sldId="256"/>
            <ac:picMk id="7" creationId="{C9EF9D8C-1C07-4C34-AA28-BB5175343E58}"/>
          </ac:picMkLst>
        </pc:picChg>
      </pc:sldChg>
      <pc:sldChg chg="del">
        <pc:chgData name="Wael Hamze" userId="97126fac-0aa5-41d3-a48c-3a0c6da4216b" providerId="ADAL" clId="{DA24411B-DD6D-4040-B693-87487285C6BF}" dt="2023-10-28T09:49:46.571" v="8" actId="47"/>
        <pc:sldMkLst>
          <pc:docMk/>
          <pc:sldMk cId="4165636742" sldId="263"/>
        </pc:sldMkLst>
      </pc:sldChg>
      <pc:sldChg chg="add modNotesTx">
        <pc:chgData name="Wael Hamze" userId="97126fac-0aa5-41d3-a48c-3a0c6da4216b" providerId="ADAL" clId="{DA24411B-DD6D-4040-B693-87487285C6BF}" dt="2023-10-31T20:13:38.918" v="5728" actId="20577"/>
        <pc:sldMkLst>
          <pc:docMk/>
          <pc:sldMk cId="4228090572" sldId="299"/>
        </pc:sldMkLst>
      </pc:sldChg>
      <pc:sldChg chg="del">
        <pc:chgData name="Wael Hamze" userId="97126fac-0aa5-41d3-a48c-3a0c6da4216b" providerId="ADAL" clId="{DA24411B-DD6D-4040-B693-87487285C6BF}" dt="2023-10-28T09:49:45.212" v="7" actId="47"/>
        <pc:sldMkLst>
          <pc:docMk/>
          <pc:sldMk cId="2020225151" sldId="323"/>
        </pc:sldMkLst>
      </pc:sldChg>
      <pc:sldChg chg="addSp modSp add mod modAnim modNotesTx">
        <pc:chgData name="Wael Hamze" userId="97126fac-0aa5-41d3-a48c-3a0c6da4216b" providerId="ADAL" clId="{DA24411B-DD6D-4040-B693-87487285C6BF}" dt="2023-10-31T21:23:51.268" v="10634" actId="20577"/>
        <pc:sldMkLst>
          <pc:docMk/>
          <pc:sldMk cId="2661005496" sldId="346"/>
        </pc:sldMkLst>
        <pc:spChg chg="mod">
          <ac:chgData name="Wael Hamze" userId="97126fac-0aa5-41d3-a48c-3a0c6da4216b" providerId="ADAL" clId="{DA24411B-DD6D-4040-B693-87487285C6BF}" dt="2023-10-31T20:01:26.369" v="4465" actId="20577"/>
          <ac:spMkLst>
            <pc:docMk/>
            <pc:sldMk cId="2661005496" sldId="346"/>
            <ac:spMk id="2" creationId="{9FEF3299-87B8-4E35-92F5-1B75A8A2F41C}"/>
          </ac:spMkLst>
        </pc:spChg>
        <pc:spChg chg="add mod">
          <ac:chgData name="Wael Hamze" userId="97126fac-0aa5-41d3-a48c-3a0c6da4216b" providerId="ADAL" clId="{DA24411B-DD6D-4040-B693-87487285C6BF}" dt="2023-10-28T16:43:19.984" v="1755" actId="1076"/>
          <ac:spMkLst>
            <pc:docMk/>
            <pc:sldMk cId="2661005496" sldId="346"/>
            <ac:spMk id="5" creationId="{4E6B40A3-7963-1CB0-05B8-6285385EC659}"/>
          </ac:spMkLst>
        </pc:spChg>
        <pc:spChg chg="mod">
          <ac:chgData name="Wael Hamze" userId="97126fac-0aa5-41d3-a48c-3a0c6da4216b" providerId="ADAL" clId="{DA24411B-DD6D-4040-B693-87487285C6BF}" dt="2023-10-28T10:48:06.394" v="210" actId="20577"/>
          <ac:spMkLst>
            <pc:docMk/>
            <pc:sldMk cId="2661005496" sldId="346"/>
            <ac:spMk id="7" creationId="{03A2344F-BB13-49F3-9BA0-1321FF80E279}"/>
          </ac:spMkLst>
        </pc:spChg>
        <pc:spChg chg="mod">
          <ac:chgData name="Wael Hamze" userId="97126fac-0aa5-41d3-a48c-3a0c6da4216b" providerId="ADAL" clId="{DA24411B-DD6D-4040-B693-87487285C6BF}" dt="2023-10-28T10:48:13.486" v="229" actId="20577"/>
          <ac:spMkLst>
            <pc:docMk/>
            <pc:sldMk cId="2661005496" sldId="346"/>
            <ac:spMk id="8" creationId="{B06C9764-F499-437E-8F74-6723F77F43CD}"/>
          </ac:spMkLst>
        </pc:spChg>
        <pc:spChg chg="mod">
          <ac:chgData name="Wael Hamze" userId="97126fac-0aa5-41d3-a48c-3a0c6da4216b" providerId="ADAL" clId="{DA24411B-DD6D-4040-B693-87487285C6BF}" dt="2023-10-28T16:45:42.663" v="1809" actId="20577"/>
          <ac:spMkLst>
            <pc:docMk/>
            <pc:sldMk cId="2661005496" sldId="346"/>
            <ac:spMk id="9" creationId="{0EBE4C35-E368-421A-A726-5642DE1A0F87}"/>
          </ac:spMkLst>
        </pc:spChg>
        <pc:spChg chg="mod">
          <ac:chgData name="Wael Hamze" userId="97126fac-0aa5-41d3-a48c-3a0c6da4216b" providerId="ADAL" clId="{DA24411B-DD6D-4040-B693-87487285C6BF}" dt="2023-10-28T10:48:59.535" v="238" actId="20577"/>
          <ac:spMkLst>
            <pc:docMk/>
            <pc:sldMk cId="2661005496" sldId="346"/>
            <ac:spMk id="10" creationId="{1B6D3DD0-A098-4EFB-9C9C-09F6DAB9CD19}"/>
          </ac:spMkLst>
        </pc:spChg>
        <pc:spChg chg="mod">
          <ac:chgData name="Wael Hamze" userId="97126fac-0aa5-41d3-a48c-3a0c6da4216b" providerId="ADAL" clId="{DA24411B-DD6D-4040-B693-87487285C6BF}" dt="2023-10-28T16:43:13.912" v="1754" actId="1076"/>
          <ac:spMkLst>
            <pc:docMk/>
            <pc:sldMk cId="2661005496" sldId="346"/>
            <ac:spMk id="11" creationId="{6E492399-7E7B-43AB-B3A5-C41A479E8BEB}"/>
          </ac:spMkLst>
        </pc:spChg>
        <pc:spChg chg="mod">
          <ac:chgData name="Wael Hamze" userId="97126fac-0aa5-41d3-a48c-3a0c6da4216b" providerId="ADAL" clId="{DA24411B-DD6D-4040-B693-87487285C6BF}" dt="2023-10-28T16:33:18.600" v="1441" actId="20577"/>
          <ac:spMkLst>
            <pc:docMk/>
            <pc:sldMk cId="2661005496" sldId="346"/>
            <ac:spMk id="12" creationId="{53485734-7DFD-49C1-92A9-78D60B40630D}"/>
          </ac:spMkLst>
        </pc:spChg>
        <pc:spChg chg="mod">
          <ac:chgData name="Wael Hamze" userId="97126fac-0aa5-41d3-a48c-3a0c6da4216b" providerId="ADAL" clId="{DA24411B-DD6D-4040-B693-87487285C6BF}" dt="2023-10-28T16:35:01.700" v="1460" actId="20577"/>
          <ac:spMkLst>
            <pc:docMk/>
            <pc:sldMk cId="2661005496" sldId="346"/>
            <ac:spMk id="13" creationId="{1A36B122-082E-4B22-9349-D8C4779A3A02}"/>
          </ac:spMkLst>
        </pc:spChg>
        <pc:spChg chg="mod">
          <ac:chgData name="Wael Hamze" userId="97126fac-0aa5-41d3-a48c-3a0c6da4216b" providerId="ADAL" clId="{DA24411B-DD6D-4040-B693-87487285C6BF}" dt="2023-10-28T16:37:59.539" v="1682" actId="20577"/>
          <ac:spMkLst>
            <pc:docMk/>
            <pc:sldMk cId="2661005496" sldId="346"/>
            <ac:spMk id="14" creationId="{73A944CB-9B66-4A3D-A8B7-8E25EDE134F4}"/>
          </ac:spMkLst>
        </pc:spChg>
        <pc:spChg chg="mod">
          <ac:chgData name="Wael Hamze" userId="97126fac-0aa5-41d3-a48c-3a0c6da4216b" providerId="ADAL" clId="{DA24411B-DD6D-4040-B693-87487285C6BF}" dt="2023-10-28T16:39:05.222" v="1707" actId="20577"/>
          <ac:spMkLst>
            <pc:docMk/>
            <pc:sldMk cId="2661005496" sldId="346"/>
            <ac:spMk id="16" creationId="{4E77001A-A8FA-401A-8FFD-1E796113E5FE}"/>
          </ac:spMkLst>
        </pc:spChg>
        <pc:spChg chg="mod">
          <ac:chgData name="Wael Hamze" userId="97126fac-0aa5-41d3-a48c-3a0c6da4216b" providerId="ADAL" clId="{DA24411B-DD6D-4040-B693-87487285C6BF}" dt="2023-10-28T16:44:13.020" v="1759" actId="21"/>
          <ac:spMkLst>
            <pc:docMk/>
            <pc:sldMk cId="2661005496" sldId="346"/>
            <ac:spMk id="20" creationId="{69FFAA2D-7508-4A90-A27B-6304B96BB9A7}"/>
          </ac:spMkLst>
        </pc:spChg>
        <pc:picChg chg="add mod">
          <ac:chgData name="Wael Hamze" userId="97126fac-0aa5-41d3-a48c-3a0c6da4216b" providerId="ADAL" clId="{DA24411B-DD6D-4040-B693-87487285C6BF}" dt="2023-10-28T16:42:29.003" v="1709" actId="1076"/>
          <ac:picMkLst>
            <pc:docMk/>
            <pc:sldMk cId="2661005496" sldId="346"/>
            <ac:picMk id="4" creationId="{D0035C94-BE1F-C2BA-81B9-DF81D4188EF6}"/>
          </ac:picMkLst>
        </pc:picChg>
      </pc:sldChg>
      <pc:sldChg chg="addSp delSp modSp add mod delAnim modAnim modNotesTx">
        <pc:chgData name="Wael Hamze" userId="97126fac-0aa5-41d3-a48c-3a0c6da4216b" providerId="ADAL" clId="{DA24411B-DD6D-4040-B693-87487285C6BF}" dt="2023-11-07T20:32:13.302" v="18291" actId="20577"/>
        <pc:sldMkLst>
          <pc:docMk/>
          <pc:sldMk cId="3885810231" sldId="347"/>
        </pc:sldMkLst>
        <pc:spChg chg="mod">
          <ac:chgData name="Wael Hamze" userId="97126fac-0aa5-41d3-a48c-3a0c6da4216b" providerId="ADAL" clId="{DA24411B-DD6D-4040-B693-87487285C6BF}" dt="2023-10-28T16:51:50.642" v="2014" actId="20577"/>
          <ac:spMkLst>
            <pc:docMk/>
            <pc:sldMk cId="3885810231" sldId="347"/>
            <ac:spMk id="2" creationId="{98D08DEF-651E-4C3A-9740-D618A7C0A1EC}"/>
          </ac:spMkLst>
        </pc:spChg>
        <pc:spChg chg="add mod">
          <ac:chgData name="Wael Hamze" userId="97126fac-0aa5-41d3-a48c-3a0c6da4216b" providerId="ADAL" clId="{DA24411B-DD6D-4040-B693-87487285C6BF}" dt="2023-10-28T10:16:08.690" v="41" actId="1076"/>
          <ac:spMkLst>
            <pc:docMk/>
            <pc:sldMk cId="3885810231" sldId="347"/>
            <ac:spMk id="5" creationId="{8BA33BE8-A885-7470-AEDE-61DBD4790F14}"/>
          </ac:spMkLst>
        </pc:spChg>
        <pc:spChg chg="add del mod">
          <ac:chgData name="Wael Hamze" userId="97126fac-0aa5-41d3-a48c-3a0c6da4216b" providerId="ADAL" clId="{DA24411B-DD6D-4040-B693-87487285C6BF}" dt="2023-10-28T10:29:23.911" v="124" actId="478"/>
          <ac:spMkLst>
            <pc:docMk/>
            <pc:sldMk cId="3885810231" sldId="347"/>
            <ac:spMk id="6" creationId="{9A8CC78C-809B-A92A-BBE4-91B118F80B5F}"/>
          </ac:spMkLst>
        </pc:spChg>
        <pc:spChg chg="add mod">
          <ac:chgData name="Wael Hamze" userId="97126fac-0aa5-41d3-a48c-3a0c6da4216b" providerId="ADAL" clId="{DA24411B-DD6D-4040-B693-87487285C6BF}" dt="2023-10-28T10:33:19.090" v="147" actId="14100"/>
          <ac:spMkLst>
            <pc:docMk/>
            <pc:sldMk cId="3885810231" sldId="347"/>
            <ac:spMk id="8" creationId="{4D3C7717-CE5F-92C8-371B-0E3C48B7B80E}"/>
          </ac:spMkLst>
        </pc:spChg>
        <pc:spChg chg="mod">
          <ac:chgData name="Wael Hamze" userId="97126fac-0aa5-41d3-a48c-3a0c6da4216b" providerId="ADAL" clId="{DA24411B-DD6D-4040-B693-87487285C6BF}" dt="2023-10-28T16:47:03.548" v="1832" actId="20577"/>
          <ac:spMkLst>
            <pc:docMk/>
            <pc:sldMk cId="3885810231" sldId="347"/>
            <ac:spMk id="10" creationId="{647FC047-481E-48CD-A5AD-27660442B2BA}"/>
          </ac:spMkLst>
        </pc:spChg>
        <pc:spChg chg="mod">
          <ac:chgData name="Wael Hamze" userId="97126fac-0aa5-41d3-a48c-3a0c6da4216b" providerId="ADAL" clId="{DA24411B-DD6D-4040-B693-87487285C6BF}" dt="2023-10-28T16:47:16.819" v="1845" actId="20577"/>
          <ac:spMkLst>
            <pc:docMk/>
            <pc:sldMk cId="3885810231" sldId="347"/>
            <ac:spMk id="18" creationId="{817D36E5-4F52-45DA-91F7-82701652860B}"/>
          </ac:spMkLst>
        </pc:spChg>
        <pc:spChg chg="mod">
          <ac:chgData name="Wael Hamze" userId="97126fac-0aa5-41d3-a48c-3a0c6da4216b" providerId="ADAL" clId="{DA24411B-DD6D-4040-B693-87487285C6BF}" dt="2023-10-28T10:16:29.052" v="69" actId="20577"/>
          <ac:spMkLst>
            <pc:docMk/>
            <pc:sldMk cId="3885810231" sldId="347"/>
            <ac:spMk id="31" creationId="{EB1465AC-D3C2-4D9C-BEB6-C1CD1D01F6FF}"/>
          </ac:spMkLst>
        </pc:spChg>
        <pc:spChg chg="mod">
          <ac:chgData name="Wael Hamze" userId="97126fac-0aa5-41d3-a48c-3a0c6da4216b" providerId="ADAL" clId="{DA24411B-DD6D-4040-B693-87487285C6BF}" dt="2023-10-28T10:16:38.168" v="93" actId="20577"/>
          <ac:spMkLst>
            <pc:docMk/>
            <pc:sldMk cId="3885810231" sldId="347"/>
            <ac:spMk id="32" creationId="{484403A3-6AEA-4B1E-B968-3B57F449FF67}"/>
          </ac:spMkLst>
        </pc:spChg>
        <pc:spChg chg="mod">
          <ac:chgData name="Wael Hamze" userId="97126fac-0aa5-41d3-a48c-3a0c6da4216b" providerId="ADAL" clId="{DA24411B-DD6D-4040-B693-87487285C6BF}" dt="2023-10-28T10:16:55.662" v="121" actId="20577"/>
          <ac:spMkLst>
            <pc:docMk/>
            <pc:sldMk cId="3885810231" sldId="347"/>
            <ac:spMk id="33" creationId="{45DFFF3B-391E-47F3-9F94-A4ABBB9757F1}"/>
          </ac:spMkLst>
        </pc:spChg>
        <pc:picChg chg="add mod">
          <ac:chgData name="Wael Hamze" userId="97126fac-0aa5-41d3-a48c-3a0c6da4216b" providerId="ADAL" clId="{DA24411B-DD6D-4040-B693-87487285C6BF}" dt="2023-10-28T10:16:03.154" v="40" actId="1076"/>
          <ac:picMkLst>
            <pc:docMk/>
            <pc:sldMk cId="3885810231" sldId="347"/>
            <ac:picMk id="4" creationId="{CA3EC044-CE94-136D-F828-14D603BA2722}"/>
          </ac:picMkLst>
        </pc:picChg>
        <pc:picChg chg="del">
          <ac:chgData name="Wael Hamze" userId="97126fac-0aa5-41d3-a48c-3a0c6da4216b" providerId="ADAL" clId="{DA24411B-DD6D-4040-B693-87487285C6BF}" dt="2023-10-28T10:14:12.514" v="39" actId="478"/>
          <ac:picMkLst>
            <pc:docMk/>
            <pc:sldMk cId="3885810231" sldId="347"/>
            <ac:picMk id="1028" creationId="{8083B4A8-8BC0-43A3-85AC-8B20C6C79612}"/>
          </ac:picMkLst>
        </pc:picChg>
      </pc:sldChg>
      <pc:sldChg chg="del">
        <pc:chgData name="Wael Hamze" userId="97126fac-0aa5-41d3-a48c-3a0c6da4216b" providerId="ADAL" clId="{DA24411B-DD6D-4040-B693-87487285C6BF}" dt="2023-10-28T09:49:37.950" v="3" actId="47"/>
        <pc:sldMkLst>
          <pc:docMk/>
          <pc:sldMk cId="1433608546" sldId="1444"/>
        </pc:sldMkLst>
      </pc:sldChg>
      <pc:sldChg chg="modSp ord modAnim modNotesTx">
        <pc:chgData name="Wael Hamze" userId="97126fac-0aa5-41d3-a48c-3a0c6da4216b" providerId="ADAL" clId="{DA24411B-DD6D-4040-B693-87487285C6BF}" dt="2023-10-31T20:04:01.899" v="4818" actId="20577"/>
        <pc:sldMkLst>
          <pc:docMk/>
          <pc:sldMk cId="58514968" sldId="1447"/>
        </pc:sldMkLst>
        <pc:spChg chg="mod">
          <ac:chgData name="Wael Hamze" userId="97126fac-0aa5-41d3-a48c-3a0c6da4216b" providerId="ADAL" clId="{DA24411B-DD6D-4040-B693-87487285C6BF}" dt="2023-10-31T20:03:52.040" v="4787" actId="20577"/>
          <ac:spMkLst>
            <pc:docMk/>
            <pc:sldMk cId="58514968" sldId="1447"/>
            <ac:spMk id="3" creationId="{A8D25493-EF12-46AB-C740-F8319F224472}"/>
          </ac:spMkLst>
        </pc:spChg>
      </pc:sldChg>
      <pc:sldChg chg="del">
        <pc:chgData name="Wael Hamze" userId="97126fac-0aa5-41d3-a48c-3a0c6da4216b" providerId="ADAL" clId="{DA24411B-DD6D-4040-B693-87487285C6BF}" dt="2023-10-28T09:49:44.621" v="6" actId="47"/>
        <pc:sldMkLst>
          <pc:docMk/>
          <pc:sldMk cId="2157440488" sldId="1448"/>
        </pc:sldMkLst>
      </pc:sldChg>
      <pc:sldChg chg="modNotesTx">
        <pc:chgData name="Wael Hamze" userId="97126fac-0aa5-41d3-a48c-3a0c6da4216b" providerId="ADAL" clId="{DA24411B-DD6D-4040-B693-87487285C6BF}" dt="2023-11-07T20:40:26.621" v="19486" actId="20577"/>
        <pc:sldMkLst>
          <pc:docMk/>
          <pc:sldMk cId="2097185061" sldId="1449"/>
        </pc:sldMkLst>
      </pc:sldChg>
      <pc:sldChg chg="del">
        <pc:chgData name="Wael Hamze" userId="97126fac-0aa5-41d3-a48c-3a0c6da4216b" providerId="ADAL" clId="{DA24411B-DD6D-4040-B693-87487285C6BF}" dt="2023-10-28T09:49:43.419" v="5" actId="47"/>
        <pc:sldMkLst>
          <pc:docMk/>
          <pc:sldMk cId="564386446" sldId="1450"/>
        </pc:sldMkLst>
      </pc:sldChg>
      <pc:sldChg chg="del">
        <pc:chgData name="Wael Hamze" userId="97126fac-0aa5-41d3-a48c-3a0c6da4216b" providerId="ADAL" clId="{DA24411B-DD6D-4040-B693-87487285C6BF}" dt="2023-10-28T09:49:41.289" v="4" actId="47"/>
        <pc:sldMkLst>
          <pc:docMk/>
          <pc:sldMk cId="1741386772" sldId="1451"/>
        </pc:sldMkLst>
      </pc:sldChg>
      <pc:sldChg chg="delSp modSp add del mod delAnim">
        <pc:chgData name="Wael Hamze" userId="97126fac-0aa5-41d3-a48c-3a0c6da4216b" providerId="ADAL" clId="{DA24411B-DD6D-4040-B693-87487285C6BF}" dt="2023-10-28T11:27:14.335" v="1144" actId="47"/>
        <pc:sldMkLst>
          <pc:docMk/>
          <pc:sldMk cId="1733921375" sldId="1470"/>
        </pc:sldMkLst>
        <pc:spChg chg="del">
          <ac:chgData name="Wael Hamze" userId="97126fac-0aa5-41d3-a48c-3a0c6da4216b" providerId="ADAL" clId="{DA24411B-DD6D-4040-B693-87487285C6BF}" dt="2023-10-28T10:42:20.068" v="164" actId="478"/>
          <ac:spMkLst>
            <pc:docMk/>
            <pc:sldMk cId="1733921375" sldId="1470"/>
            <ac:spMk id="15" creationId="{6115D22F-0D37-45EF-AB34-42763FDF2B20}"/>
          </ac:spMkLst>
        </pc:spChg>
        <pc:graphicFrameChg chg="mod">
          <ac:chgData name="Wael Hamze" userId="97126fac-0aa5-41d3-a48c-3a0c6da4216b" providerId="ADAL" clId="{DA24411B-DD6D-4040-B693-87487285C6BF}" dt="2023-10-28T11:03:41.884" v="252" actId="20577"/>
          <ac:graphicFrameMkLst>
            <pc:docMk/>
            <pc:sldMk cId="1733921375" sldId="1470"/>
            <ac:graphicFrameMk id="12" creationId="{7B0A90A2-6DCC-4AC5-8F80-7CCDF8FBC06A}"/>
          </ac:graphicFrameMkLst>
        </pc:graphicFrameChg>
      </pc:sldChg>
      <pc:sldChg chg="addSp delSp modSp add del mod delAnim">
        <pc:chgData name="Wael Hamze" userId="97126fac-0aa5-41d3-a48c-3a0c6da4216b" providerId="ADAL" clId="{DA24411B-DD6D-4040-B693-87487285C6BF}" dt="2023-10-28T11:30:57.265" v="1177" actId="47"/>
        <pc:sldMkLst>
          <pc:docMk/>
          <pc:sldMk cId="3401947434" sldId="1471"/>
        </pc:sldMkLst>
        <pc:spChg chg="mod">
          <ac:chgData name="Wael Hamze" userId="97126fac-0aa5-41d3-a48c-3a0c6da4216b" providerId="ADAL" clId="{DA24411B-DD6D-4040-B693-87487285C6BF}" dt="2023-10-28T11:11:33.503" v="352" actId="20577"/>
          <ac:spMkLst>
            <pc:docMk/>
            <pc:sldMk cId="3401947434" sldId="1471"/>
            <ac:spMk id="4" creationId="{4DB1F2AA-E5C8-4CB1-9ED1-FFA8DDA29387}"/>
          </ac:spMkLst>
        </pc:spChg>
        <pc:spChg chg="mod">
          <ac:chgData name="Wael Hamze" userId="97126fac-0aa5-41d3-a48c-3a0c6da4216b" providerId="ADAL" clId="{DA24411B-DD6D-4040-B693-87487285C6BF}" dt="2023-10-28T11:08:40.699" v="331" actId="207"/>
          <ac:spMkLst>
            <pc:docMk/>
            <pc:sldMk cId="3401947434" sldId="1471"/>
            <ac:spMk id="13" creationId="{CE3119FC-2854-4DD8-8A6D-E3EAF04796BD}"/>
          </ac:spMkLst>
        </pc:spChg>
        <pc:spChg chg="mod">
          <ac:chgData name="Wael Hamze" userId="97126fac-0aa5-41d3-a48c-3a0c6da4216b" providerId="ADAL" clId="{DA24411B-DD6D-4040-B693-87487285C6BF}" dt="2023-10-28T11:08:46.545" v="332" actId="207"/>
          <ac:spMkLst>
            <pc:docMk/>
            <pc:sldMk cId="3401947434" sldId="1471"/>
            <ac:spMk id="14" creationId="{7EA63C93-C544-42BF-9E28-5232A257673A}"/>
          </ac:spMkLst>
        </pc:spChg>
        <pc:graphicFrameChg chg="add mod ord modGraphic">
          <ac:chgData name="Wael Hamze" userId="97126fac-0aa5-41d3-a48c-3a0c6da4216b" providerId="ADAL" clId="{DA24411B-DD6D-4040-B693-87487285C6BF}" dt="2023-10-28T11:10:57.652" v="336" actId="207"/>
          <ac:graphicFrameMkLst>
            <pc:docMk/>
            <pc:sldMk cId="3401947434" sldId="1471"/>
            <ac:graphicFrameMk id="3" creationId="{797ABE2D-E5D9-D05A-7940-6470640EB5C9}"/>
          </ac:graphicFrameMkLst>
        </pc:graphicFrameChg>
        <pc:graphicFrameChg chg="del">
          <ac:chgData name="Wael Hamze" userId="97126fac-0aa5-41d3-a48c-3a0c6da4216b" providerId="ADAL" clId="{DA24411B-DD6D-4040-B693-87487285C6BF}" dt="2023-10-28T11:03:58.143" v="254" actId="478"/>
          <ac:graphicFrameMkLst>
            <pc:docMk/>
            <pc:sldMk cId="3401947434" sldId="1471"/>
            <ac:graphicFrameMk id="12" creationId="{7B0A90A2-6DCC-4AC5-8F80-7CCDF8FBC06A}"/>
          </ac:graphicFrameMkLst>
        </pc:graphicFrameChg>
      </pc:sldChg>
      <pc:sldChg chg="addSp delSp modSp new mod delAnim modAnim modNotesTx">
        <pc:chgData name="Wael Hamze" userId="97126fac-0aa5-41d3-a48c-3a0c6da4216b" providerId="ADAL" clId="{DA24411B-DD6D-4040-B693-87487285C6BF}" dt="2023-10-31T20:51:46.067" v="8546" actId="20577"/>
        <pc:sldMkLst>
          <pc:docMk/>
          <pc:sldMk cId="1897160342" sldId="1472"/>
        </pc:sldMkLst>
        <pc:spChg chg="mod">
          <ac:chgData name="Wael Hamze" userId="97126fac-0aa5-41d3-a48c-3a0c6da4216b" providerId="ADAL" clId="{DA24411B-DD6D-4040-B693-87487285C6BF}" dt="2023-10-28T16:51:07.097" v="1980" actId="20577"/>
          <ac:spMkLst>
            <pc:docMk/>
            <pc:sldMk cId="1897160342" sldId="1472"/>
            <ac:spMk id="2" creationId="{8EBAC71E-13C7-92F5-EF35-99D0A78D0A86}"/>
          </ac:spMkLst>
        </pc:spChg>
        <pc:spChg chg="mod">
          <ac:chgData name="Wael Hamze" userId="97126fac-0aa5-41d3-a48c-3a0c6da4216b" providerId="ADAL" clId="{DA24411B-DD6D-4040-B693-87487285C6BF}" dt="2023-10-28T11:20:04.880" v="689" actId="20577"/>
          <ac:spMkLst>
            <pc:docMk/>
            <pc:sldMk cId="1897160342" sldId="1472"/>
            <ac:spMk id="3" creationId="{BE2928D0-D8C3-462C-43DE-D37EE82BC7EC}"/>
          </ac:spMkLst>
        </pc:spChg>
        <pc:spChg chg="add mod">
          <ac:chgData name="Wael Hamze" userId="97126fac-0aa5-41d3-a48c-3a0c6da4216b" providerId="ADAL" clId="{DA24411B-DD6D-4040-B693-87487285C6BF}" dt="2023-10-28T11:28:03.527" v="1169" actId="1035"/>
          <ac:spMkLst>
            <pc:docMk/>
            <pc:sldMk cId="1897160342" sldId="1472"/>
            <ac:spMk id="5" creationId="{9ED78C13-16C0-1C73-35B1-4F6156EBFE04}"/>
          </ac:spMkLst>
        </pc:spChg>
        <pc:spChg chg="add mod">
          <ac:chgData name="Wael Hamze" userId="97126fac-0aa5-41d3-a48c-3a0c6da4216b" providerId="ADAL" clId="{DA24411B-DD6D-4040-B693-87487285C6BF}" dt="2023-10-28T11:28:03.527" v="1169" actId="1035"/>
          <ac:spMkLst>
            <pc:docMk/>
            <pc:sldMk cId="1897160342" sldId="1472"/>
            <ac:spMk id="6" creationId="{E0B66B8C-AA4B-863B-6741-ACB2175AE0F2}"/>
          </ac:spMkLst>
        </pc:spChg>
        <pc:spChg chg="add del mod">
          <ac:chgData name="Wael Hamze" userId="97126fac-0aa5-41d3-a48c-3a0c6da4216b" providerId="ADAL" clId="{DA24411B-DD6D-4040-B693-87487285C6BF}" dt="2023-10-28T11:30:47.426" v="1176" actId="478"/>
          <ac:spMkLst>
            <pc:docMk/>
            <pc:sldMk cId="1897160342" sldId="1472"/>
            <ac:spMk id="7" creationId="{A96A6EC5-37F2-9947-2106-BBBC4F01EE2D}"/>
          </ac:spMkLst>
        </pc:spChg>
        <pc:spChg chg="add del mod">
          <ac:chgData name="Wael Hamze" userId="97126fac-0aa5-41d3-a48c-3a0c6da4216b" providerId="ADAL" clId="{DA24411B-DD6D-4040-B693-87487285C6BF}" dt="2023-10-28T11:30:47.426" v="1176" actId="478"/>
          <ac:spMkLst>
            <pc:docMk/>
            <pc:sldMk cId="1897160342" sldId="1472"/>
            <ac:spMk id="8" creationId="{78B46FF6-88A1-F2B6-23A0-877A75240F4B}"/>
          </ac:spMkLst>
        </pc:spChg>
        <pc:spChg chg="add del mod">
          <ac:chgData name="Wael Hamze" userId="97126fac-0aa5-41d3-a48c-3a0c6da4216b" providerId="ADAL" clId="{DA24411B-DD6D-4040-B693-87487285C6BF}" dt="2023-10-28T11:30:47.426" v="1176" actId="478"/>
          <ac:spMkLst>
            <pc:docMk/>
            <pc:sldMk cId="1897160342" sldId="1472"/>
            <ac:spMk id="9" creationId="{99D1E605-C9DA-4ED3-4322-1119A21276B8}"/>
          </ac:spMkLst>
        </pc:spChg>
        <pc:graphicFrameChg chg="add mod">
          <ac:chgData name="Wael Hamze" userId="97126fac-0aa5-41d3-a48c-3a0c6da4216b" providerId="ADAL" clId="{DA24411B-DD6D-4040-B693-87487285C6BF}" dt="2023-10-28T16:45:24.173" v="1802" actId="20577"/>
          <ac:graphicFrameMkLst>
            <pc:docMk/>
            <pc:sldMk cId="1897160342" sldId="1472"/>
            <ac:graphicFrameMk id="4" creationId="{93EB069C-3000-E125-1D95-B1A2B0B34AAB}"/>
          </ac:graphicFrameMkLst>
        </pc:graphicFrameChg>
      </pc:sldChg>
      <pc:sldChg chg="modSp add mod ord modAnim modNotesTx">
        <pc:chgData name="Wael Hamze" userId="97126fac-0aa5-41d3-a48c-3a0c6da4216b" providerId="ADAL" clId="{DA24411B-DD6D-4040-B693-87487285C6BF}" dt="2023-11-07T20:37:56.382" v="19154" actId="20577"/>
        <pc:sldMkLst>
          <pc:docMk/>
          <pc:sldMk cId="3871988966" sldId="1473"/>
        </pc:sldMkLst>
        <pc:spChg chg="mod">
          <ac:chgData name="Wael Hamze" userId="97126fac-0aa5-41d3-a48c-3a0c6da4216b" providerId="ADAL" clId="{DA24411B-DD6D-4040-B693-87487285C6BF}" dt="2023-10-28T16:52:59.136" v="2040" actId="20577"/>
          <ac:spMkLst>
            <pc:docMk/>
            <pc:sldMk cId="3871988966" sldId="1473"/>
            <ac:spMk id="2" creationId="{762682C6-7F20-5F01-D150-F8B051439070}"/>
          </ac:spMkLst>
        </pc:spChg>
        <pc:spChg chg="mod">
          <ac:chgData name="Wael Hamze" userId="97126fac-0aa5-41d3-a48c-3a0c6da4216b" providerId="ADAL" clId="{DA24411B-DD6D-4040-B693-87487285C6BF}" dt="2023-10-28T16:56:05.365" v="2336" actId="20577"/>
          <ac:spMkLst>
            <pc:docMk/>
            <pc:sldMk cId="3871988966" sldId="1473"/>
            <ac:spMk id="3" creationId="{A8D25493-EF12-46AB-C740-F8319F224472}"/>
          </ac:spMkLst>
        </pc:spChg>
      </pc:sldChg>
      <pc:sldChg chg="delSp modSp add mod ord delAnim modNotesTx">
        <pc:chgData name="Wael Hamze" userId="97126fac-0aa5-41d3-a48c-3a0c6da4216b" providerId="ADAL" clId="{DA24411B-DD6D-4040-B693-87487285C6BF}" dt="2023-11-07T19:52:29.417" v="12948" actId="20577"/>
        <pc:sldMkLst>
          <pc:docMk/>
          <pc:sldMk cId="1906514734" sldId="1474"/>
        </pc:sldMkLst>
        <pc:spChg chg="mod">
          <ac:chgData name="Wael Hamze" userId="97126fac-0aa5-41d3-a48c-3a0c6da4216b" providerId="ADAL" clId="{DA24411B-DD6D-4040-B693-87487285C6BF}" dt="2023-10-30T19:15:22.854" v="2373" actId="20577"/>
          <ac:spMkLst>
            <pc:docMk/>
            <pc:sldMk cId="1906514734" sldId="1474"/>
            <ac:spMk id="2" creationId="{8EBAC71E-13C7-92F5-EF35-99D0A78D0A86}"/>
          </ac:spMkLst>
        </pc:spChg>
        <pc:spChg chg="mod">
          <ac:chgData name="Wael Hamze" userId="97126fac-0aa5-41d3-a48c-3a0c6da4216b" providerId="ADAL" clId="{DA24411B-DD6D-4040-B693-87487285C6BF}" dt="2023-10-30T19:37:12.744" v="2977" actId="20577"/>
          <ac:spMkLst>
            <pc:docMk/>
            <pc:sldMk cId="1906514734" sldId="1474"/>
            <ac:spMk id="3" creationId="{BE2928D0-D8C3-462C-43DE-D37EE82BC7EC}"/>
          </ac:spMkLst>
        </pc:spChg>
        <pc:spChg chg="del">
          <ac:chgData name="Wael Hamze" userId="97126fac-0aa5-41d3-a48c-3a0c6da4216b" providerId="ADAL" clId="{DA24411B-DD6D-4040-B693-87487285C6BF}" dt="2023-10-30T19:15:30.724" v="2375" actId="478"/>
          <ac:spMkLst>
            <pc:docMk/>
            <pc:sldMk cId="1906514734" sldId="1474"/>
            <ac:spMk id="5" creationId="{9ED78C13-16C0-1C73-35B1-4F6156EBFE04}"/>
          </ac:spMkLst>
        </pc:spChg>
        <pc:spChg chg="del">
          <ac:chgData name="Wael Hamze" userId="97126fac-0aa5-41d3-a48c-3a0c6da4216b" providerId="ADAL" clId="{DA24411B-DD6D-4040-B693-87487285C6BF}" dt="2023-10-30T19:15:33.573" v="2376" actId="478"/>
          <ac:spMkLst>
            <pc:docMk/>
            <pc:sldMk cId="1906514734" sldId="1474"/>
            <ac:spMk id="6" creationId="{E0B66B8C-AA4B-863B-6741-ACB2175AE0F2}"/>
          </ac:spMkLst>
        </pc:spChg>
        <pc:graphicFrameChg chg="del">
          <ac:chgData name="Wael Hamze" userId="97126fac-0aa5-41d3-a48c-3a0c6da4216b" providerId="ADAL" clId="{DA24411B-DD6D-4040-B693-87487285C6BF}" dt="2023-10-30T19:15:28.117" v="2374" actId="478"/>
          <ac:graphicFrameMkLst>
            <pc:docMk/>
            <pc:sldMk cId="1906514734" sldId="1474"/>
            <ac:graphicFrameMk id="4" creationId="{93EB069C-3000-E125-1D95-B1A2B0B34AAB}"/>
          </ac:graphicFrameMkLst>
        </pc:graphicFrameChg>
      </pc:sldChg>
      <pc:sldMasterChg chg="delSldLayout">
        <pc:chgData name="Wael Hamze" userId="97126fac-0aa5-41d3-a48c-3a0c6da4216b" providerId="ADAL" clId="{DA24411B-DD6D-4040-B693-87487285C6BF}" dt="2023-10-28T11:30:57.265" v="1177" actId="47"/>
        <pc:sldMasterMkLst>
          <pc:docMk/>
          <pc:sldMasterMk cId="1235865983" sldId="2147483648"/>
        </pc:sldMasterMkLst>
        <pc:sldLayoutChg chg="del">
          <pc:chgData name="Wael Hamze" userId="97126fac-0aa5-41d3-a48c-3a0c6da4216b" providerId="ADAL" clId="{DA24411B-DD6D-4040-B693-87487285C6BF}" dt="2023-10-28T11:30:57.265" v="1177" actId="47"/>
          <pc:sldLayoutMkLst>
            <pc:docMk/>
            <pc:sldMasterMk cId="1235865983" sldId="2147483648"/>
            <pc:sldLayoutMk cId="280639074" sldId="2147483661"/>
          </pc:sldLayoutMkLst>
        </pc:sldLayoutChg>
      </pc:sldMasterChg>
    </pc:docChg>
  </pc:docChgLst>
  <pc:docChgLst>
    <pc:chgData name="Wael Hamze" userId="97126fac-0aa5-41d3-a48c-3a0c6da4216b" providerId="ADAL" clId="{91039957-D65D-4F18-B12B-5217247D12D6}"/>
    <pc:docChg chg="undo custSel addSld delSld modSld sldOrd">
      <pc:chgData name="Wael Hamze" userId="97126fac-0aa5-41d3-a48c-3a0c6da4216b" providerId="ADAL" clId="{91039957-D65D-4F18-B12B-5217247D12D6}" dt="2023-03-30T10:05:41.011" v="1578" actId="47"/>
      <pc:docMkLst>
        <pc:docMk/>
      </pc:docMkLst>
      <pc:sldChg chg="modSp add del mod">
        <pc:chgData name="Wael Hamze" userId="97126fac-0aa5-41d3-a48c-3a0c6da4216b" providerId="ADAL" clId="{91039957-D65D-4F18-B12B-5217247D12D6}" dt="2023-03-28T14:04:33.362" v="97" actId="207"/>
        <pc:sldMkLst>
          <pc:docMk/>
          <pc:sldMk cId="3590237017" sldId="256"/>
        </pc:sldMkLst>
        <pc:spChg chg="mod">
          <ac:chgData name="Wael Hamze" userId="97126fac-0aa5-41d3-a48c-3a0c6da4216b" providerId="ADAL" clId="{91039957-D65D-4F18-B12B-5217247D12D6}" dt="2023-03-28T14:04:33.362" v="97" actId="207"/>
          <ac:spMkLst>
            <pc:docMk/>
            <pc:sldMk cId="3590237017" sldId="256"/>
            <ac:spMk id="2" creationId="{9FD93D3C-D109-42B8-8645-B42EBFEC585E}"/>
          </ac:spMkLst>
        </pc:spChg>
      </pc:sldChg>
      <pc:sldChg chg="del">
        <pc:chgData name="Wael Hamze" userId="97126fac-0aa5-41d3-a48c-3a0c6da4216b" providerId="ADAL" clId="{91039957-D65D-4F18-B12B-5217247D12D6}" dt="2023-03-28T13:57:07.863" v="7" actId="47"/>
        <pc:sldMkLst>
          <pc:docMk/>
          <pc:sldMk cId="3463923734" sldId="258"/>
        </pc:sldMkLst>
      </pc:sldChg>
      <pc:sldChg chg="del">
        <pc:chgData name="Wael Hamze" userId="97126fac-0aa5-41d3-a48c-3a0c6da4216b" providerId="ADAL" clId="{91039957-D65D-4F18-B12B-5217247D12D6}" dt="2023-03-28T13:57:11.054" v="11" actId="47"/>
        <pc:sldMkLst>
          <pc:docMk/>
          <pc:sldMk cId="1779962959" sldId="259"/>
        </pc:sldMkLst>
      </pc:sldChg>
      <pc:sldChg chg="del">
        <pc:chgData name="Wael Hamze" userId="97126fac-0aa5-41d3-a48c-3a0c6da4216b" providerId="ADAL" clId="{91039957-D65D-4F18-B12B-5217247D12D6}" dt="2023-03-28T13:57:05.549" v="5" actId="47"/>
        <pc:sldMkLst>
          <pc:docMk/>
          <pc:sldMk cId="4268690478" sldId="261"/>
        </pc:sldMkLst>
      </pc:sldChg>
      <pc:sldChg chg="modSp add del mod">
        <pc:chgData name="Wael Hamze" userId="97126fac-0aa5-41d3-a48c-3a0c6da4216b" providerId="ADAL" clId="{91039957-D65D-4F18-B12B-5217247D12D6}" dt="2023-03-29T19:43:30.071" v="1576" actId="20577"/>
        <pc:sldMkLst>
          <pc:docMk/>
          <pc:sldMk cId="4165636742" sldId="263"/>
        </pc:sldMkLst>
        <pc:spChg chg="mod">
          <ac:chgData name="Wael Hamze" userId="97126fac-0aa5-41d3-a48c-3a0c6da4216b" providerId="ADAL" clId="{91039957-D65D-4F18-B12B-5217247D12D6}" dt="2023-03-29T19:43:30.071" v="1576" actId="20577"/>
          <ac:spMkLst>
            <pc:docMk/>
            <pc:sldMk cId="4165636742" sldId="263"/>
            <ac:spMk id="2" creationId="{94674AA9-E9E5-4455-9DBF-8B04E9C07F86}"/>
          </ac:spMkLst>
        </pc:spChg>
      </pc:sldChg>
      <pc:sldChg chg="del">
        <pc:chgData name="Wael Hamze" userId="97126fac-0aa5-41d3-a48c-3a0c6da4216b" providerId="ADAL" clId="{91039957-D65D-4F18-B12B-5217247D12D6}" dt="2023-03-28T13:57:09.712" v="9" actId="47"/>
        <pc:sldMkLst>
          <pc:docMk/>
          <pc:sldMk cId="3437105936" sldId="264"/>
        </pc:sldMkLst>
      </pc:sldChg>
      <pc:sldChg chg="del">
        <pc:chgData name="Wael Hamze" userId="97126fac-0aa5-41d3-a48c-3a0c6da4216b" providerId="ADAL" clId="{91039957-D65D-4F18-B12B-5217247D12D6}" dt="2023-03-28T13:56:58.363" v="1" actId="47"/>
        <pc:sldMkLst>
          <pc:docMk/>
          <pc:sldMk cId="3990997131" sldId="266"/>
        </pc:sldMkLst>
      </pc:sldChg>
      <pc:sldChg chg="del">
        <pc:chgData name="Wael Hamze" userId="97126fac-0aa5-41d3-a48c-3a0c6da4216b" providerId="ADAL" clId="{91039957-D65D-4F18-B12B-5217247D12D6}" dt="2023-03-28T13:57:08.955" v="8" actId="47"/>
        <pc:sldMkLst>
          <pc:docMk/>
          <pc:sldMk cId="1886940625" sldId="267"/>
        </pc:sldMkLst>
      </pc:sldChg>
      <pc:sldChg chg="del">
        <pc:chgData name="Wael Hamze" userId="97126fac-0aa5-41d3-a48c-3a0c6da4216b" providerId="ADAL" clId="{91039957-D65D-4F18-B12B-5217247D12D6}" dt="2023-03-28T13:56:56.706" v="0" actId="47"/>
        <pc:sldMkLst>
          <pc:docMk/>
          <pc:sldMk cId="1034874634" sldId="268"/>
        </pc:sldMkLst>
      </pc:sldChg>
      <pc:sldChg chg="del">
        <pc:chgData name="Wael Hamze" userId="97126fac-0aa5-41d3-a48c-3a0c6da4216b" providerId="ADAL" clId="{91039957-D65D-4F18-B12B-5217247D12D6}" dt="2023-03-28T13:57:10.583" v="10" actId="47"/>
        <pc:sldMkLst>
          <pc:docMk/>
          <pc:sldMk cId="3869242743" sldId="269"/>
        </pc:sldMkLst>
      </pc:sldChg>
      <pc:sldChg chg="del">
        <pc:chgData name="Wael Hamze" userId="97126fac-0aa5-41d3-a48c-3a0c6da4216b" providerId="ADAL" clId="{91039957-D65D-4F18-B12B-5217247D12D6}" dt="2023-03-28T13:57:14.943" v="13" actId="47"/>
        <pc:sldMkLst>
          <pc:docMk/>
          <pc:sldMk cId="2981839088" sldId="270"/>
        </pc:sldMkLst>
      </pc:sldChg>
      <pc:sldChg chg="del">
        <pc:chgData name="Wael Hamze" userId="97126fac-0aa5-41d3-a48c-3a0c6da4216b" providerId="ADAL" clId="{91039957-D65D-4F18-B12B-5217247D12D6}" dt="2023-03-28T13:57:17.138" v="16" actId="47"/>
        <pc:sldMkLst>
          <pc:docMk/>
          <pc:sldMk cId="3173310372" sldId="271"/>
        </pc:sldMkLst>
      </pc:sldChg>
      <pc:sldChg chg="del">
        <pc:chgData name="Wael Hamze" userId="97126fac-0aa5-41d3-a48c-3a0c6da4216b" providerId="ADAL" clId="{91039957-D65D-4F18-B12B-5217247D12D6}" dt="2023-03-28T13:57:15.753" v="14" actId="47"/>
        <pc:sldMkLst>
          <pc:docMk/>
          <pc:sldMk cId="643467198" sldId="272"/>
        </pc:sldMkLst>
      </pc:sldChg>
      <pc:sldChg chg="del">
        <pc:chgData name="Wael Hamze" userId="97126fac-0aa5-41d3-a48c-3a0c6da4216b" providerId="ADAL" clId="{91039957-D65D-4F18-B12B-5217247D12D6}" dt="2023-03-28T13:57:18.193" v="18" actId="47"/>
        <pc:sldMkLst>
          <pc:docMk/>
          <pc:sldMk cId="2959694985" sldId="273"/>
        </pc:sldMkLst>
      </pc:sldChg>
      <pc:sldChg chg="del">
        <pc:chgData name="Wael Hamze" userId="97126fac-0aa5-41d3-a48c-3a0c6da4216b" providerId="ADAL" clId="{91039957-D65D-4F18-B12B-5217247D12D6}" dt="2023-03-28T13:57:18.798" v="19" actId="47"/>
        <pc:sldMkLst>
          <pc:docMk/>
          <pc:sldMk cId="2996134348" sldId="274"/>
        </pc:sldMkLst>
      </pc:sldChg>
      <pc:sldChg chg="del">
        <pc:chgData name="Wael Hamze" userId="97126fac-0aa5-41d3-a48c-3a0c6da4216b" providerId="ADAL" clId="{91039957-D65D-4F18-B12B-5217247D12D6}" dt="2023-03-28T13:57:19.392" v="20" actId="47"/>
        <pc:sldMkLst>
          <pc:docMk/>
          <pc:sldMk cId="2601988769" sldId="275"/>
        </pc:sldMkLst>
      </pc:sldChg>
      <pc:sldChg chg="del">
        <pc:chgData name="Wael Hamze" userId="97126fac-0aa5-41d3-a48c-3a0c6da4216b" providerId="ADAL" clId="{91039957-D65D-4F18-B12B-5217247D12D6}" dt="2023-03-28T13:57:19.998" v="21" actId="47"/>
        <pc:sldMkLst>
          <pc:docMk/>
          <pc:sldMk cId="3522402644" sldId="276"/>
        </pc:sldMkLst>
      </pc:sldChg>
      <pc:sldChg chg="del">
        <pc:chgData name="Wael Hamze" userId="97126fac-0aa5-41d3-a48c-3a0c6da4216b" providerId="ADAL" clId="{91039957-D65D-4F18-B12B-5217247D12D6}" dt="2023-03-28T13:57:11.609" v="12" actId="47"/>
        <pc:sldMkLst>
          <pc:docMk/>
          <pc:sldMk cId="4260937599" sldId="277"/>
        </pc:sldMkLst>
      </pc:sldChg>
      <pc:sldChg chg="del">
        <pc:chgData name="Wael Hamze" userId="97126fac-0aa5-41d3-a48c-3a0c6da4216b" providerId="ADAL" clId="{91039957-D65D-4F18-B12B-5217247D12D6}" dt="2023-03-28T13:57:16.424" v="15" actId="47"/>
        <pc:sldMkLst>
          <pc:docMk/>
          <pc:sldMk cId="2153860997" sldId="278"/>
        </pc:sldMkLst>
      </pc:sldChg>
      <pc:sldChg chg="del">
        <pc:chgData name="Wael Hamze" userId="97126fac-0aa5-41d3-a48c-3a0c6da4216b" providerId="ADAL" clId="{91039957-D65D-4F18-B12B-5217247D12D6}" dt="2023-03-28T13:57:17.548" v="17" actId="47"/>
        <pc:sldMkLst>
          <pc:docMk/>
          <pc:sldMk cId="1631312625" sldId="279"/>
        </pc:sldMkLst>
      </pc:sldChg>
      <pc:sldChg chg="del">
        <pc:chgData name="Wael Hamze" userId="97126fac-0aa5-41d3-a48c-3a0c6da4216b" providerId="ADAL" clId="{91039957-D65D-4F18-B12B-5217247D12D6}" dt="2023-03-28T13:57:07.340" v="6" actId="47"/>
        <pc:sldMkLst>
          <pc:docMk/>
          <pc:sldMk cId="483449971" sldId="280"/>
        </pc:sldMkLst>
      </pc:sldChg>
      <pc:sldChg chg="del">
        <pc:chgData name="Wael Hamze" userId="97126fac-0aa5-41d3-a48c-3a0c6da4216b" providerId="ADAL" clId="{91039957-D65D-4F18-B12B-5217247D12D6}" dt="2023-03-28T13:57:00.292" v="4" actId="47"/>
        <pc:sldMkLst>
          <pc:docMk/>
          <pc:sldMk cId="339851132" sldId="281"/>
        </pc:sldMkLst>
      </pc:sldChg>
      <pc:sldChg chg="del">
        <pc:chgData name="Wael Hamze" userId="97126fac-0aa5-41d3-a48c-3a0c6da4216b" providerId="ADAL" clId="{91039957-D65D-4F18-B12B-5217247D12D6}" dt="2023-03-28T13:57:21.158" v="24" actId="47"/>
        <pc:sldMkLst>
          <pc:docMk/>
          <pc:sldMk cId="824517042" sldId="282"/>
        </pc:sldMkLst>
      </pc:sldChg>
      <pc:sldChg chg="del">
        <pc:chgData name="Wael Hamze" userId="97126fac-0aa5-41d3-a48c-3a0c6da4216b" providerId="ADAL" clId="{91039957-D65D-4F18-B12B-5217247D12D6}" dt="2023-03-28T13:57:27.428" v="28" actId="47"/>
        <pc:sldMkLst>
          <pc:docMk/>
          <pc:sldMk cId="3972860004" sldId="283"/>
        </pc:sldMkLst>
      </pc:sldChg>
      <pc:sldChg chg="del">
        <pc:chgData name="Wael Hamze" userId="97126fac-0aa5-41d3-a48c-3a0c6da4216b" providerId="ADAL" clId="{91039957-D65D-4F18-B12B-5217247D12D6}" dt="2023-03-28T13:57:28.071" v="29" actId="47"/>
        <pc:sldMkLst>
          <pc:docMk/>
          <pc:sldMk cId="1536370300" sldId="284"/>
        </pc:sldMkLst>
      </pc:sldChg>
      <pc:sldChg chg="del">
        <pc:chgData name="Wael Hamze" userId="97126fac-0aa5-41d3-a48c-3a0c6da4216b" providerId="ADAL" clId="{91039957-D65D-4F18-B12B-5217247D12D6}" dt="2023-03-28T13:57:28.303" v="30" actId="47"/>
        <pc:sldMkLst>
          <pc:docMk/>
          <pc:sldMk cId="3363249634" sldId="285"/>
        </pc:sldMkLst>
      </pc:sldChg>
      <pc:sldChg chg="del">
        <pc:chgData name="Wael Hamze" userId="97126fac-0aa5-41d3-a48c-3a0c6da4216b" providerId="ADAL" clId="{91039957-D65D-4F18-B12B-5217247D12D6}" dt="2023-03-28T13:57:28.553" v="31" actId="47"/>
        <pc:sldMkLst>
          <pc:docMk/>
          <pc:sldMk cId="4062832707" sldId="286"/>
        </pc:sldMkLst>
      </pc:sldChg>
      <pc:sldChg chg="del">
        <pc:chgData name="Wael Hamze" userId="97126fac-0aa5-41d3-a48c-3a0c6da4216b" providerId="ADAL" clId="{91039957-D65D-4F18-B12B-5217247D12D6}" dt="2023-03-28T13:57:28.784" v="32" actId="47"/>
        <pc:sldMkLst>
          <pc:docMk/>
          <pc:sldMk cId="975439791" sldId="287"/>
        </pc:sldMkLst>
      </pc:sldChg>
      <pc:sldChg chg="del">
        <pc:chgData name="Wael Hamze" userId="97126fac-0aa5-41d3-a48c-3a0c6da4216b" providerId="ADAL" clId="{91039957-D65D-4F18-B12B-5217247D12D6}" dt="2023-03-28T13:57:20.748" v="23" actId="47"/>
        <pc:sldMkLst>
          <pc:docMk/>
          <pc:sldMk cId="1937866473" sldId="288"/>
        </pc:sldMkLst>
      </pc:sldChg>
      <pc:sldChg chg="del">
        <pc:chgData name="Wael Hamze" userId="97126fac-0aa5-41d3-a48c-3a0c6da4216b" providerId="ADAL" clId="{91039957-D65D-4F18-B12B-5217247D12D6}" dt="2023-03-28T13:57:21.427" v="25" actId="47"/>
        <pc:sldMkLst>
          <pc:docMk/>
          <pc:sldMk cId="3543894020" sldId="289"/>
        </pc:sldMkLst>
      </pc:sldChg>
      <pc:sldChg chg="del">
        <pc:chgData name="Wael Hamze" userId="97126fac-0aa5-41d3-a48c-3a0c6da4216b" providerId="ADAL" clId="{91039957-D65D-4F18-B12B-5217247D12D6}" dt="2023-03-28T13:57:22.495" v="27" actId="47"/>
        <pc:sldMkLst>
          <pc:docMk/>
          <pc:sldMk cId="2189621227" sldId="290"/>
        </pc:sldMkLst>
      </pc:sldChg>
      <pc:sldChg chg="del">
        <pc:chgData name="Wael Hamze" userId="97126fac-0aa5-41d3-a48c-3a0c6da4216b" providerId="ADAL" clId="{91039957-D65D-4F18-B12B-5217247D12D6}" dt="2023-03-28T13:57:22.003" v="26" actId="47"/>
        <pc:sldMkLst>
          <pc:docMk/>
          <pc:sldMk cId="3259172282" sldId="291"/>
        </pc:sldMkLst>
      </pc:sldChg>
      <pc:sldChg chg="del">
        <pc:chgData name="Wael Hamze" userId="97126fac-0aa5-41d3-a48c-3a0c6da4216b" providerId="ADAL" clId="{91039957-D65D-4F18-B12B-5217247D12D6}" dt="2023-03-28T13:57:20.243" v="22" actId="47"/>
        <pc:sldMkLst>
          <pc:docMk/>
          <pc:sldMk cId="1037890066" sldId="292"/>
        </pc:sldMkLst>
      </pc:sldChg>
      <pc:sldChg chg="del">
        <pc:chgData name="Wael Hamze" userId="97126fac-0aa5-41d3-a48c-3a0c6da4216b" providerId="ADAL" clId="{91039957-D65D-4F18-B12B-5217247D12D6}" dt="2023-03-28T13:56:59.092" v="2" actId="47"/>
        <pc:sldMkLst>
          <pc:docMk/>
          <pc:sldMk cId="2910392025" sldId="293"/>
        </pc:sldMkLst>
      </pc:sldChg>
      <pc:sldChg chg="del">
        <pc:chgData name="Wael Hamze" userId="97126fac-0aa5-41d3-a48c-3a0c6da4216b" providerId="ADAL" clId="{91039957-D65D-4F18-B12B-5217247D12D6}" dt="2023-03-28T13:56:59.751" v="3" actId="47"/>
        <pc:sldMkLst>
          <pc:docMk/>
          <pc:sldMk cId="1255395929" sldId="294"/>
        </pc:sldMkLst>
      </pc:sldChg>
      <pc:sldChg chg="del">
        <pc:chgData name="Wael Hamze" userId="97126fac-0aa5-41d3-a48c-3a0c6da4216b" providerId="ADAL" clId="{91039957-D65D-4F18-B12B-5217247D12D6}" dt="2023-03-28T13:57:28.967" v="33" actId="47"/>
        <pc:sldMkLst>
          <pc:docMk/>
          <pc:sldMk cId="2193595233" sldId="295"/>
        </pc:sldMkLst>
      </pc:sldChg>
      <pc:sldChg chg="delSp modSp add del mod">
        <pc:chgData name="Wael Hamze" userId="97126fac-0aa5-41d3-a48c-3a0c6da4216b" providerId="ADAL" clId="{91039957-D65D-4F18-B12B-5217247D12D6}" dt="2023-03-30T10:05:41.011" v="1578" actId="47"/>
        <pc:sldMkLst>
          <pc:docMk/>
          <pc:sldMk cId="4228090572" sldId="299"/>
        </pc:sldMkLst>
        <pc:spChg chg="mod">
          <ac:chgData name="Wael Hamze" userId="97126fac-0aa5-41d3-a48c-3a0c6da4216b" providerId="ADAL" clId="{91039957-D65D-4F18-B12B-5217247D12D6}" dt="2023-03-29T17:28:21.542" v="646" actId="1076"/>
          <ac:spMkLst>
            <pc:docMk/>
            <pc:sldMk cId="4228090572" sldId="299"/>
            <ac:spMk id="8" creationId="{3C189350-E2F2-464E-BB13-0D6A7AC3271B}"/>
          </ac:spMkLst>
        </pc:spChg>
        <pc:picChg chg="mod">
          <ac:chgData name="Wael Hamze" userId="97126fac-0aa5-41d3-a48c-3a0c6da4216b" providerId="ADAL" clId="{91039957-D65D-4F18-B12B-5217247D12D6}" dt="2023-03-29T17:28:21.542" v="646" actId="1076"/>
          <ac:picMkLst>
            <pc:docMk/>
            <pc:sldMk cId="4228090572" sldId="299"/>
            <ac:picMk id="7" creationId="{BEBD0A91-FAD1-41C1-8C45-61C744E0FCA2}"/>
          </ac:picMkLst>
        </pc:picChg>
        <pc:picChg chg="mod">
          <ac:chgData name="Wael Hamze" userId="97126fac-0aa5-41d3-a48c-3a0c6da4216b" providerId="ADAL" clId="{91039957-D65D-4F18-B12B-5217247D12D6}" dt="2023-03-29T17:28:21.542" v="646" actId="1076"/>
          <ac:picMkLst>
            <pc:docMk/>
            <pc:sldMk cId="4228090572" sldId="299"/>
            <ac:picMk id="9" creationId="{6B5537D9-D8DC-4CCE-9DA0-1CD270A4B10D}"/>
          </ac:picMkLst>
        </pc:picChg>
        <pc:picChg chg="mod">
          <ac:chgData name="Wael Hamze" userId="97126fac-0aa5-41d3-a48c-3a0c6da4216b" providerId="ADAL" clId="{91039957-D65D-4F18-B12B-5217247D12D6}" dt="2023-03-29T17:28:21.542" v="646" actId="1076"/>
          <ac:picMkLst>
            <pc:docMk/>
            <pc:sldMk cId="4228090572" sldId="299"/>
            <ac:picMk id="10" creationId="{1A707703-2506-48EF-9C41-20997DF34B8C}"/>
          </ac:picMkLst>
        </pc:picChg>
        <pc:picChg chg="mod">
          <ac:chgData name="Wael Hamze" userId="97126fac-0aa5-41d3-a48c-3a0c6da4216b" providerId="ADAL" clId="{91039957-D65D-4F18-B12B-5217247D12D6}" dt="2023-03-29T17:28:21.542" v="646" actId="1076"/>
          <ac:picMkLst>
            <pc:docMk/>
            <pc:sldMk cId="4228090572" sldId="299"/>
            <ac:picMk id="11" creationId="{87419206-4EAD-4AE9-A24E-AD3AAB8DBDEE}"/>
          </ac:picMkLst>
        </pc:picChg>
        <pc:picChg chg="del">
          <ac:chgData name="Wael Hamze" userId="97126fac-0aa5-41d3-a48c-3a0c6da4216b" providerId="ADAL" clId="{91039957-D65D-4F18-B12B-5217247D12D6}" dt="2023-03-29T17:27:51.351" v="625" actId="478"/>
          <ac:picMkLst>
            <pc:docMk/>
            <pc:sldMk cId="4228090572" sldId="299"/>
            <ac:picMk id="13" creationId="{C1852627-1F92-4890-AA83-8C9747B8C69B}"/>
          </ac:picMkLst>
        </pc:picChg>
      </pc:sldChg>
      <pc:sldChg chg="addSp delSp modSp add mod delAnim modAnim">
        <pc:chgData name="Wael Hamze" userId="97126fac-0aa5-41d3-a48c-3a0c6da4216b" providerId="ADAL" clId="{91039957-D65D-4F18-B12B-5217247D12D6}" dt="2023-03-29T19:43:13.575" v="1562"/>
        <pc:sldMkLst>
          <pc:docMk/>
          <pc:sldMk cId="2020225151" sldId="323"/>
        </pc:sldMkLst>
        <pc:spChg chg="mod">
          <ac:chgData name="Wael Hamze" userId="97126fac-0aa5-41d3-a48c-3a0c6da4216b" providerId="ADAL" clId="{91039957-D65D-4F18-B12B-5217247D12D6}" dt="2023-03-28T14:04:43.945" v="107" actId="20577"/>
          <ac:spMkLst>
            <pc:docMk/>
            <pc:sldMk cId="2020225151" sldId="323"/>
            <ac:spMk id="2" creationId="{98D08DEF-651E-4C3A-9740-D618A7C0A1EC}"/>
          </ac:spMkLst>
        </pc:spChg>
        <pc:spChg chg="mod">
          <ac:chgData name="Wael Hamze" userId="97126fac-0aa5-41d3-a48c-3a0c6da4216b" providerId="ADAL" clId="{91039957-D65D-4F18-B12B-5217247D12D6}" dt="2023-03-29T18:42:50.915" v="1423" actId="113"/>
          <ac:spMkLst>
            <pc:docMk/>
            <pc:sldMk cId="2020225151" sldId="323"/>
            <ac:spMk id="3" creationId="{16E68E86-531E-44CC-9EA0-572251F4EEED}"/>
          </ac:spMkLst>
        </pc:spChg>
        <pc:spChg chg="add mod">
          <ac:chgData name="Wael Hamze" userId="97126fac-0aa5-41d3-a48c-3a0c6da4216b" providerId="ADAL" clId="{91039957-D65D-4F18-B12B-5217247D12D6}" dt="2023-03-29T17:24:49.398" v="591" actId="1076"/>
          <ac:spMkLst>
            <pc:docMk/>
            <pc:sldMk cId="2020225151" sldId="323"/>
            <ac:spMk id="6" creationId="{2C28D607-309B-D9A7-A00B-80B3E7555236}"/>
          </ac:spMkLst>
        </pc:spChg>
        <pc:spChg chg="del">
          <ac:chgData name="Wael Hamze" userId="97126fac-0aa5-41d3-a48c-3a0c6da4216b" providerId="ADAL" clId="{91039957-D65D-4F18-B12B-5217247D12D6}" dt="2023-03-28T14:06:33.547" v="315" actId="478"/>
          <ac:spMkLst>
            <pc:docMk/>
            <pc:sldMk cId="2020225151" sldId="323"/>
            <ac:spMk id="7" creationId="{6E40DA0C-64AF-4808-9057-98583E729F8A}"/>
          </ac:spMkLst>
        </pc:spChg>
        <pc:spChg chg="add mod">
          <ac:chgData name="Wael Hamze" userId="97126fac-0aa5-41d3-a48c-3a0c6da4216b" providerId="ADAL" clId="{91039957-D65D-4F18-B12B-5217247D12D6}" dt="2023-03-29T17:24:59.003" v="592" actId="1076"/>
          <ac:spMkLst>
            <pc:docMk/>
            <pc:sldMk cId="2020225151" sldId="323"/>
            <ac:spMk id="8" creationId="{2EE38A25-9203-C9D6-43A9-5816C8FBB391}"/>
          </ac:spMkLst>
        </pc:spChg>
        <pc:spChg chg="mod">
          <ac:chgData name="Wael Hamze" userId="97126fac-0aa5-41d3-a48c-3a0c6da4216b" providerId="ADAL" clId="{91039957-D65D-4F18-B12B-5217247D12D6}" dt="2023-03-29T17:26:31.576" v="620" actId="208"/>
          <ac:spMkLst>
            <pc:docMk/>
            <pc:sldMk cId="2020225151" sldId="323"/>
            <ac:spMk id="9" creationId="{3C529B0D-981D-440E-8C0D-BC9EDF49EBBE}"/>
          </ac:spMkLst>
        </pc:spChg>
        <pc:spChg chg="del mod">
          <ac:chgData name="Wael Hamze" userId="97126fac-0aa5-41d3-a48c-3a0c6da4216b" providerId="ADAL" clId="{91039957-D65D-4F18-B12B-5217247D12D6}" dt="2023-03-29T18:40:53.124" v="1258" actId="478"/>
          <ac:spMkLst>
            <pc:docMk/>
            <pc:sldMk cId="2020225151" sldId="323"/>
            <ac:spMk id="10" creationId="{57EA4754-86CF-48C2-AAAC-26EC8D42CACC}"/>
          </ac:spMkLst>
        </pc:spChg>
        <pc:spChg chg="add mod">
          <ac:chgData name="Wael Hamze" userId="97126fac-0aa5-41d3-a48c-3a0c6da4216b" providerId="ADAL" clId="{91039957-D65D-4F18-B12B-5217247D12D6}" dt="2023-03-29T17:29:55.458" v="700" actId="1076"/>
          <ac:spMkLst>
            <pc:docMk/>
            <pc:sldMk cId="2020225151" sldId="323"/>
            <ac:spMk id="11" creationId="{9E91DFA3-9AD1-43B6-B766-5A45DA3714BE}"/>
          </ac:spMkLst>
        </pc:spChg>
        <pc:spChg chg="add mod ord">
          <ac:chgData name="Wael Hamze" userId="97126fac-0aa5-41d3-a48c-3a0c6da4216b" providerId="ADAL" clId="{91039957-D65D-4F18-B12B-5217247D12D6}" dt="2023-03-29T18:31:55.354" v="703" actId="14100"/>
          <ac:spMkLst>
            <pc:docMk/>
            <pc:sldMk cId="2020225151" sldId="323"/>
            <ac:spMk id="12" creationId="{ED088416-B17B-0FAC-CFF6-C25B8C664E32}"/>
          </ac:spMkLst>
        </pc:spChg>
        <pc:spChg chg="add mod">
          <ac:chgData name="Wael Hamze" userId="97126fac-0aa5-41d3-a48c-3a0c6da4216b" providerId="ADAL" clId="{91039957-D65D-4F18-B12B-5217247D12D6}" dt="2023-03-29T17:29:37.562" v="695" actId="1076"/>
          <ac:spMkLst>
            <pc:docMk/>
            <pc:sldMk cId="2020225151" sldId="323"/>
            <ac:spMk id="13" creationId="{4B5B7072-F02E-74B8-47CB-8A8F7452B30D}"/>
          </ac:spMkLst>
        </pc:spChg>
        <pc:spChg chg="add mod">
          <ac:chgData name="Wael Hamze" userId="97126fac-0aa5-41d3-a48c-3a0c6da4216b" providerId="ADAL" clId="{91039957-D65D-4F18-B12B-5217247D12D6}" dt="2023-03-29T17:29:51.584" v="699" actId="1076"/>
          <ac:spMkLst>
            <pc:docMk/>
            <pc:sldMk cId="2020225151" sldId="323"/>
            <ac:spMk id="14" creationId="{E92C4190-3F25-6F57-3FA2-2A08A6ACBFAF}"/>
          </ac:spMkLst>
        </pc:spChg>
        <pc:graphicFrameChg chg="del mod modGraphic">
          <ac:chgData name="Wael Hamze" userId="97126fac-0aa5-41d3-a48c-3a0c6da4216b" providerId="ADAL" clId="{91039957-D65D-4F18-B12B-5217247D12D6}" dt="2023-03-29T17:23:52.524" v="581" actId="478"/>
          <ac:graphicFrameMkLst>
            <pc:docMk/>
            <pc:sldMk cId="2020225151" sldId="323"/>
            <ac:graphicFrameMk id="4" creationId="{F683E705-9668-4EDC-A7E2-93A16543FB6E}"/>
          </ac:graphicFrameMkLst>
        </pc:graphicFrameChg>
        <pc:graphicFrameChg chg="del mod">
          <ac:chgData name="Wael Hamze" userId="97126fac-0aa5-41d3-a48c-3a0c6da4216b" providerId="ADAL" clId="{91039957-D65D-4F18-B12B-5217247D12D6}" dt="2023-03-28T14:06:41.014" v="318" actId="478"/>
          <ac:graphicFrameMkLst>
            <pc:docMk/>
            <pc:sldMk cId="2020225151" sldId="323"/>
            <ac:graphicFrameMk id="5" creationId="{42A6158B-A473-4723-A089-B7541CE23DFA}"/>
          </ac:graphicFrameMkLst>
        </pc:graphicFrameChg>
      </pc:sldChg>
      <pc:sldChg chg="modSp add mod">
        <pc:chgData name="Wael Hamze" userId="97126fac-0aa5-41d3-a48c-3a0c6da4216b" providerId="ADAL" clId="{91039957-D65D-4F18-B12B-5217247D12D6}" dt="2023-03-29T17:28:46.819" v="680" actId="20577"/>
        <pc:sldMkLst>
          <pc:docMk/>
          <pc:sldMk cId="1433608546" sldId="1444"/>
        </pc:sldMkLst>
        <pc:spChg chg="mod">
          <ac:chgData name="Wael Hamze" userId="97126fac-0aa5-41d3-a48c-3a0c6da4216b" providerId="ADAL" clId="{91039957-D65D-4F18-B12B-5217247D12D6}" dt="2023-03-29T17:28:46.819" v="680" actId="20577"/>
          <ac:spMkLst>
            <pc:docMk/>
            <pc:sldMk cId="1433608546" sldId="1444"/>
            <ac:spMk id="2" creationId="{146AA587-B096-1FE1-4E53-46BCD0BAA5B8}"/>
          </ac:spMkLst>
        </pc:spChg>
      </pc:sldChg>
      <pc:sldChg chg="modSp add mod modAnim">
        <pc:chgData name="Wael Hamze" userId="97126fac-0aa5-41d3-a48c-3a0c6da4216b" providerId="ADAL" clId="{91039957-D65D-4F18-B12B-5217247D12D6}" dt="2023-03-29T19:43:40.234" v="1577"/>
        <pc:sldMkLst>
          <pc:docMk/>
          <pc:sldMk cId="58514968" sldId="1447"/>
        </pc:sldMkLst>
        <pc:spChg chg="mod">
          <ac:chgData name="Wael Hamze" userId="97126fac-0aa5-41d3-a48c-3a0c6da4216b" providerId="ADAL" clId="{91039957-D65D-4F18-B12B-5217247D12D6}" dt="2023-03-29T18:37:42.534" v="1162" actId="20577"/>
          <ac:spMkLst>
            <pc:docMk/>
            <pc:sldMk cId="58514968" sldId="1447"/>
            <ac:spMk id="3" creationId="{A8D25493-EF12-46AB-C740-F8319F224472}"/>
          </ac:spMkLst>
        </pc:spChg>
      </pc:sldChg>
      <pc:sldChg chg="modSp new mod ord modAnim">
        <pc:chgData name="Wael Hamze" userId="97126fac-0aa5-41d3-a48c-3a0c6da4216b" providerId="ADAL" clId="{91039957-D65D-4F18-B12B-5217247D12D6}" dt="2023-03-29T19:41:00.696" v="1553"/>
        <pc:sldMkLst>
          <pc:docMk/>
          <pc:sldMk cId="2157440488" sldId="1448"/>
        </pc:sldMkLst>
        <pc:spChg chg="mod">
          <ac:chgData name="Wael Hamze" userId="97126fac-0aa5-41d3-a48c-3a0c6da4216b" providerId="ADAL" clId="{91039957-D65D-4F18-B12B-5217247D12D6}" dt="2023-03-29T18:32:21.423" v="717" actId="20577"/>
          <ac:spMkLst>
            <pc:docMk/>
            <pc:sldMk cId="2157440488" sldId="1448"/>
            <ac:spMk id="2" creationId="{A9B0E88F-3CEA-7662-152C-24FA94B193A5}"/>
          </ac:spMkLst>
        </pc:spChg>
        <pc:spChg chg="mod">
          <ac:chgData name="Wael Hamze" userId="97126fac-0aa5-41d3-a48c-3a0c6da4216b" providerId="ADAL" clId="{91039957-D65D-4F18-B12B-5217247D12D6}" dt="2023-03-29T18:47:02.506" v="1552" actId="20577"/>
          <ac:spMkLst>
            <pc:docMk/>
            <pc:sldMk cId="2157440488" sldId="1448"/>
            <ac:spMk id="3" creationId="{01D69BD2-A28F-98A2-FCDF-4B0914ED1839}"/>
          </ac:spMkLst>
        </pc:spChg>
      </pc:sldChg>
      <pc:sldChg chg="add">
        <pc:chgData name="Wael Hamze" userId="97126fac-0aa5-41d3-a48c-3a0c6da4216b" providerId="ADAL" clId="{91039957-D65D-4F18-B12B-5217247D12D6}" dt="2023-03-29T19:43:22.441" v="1563"/>
        <pc:sldMkLst>
          <pc:docMk/>
          <pc:sldMk cId="2097185061" sldId="1449"/>
        </pc:sldMkLst>
      </pc:sldChg>
    </pc:docChg>
  </pc:docChgLst>
  <pc:docChgLst>
    <pc:chgData name="Wael" userId="97126fac-0aa5-41d3-a48c-3a0c6da4216b" providerId="ADAL" clId="{549F69A0-516A-42AA-A6F1-03326420E114}"/>
    <pc:docChg chg="undo custSel addSld delSld modSld sldOrd modMainMaster">
      <pc:chgData name="Wael" userId="97126fac-0aa5-41d3-a48c-3a0c6da4216b" providerId="ADAL" clId="{549F69A0-516A-42AA-A6F1-03326420E114}" dt="2020-05-23T07:03:44.977" v="16751" actId="20577"/>
      <pc:docMkLst>
        <pc:docMk/>
      </pc:docMkLst>
      <pc:sldChg chg="addSp modSp del mod">
        <pc:chgData name="Wael" userId="97126fac-0aa5-41d3-a48c-3a0c6da4216b" providerId="ADAL" clId="{549F69A0-516A-42AA-A6F1-03326420E114}" dt="2020-04-26T10:10:19.699" v="626" actId="2696"/>
        <pc:sldMkLst>
          <pc:docMk/>
          <pc:sldMk cId="70895862" sldId="256"/>
        </pc:sldMkLst>
        <pc:spChg chg="mod">
          <ac:chgData name="Wael" userId="97126fac-0aa5-41d3-a48c-3a0c6da4216b" providerId="ADAL" clId="{549F69A0-516A-42AA-A6F1-03326420E114}" dt="2020-04-25T08:50:35.890" v="240" actId="207"/>
          <ac:spMkLst>
            <pc:docMk/>
            <pc:sldMk cId="70895862" sldId="256"/>
            <ac:spMk id="2" creationId="{C701E2DE-C0B7-4493-809C-91700754DEB0}"/>
          </ac:spMkLst>
        </pc:spChg>
        <pc:spChg chg="mod">
          <ac:chgData name="Wael" userId="97126fac-0aa5-41d3-a48c-3a0c6da4216b" providerId="ADAL" clId="{549F69A0-516A-42AA-A6F1-03326420E114}" dt="2020-04-25T08:47:02.780" v="232" actId="20577"/>
          <ac:spMkLst>
            <pc:docMk/>
            <pc:sldMk cId="70895862" sldId="256"/>
            <ac:spMk id="3" creationId="{5402E21C-CB11-4AA6-89B4-557077180536}"/>
          </ac:spMkLst>
        </pc:spChg>
        <pc:picChg chg="add mod">
          <ac:chgData name="Wael" userId="97126fac-0aa5-41d3-a48c-3a0c6da4216b" providerId="ADAL" clId="{549F69A0-516A-42AA-A6F1-03326420E114}" dt="2020-04-25T08:46:21.870" v="223" actId="1076"/>
          <ac:picMkLst>
            <pc:docMk/>
            <pc:sldMk cId="70895862" sldId="256"/>
            <ac:picMk id="5" creationId="{323BCD43-448B-4063-A89F-A727E0DA347A}"/>
          </ac:picMkLst>
        </pc:picChg>
      </pc:sldChg>
      <pc:sldChg chg="addSp delSp modSp add mod">
        <pc:chgData name="Wael" userId="97126fac-0aa5-41d3-a48c-3a0c6da4216b" providerId="ADAL" clId="{549F69A0-516A-42AA-A6F1-03326420E114}" dt="2020-05-03T11:04:37.002" v="3590" actId="1076"/>
        <pc:sldMkLst>
          <pc:docMk/>
          <pc:sldMk cId="3590237017" sldId="256"/>
        </pc:sldMkLst>
        <pc:spChg chg="mod">
          <ac:chgData name="Wael" userId="97126fac-0aa5-41d3-a48c-3a0c6da4216b" providerId="ADAL" clId="{549F69A0-516A-42AA-A6F1-03326420E114}" dt="2020-04-26T10:14:40.713" v="674" actId="1076"/>
          <ac:spMkLst>
            <pc:docMk/>
            <pc:sldMk cId="3590237017" sldId="256"/>
            <ac:spMk id="2" creationId="{9FD93D3C-D109-42B8-8645-B42EBFEC585E}"/>
          </ac:spMkLst>
        </pc:spChg>
        <pc:spChg chg="mod">
          <ac:chgData name="Wael" userId="97126fac-0aa5-41d3-a48c-3a0c6da4216b" providerId="ADAL" clId="{549F69A0-516A-42AA-A6F1-03326420E114}" dt="2020-05-03T11:03:03.976" v="3589" actId="20577"/>
          <ac:spMkLst>
            <pc:docMk/>
            <pc:sldMk cId="3590237017" sldId="256"/>
            <ac:spMk id="3" creationId="{F7B576D7-9034-4676-86AF-A7BE5EECFD0D}"/>
          </ac:spMkLst>
        </pc:spChg>
        <pc:picChg chg="add del mod">
          <ac:chgData name="Wael" userId="97126fac-0aa5-41d3-a48c-3a0c6da4216b" providerId="ADAL" clId="{549F69A0-516A-42AA-A6F1-03326420E114}" dt="2020-04-26T10:12:10.566" v="670" actId="478"/>
          <ac:picMkLst>
            <pc:docMk/>
            <pc:sldMk cId="3590237017" sldId="256"/>
            <ac:picMk id="5" creationId="{1B31FCED-F1B1-4D00-8152-3E95D6BF23AD}"/>
          </ac:picMkLst>
        </pc:picChg>
        <pc:picChg chg="add del mod">
          <ac:chgData name="Wael" userId="97126fac-0aa5-41d3-a48c-3a0c6da4216b" providerId="ADAL" clId="{549F69A0-516A-42AA-A6F1-03326420E114}" dt="2020-05-02T08:47:21.048" v="3557" actId="478"/>
          <ac:picMkLst>
            <pc:docMk/>
            <pc:sldMk cId="3590237017" sldId="256"/>
            <ac:picMk id="5" creationId="{DF03EE40-C50D-4B0C-93B7-C00B65C7F2CC}"/>
          </ac:picMkLst>
        </pc:picChg>
        <pc:picChg chg="add mod">
          <ac:chgData name="Wael" userId="97126fac-0aa5-41d3-a48c-3a0c6da4216b" providerId="ADAL" clId="{549F69A0-516A-42AA-A6F1-03326420E114}" dt="2020-04-26T12:54:31.310" v="682" actId="1076"/>
          <ac:picMkLst>
            <pc:docMk/>
            <pc:sldMk cId="3590237017" sldId="256"/>
            <ac:picMk id="7" creationId="{C9EF9D8C-1C07-4C34-AA28-BB5175343E58}"/>
          </ac:picMkLst>
        </pc:picChg>
        <pc:picChg chg="add mod">
          <ac:chgData name="Wael" userId="97126fac-0aa5-41d3-a48c-3a0c6da4216b" providerId="ADAL" clId="{549F69A0-516A-42AA-A6F1-03326420E114}" dt="2020-05-03T11:04:37.002" v="3590" actId="1076"/>
          <ac:picMkLst>
            <pc:docMk/>
            <pc:sldMk cId="3590237017" sldId="256"/>
            <ac:picMk id="8" creationId="{4B7F00D9-C25E-4EBD-B16E-F2FB0C6963AF}"/>
          </ac:picMkLst>
        </pc:picChg>
      </pc:sldChg>
      <pc:sldChg chg="add del">
        <pc:chgData name="Wael" userId="97126fac-0aa5-41d3-a48c-3a0c6da4216b" providerId="ADAL" clId="{549F69A0-516A-42AA-A6F1-03326420E114}" dt="2020-04-25T08:40:24.019" v="220" actId="47"/>
        <pc:sldMkLst>
          <pc:docMk/>
          <pc:sldMk cId="1445144417" sldId="257"/>
        </pc:sldMkLst>
      </pc:sldChg>
      <pc:sldChg chg="add del">
        <pc:chgData name="Wael" userId="97126fac-0aa5-41d3-a48c-3a0c6da4216b" providerId="ADAL" clId="{549F69A0-516A-42AA-A6F1-03326420E114}" dt="2020-04-26T10:48:05.003" v="680" actId="47"/>
        <pc:sldMkLst>
          <pc:docMk/>
          <pc:sldMk cId="2737547587" sldId="257"/>
        </pc:sldMkLst>
      </pc:sldChg>
      <pc:sldChg chg="modSp add mod modAnim modNotesTx">
        <pc:chgData name="Wael" userId="97126fac-0aa5-41d3-a48c-3a0c6da4216b" providerId="ADAL" clId="{549F69A0-516A-42AA-A6F1-03326420E114}" dt="2020-05-17T07:57:59.558" v="10596" actId="20577"/>
        <pc:sldMkLst>
          <pc:docMk/>
          <pc:sldMk cId="3679026799" sldId="257"/>
        </pc:sldMkLst>
        <pc:spChg chg="mod">
          <ac:chgData name="Wael" userId="97126fac-0aa5-41d3-a48c-3a0c6da4216b" providerId="ADAL" clId="{549F69A0-516A-42AA-A6F1-03326420E114}" dt="2020-04-26T14:15:30.158" v="696" actId="20577"/>
          <ac:spMkLst>
            <pc:docMk/>
            <pc:sldMk cId="3679026799" sldId="257"/>
            <ac:spMk id="2" creationId="{98D08DEF-651E-4C3A-9740-D618A7C0A1EC}"/>
          </ac:spMkLst>
        </pc:spChg>
        <pc:spChg chg="mod">
          <ac:chgData name="Wael" userId="97126fac-0aa5-41d3-a48c-3a0c6da4216b" providerId="ADAL" clId="{549F69A0-516A-42AA-A6F1-03326420E114}" dt="2020-05-16T08:39:25.153" v="7681" actId="20577"/>
          <ac:spMkLst>
            <pc:docMk/>
            <pc:sldMk cId="3679026799" sldId="257"/>
            <ac:spMk id="3" creationId="{16E68E86-531E-44CC-9EA0-572251F4EEED}"/>
          </ac:spMkLst>
        </pc:spChg>
      </pc:sldChg>
      <pc:sldChg chg="addSp delSp modSp add mod modAnim modNotesTx">
        <pc:chgData name="Wael" userId="97126fac-0aa5-41d3-a48c-3a0c6da4216b" providerId="ADAL" clId="{549F69A0-516A-42AA-A6F1-03326420E114}" dt="2020-05-17T06:34:42.050" v="10592" actId="20577"/>
        <pc:sldMkLst>
          <pc:docMk/>
          <pc:sldMk cId="3463923734" sldId="258"/>
        </pc:sldMkLst>
        <pc:spChg chg="mod">
          <ac:chgData name="Wael" userId="97126fac-0aa5-41d3-a48c-3a0c6da4216b" providerId="ADAL" clId="{549F69A0-516A-42AA-A6F1-03326420E114}" dt="2020-04-27T17:24:22.966" v="1085" actId="20577"/>
          <ac:spMkLst>
            <pc:docMk/>
            <pc:sldMk cId="3463923734" sldId="258"/>
            <ac:spMk id="2" creationId="{019FB408-9308-46FB-B720-ECA4384E8012}"/>
          </ac:spMkLst>
        </pc:spChg>
        <pc:spChg chg="del">
          <ac:chgData name="Wael" userId="97126fac-0aa5-41d3-a48c-3a0c6da4216b" providerId="ADAL" clId="{549F69A0-516A-42AA-A6F1-03326420E114}" dt="2020-04-26T14:33:18.159" v="874" actId="478"/>
          <ac:spMkLst>
            <pc:docMk/>
            <pc:sldMk cId="3463923734" sldId="258"/>
            <ac:spMk id="3" creationId="{671EBF15-A185-4E82-A487-DCC322C30172}"/>
          </ac:spMkLst>
        </pc:spChg>
        <pc:spChg chg="add mod">
          <ac:chgData name="Wael" userId="97126fac-0aa5-41d3-a48c-3a0c6da4216b" providerId="ADAL" clId="{549F69A0-516A-42AA-A6F1-03326420E114}" dt="2020-04-26T14:35:52.164" v="887" actId="207"/>
          <ac:spMkLst>
            <pc:docMk/>
            <pc:sldMk cId="3463923734" sldId="258"/>
            <ac:spMk id="4" creationId="{E0321A9D-7045-4E09-AFCD-70CDBB591E18}"/>
          </ac:spMkLst>
        </pc:spChg>
        <pc:spChg chg="add mod ord">
          <ac:chgData name="Wael" userId="97126fac-0aa5-41d3-a48c-3a0c6da4216b" providerId="ADAL" clId="{549F69A0-516A-42AA-A6F1-03326420E114}" dt="2020-04-26T15:03:34.459" v="1066" actId="170"/>
          <ac:spMkLst>
            <pc:docMk/>
            <pc:sldMk cId="3463923734" sldId="258"/>
            <ac:spMk id="5" creationId="{89E942B5-8DDF-4D67-ACCC-3B2108D7DCE3}"/>
          </ac:spMkLst>
        </pc:spChg>
        <pc:spChg chg="add mod">
          <ac:chgData name="Wael" userId="97126fac-0aa5-41d3-a48c-3a0c6da4216b" providerId="ADAL" clId="{549F69A0-516A-42AA-A6F1-03326420E114}" dt="2020-04-26T14:36:10.833" v="891" actId="207"/>
          <ac:spMkLst>
            <pc:docMk/>
            <pc:sldMk cId="3463923734" sldId="258"/>
            <ac:spMk id="11" creationId="{C996B7AE-2394-4382-ABDB-D32A6616D193}"/>
          </ac:spMkLst>
        </pc:spChg>
        <pc:spChg chg="add mod">
          <ac:chgData name="Wael" userId="97126fac-0aa5-41d3-a48c-3a0c6da4216b" providerId="ADAL" clId="{549F69A0-516A-42AA-A6F1-03326420E114}" dt="2020-04-26T14:55:13.514" v="1008" actId="20577"/>
          <ac:spMkLst>
            <pc:docMk/>
            <pc:sldMk cId="3463923734" sldId="258"/>
            <ac:spMk id="13" creationId="{235AAD4F-D4FB-4627-8AF9-2F0F40B92FB3}"/>
          </ac:spMkLst>
        </pc:spChg>
        <pc:spChg chg="add mod">
          <ac:chgData name="Wael" userId="97126fac-0aa5-41d3-a48c-3a0c6da4216b" providerId="ADAL" clId="{549F69A0-516A-42AA-A6F1-03326420E114}" dt="2020-04-26T14:36:07.807" v="890" actId="207"/>
          <ac:spMkLst>
            <pc:docMk/>
            <pc:sldMk cId="3463923734" sldId="258"/>
            <ac:spMk id="14" creationId="{176BB0EE-56FF-4B36-AAFF-85247F208244}"/>
          </ac:spMkLst>
        </pc:spChg>
        <pc:spChg chg="add mod">
          <ac:chgData name="Wael" userId="97126fac-0aa5-41d3-a48c-3a0c6da4216b" providerId="ADAL" clId="{549F69A0-516A-42AA-A6F1-03326420E114}" dt="2020-04-26T14:55:49.225" v="1017" actId="20577"/>
          <ac:spMkLst>
            <pc:docMk/>
            <pc:sldMk cId="3463923734" sldId="258"/>
            <ac:spMk id="15" creationId="{98E4BF77-B236-4D7A-8D7D-44502EB334C3}"/>
          </ac:spMkLst>
        </pc:spChg>
        <pc:spChg chg="add mod ord">
          <ac:chgData name="Wael" userId="97126fac-0aa5-41d3-a48c-3a0c6da4216b" providerId="ADAL" clId="{549F69A0-516A-42AA-A6F1-03326420E114}" dt="2020-04-26T15:05:24.478" v="1079" actId="1076"/>
          <ac:spMkLst>
            <pc:docMk/>
            <pc:sldMk cId="3463923734" sldId="258"/>
            <ac:spMk id="18" creationId="{69A1D79D-7E53-4A38-8633-AF95F78CF816}"/>
          </ac:spMkLst>
        </pc:spChg>
        <pc:spChg chg="add mod ord">
          <ac:chgData name="Wael" userId="97126fac-0aa5-41d3-a48c-3a0c6da4216b" providerId="ADAL" clId="{549F69A0-516A-42AA-A6F1-03326420E114}" dt="2020-04-26T14:57:01.103" v="1023" actId="166"/>
          <ac:spMkLst>
            <pc:docMk/>
            <pc:sldMk cId="3463923734" sldId="258"/>
            <ac:spMk id="19" creationId="{1FD06A1E-7FFD-4475-B02C-8570AF86FA52}"/>
          </ac:spMkLst>
        </pc:spChg>
        <pc:spChg chg="add mod ord">
          <ac:chgData name="Wael" userId="97126fac-0aa5-41d3-a48c-3a0c6da4216b" providerId="ADAL" clId="{549F69A0-516A-42AA-A6F1-03326420E114}" dt="2020-04-26T14:57:12.168" v="1025" actId="1076"/>
          <ac:spMkLst>
            <pc:docMk/>
            <pc:sldMk cId="3463923734" sldId="258"/>
            <ac:spMk id="20" creationId="{2139E0CA-54CB-41E3-A9E3-77C1A625AA12}"/>
          </ac:spMkLst>
        </pc:spChg>
        <pc:spChg chg="add mod ord">
          <ac:chgData name="Wael" userId="97126fac-0aa5-41d3-a48c-3a0c6da4216b" providerId="ADAL" clId="{549F69A0-516A-42AA-A6F1-03326420E114}" dt="2020-04-26T15:05:09.906" v="1078" actId="1076"/>
          <ac:spMkLst>
            <pc:docMk/>
            <pc:sldMk cId="3463923734" sldId="258"/>
            <ac:spMk id="21" creationId="{7E06E47D-440E-4FD2-A059-ED3AE9C34E56}"/>
          </ac:spMkLst>
        </pc:spChg>
        <pc:spChg chg="add mod">
          <ac:chgData name="Wael" userId="97126fac-0aa5-41d3-a48c-3a0c6da4216b" providerId="ADAL" clId="{549F69A0-516A-42AA-A6F1-03326420E114}" dt="2020-04-26T14:55:27.089" v="1014" actId="1076"/>
          <ac:spMkLst>
            <pc:docMk/>
            <pc:sldMk cId="3463923734" sldId="258"/>
            <ac:spMk id="22" creationId="{BA41A50B-6EA9-4DE4-9A16-4DB752D9788E}"/>
          </ac:spMkLst>
        </pc:spChg>
        <pc:spChg chg="add mod ord">
          <ac:chgData name="Wael" userId="97126fac-0aa5-41d3-a48c-3a0c6da4216b" providerId="ADAL" clId="{549F69A0-516A-42AA-A6F1-03326420E114}" dt="2020-04-26T15:04:56.911" v="1077" actId="1076"/>
          <ac:spMkLst>
            <pc:docMk/>
            <pc:sldMk cId="3463923734" sldId="258"/>
            <ac:spMk id="30" creationId="{6CB5DD38-B53D-48C3-B40E-26FB0FEF92E2}"/>
          </ac:spMkLst>
        </pc:spChg>
        <pc:grpChg chg="add mod">
          <ac:chgData name="Wael" userId="97126fac-0aa5-41d3-a48c-3a0c6da4216b" providerId="ADAL" clId="{549F69A0-516A-42AA-A6F1-03326420E114}" dt="2020-04-26T14:33:59.430" v="879" actId="1036"/>
          <ac:grpSpMkLst>
            <pc:docMk/>
            <pc:sldMk cId="3463923734" sldId="258"/>
            <ac:grpSpMk id="6" creationId="{963F7200-A6E8-422F-A221-9AA43481061C}"/>
          </ac:grpSpMkLst>
        </pc:grpChg>
        <pc:cxnChg chg="add mod">
          <ac:chgData name="Wael" userId="97126fac-0aa5-41d3-a48c-3a0c6da4216b" providerId="ADAL" clId="{549F69A0-516A-42AA-A6F1-03326420E114}" dt="2020-04-26T14:58:35.196" v="1029" actId="1076"/>
          <ac:cxnSpMkLst>
            <pc:docMk/>
            <pc:sldMk cId="3463923734" sldId="258"/>
            <ac:cxnSpMk id="12" creationId="{29ABB038-3B8D-49F8-BB85-15822CC5CE7E}"/>
          </ac:cxnSpMkLst>
        </pc:cxnChg>
        <pc:cxnChg chg="add mod">
          <ac:chgData name="Wael" userId="97126fac-0aa5-41d3-a48c-3a0c6da4216b" providerId="ADAL" clId="{549F69A0-516A-42AA-A6F1-03326420E114}" dt="2020-04-26T14:36:37.320" v="894" actId="208"/>
          <ac:cxnSpMkLst>
            <pc:docMk/>
            <pc:sldMk cId="3463923734" sldId="258"/>
            <ac:cxnSpMk id="16" creationId="{9BBF689C-FEC2-4843-BAEF-AD6C14DB0A17}"/>
          </ac:cxnSpMkLst>
        </pc:cxnChg>
        <pc:cxnChg chg="add mod">
          <ac:chgData name="Wael" userId="97126fac-0aa5-41d3-a48c-3a0c6da4216b" providerId="ADAL" clId="{549F69A0-516A-42AA-A6F1-03326420E114}" dt="2020-04-26T14:58:35.196" v="1029" actId="1076"/>
          <ac:cxnSpMkLst>
            <pc:docMk/>
            <pc:sldMk cId="3463923734" sldId="258"/>
            <ac:cxnSpMk id="17" creationId="{7CDC345B-3DB7-4E99-8D79-FE443543C47D}"/>
          </ac:cxnSpMkLst>
        </pc:cxnChg>
      </pc:sldChg>
      <pc:sldChg chg="addSp delSp modSp add mod delAnim modAnim modNotesTx">
        <pc:chgData name="Wael" userId="97126fac-0aa5-41d3-a48c-3a0c6da4216b" providerId="ADAL" clId="{549F69A0-516A-42AA-A6F1-03326420E114}" dt="2020-05-17T08:25:42.730" v="12785" actId="20577"/>
        <pc:sldMkLst>
          <pc:docMk/>
          <pc:sldMk cId="1779962959" sldId="259"/>
        </pc:sldMkLst>
        <pc:spChg chg="mod">
          <ac:chgData name="Wael" userId="97126fac-0aa5-41d3-a48c-3a0c6da4216b" providerId="ADAL" clId="{549F69A0-516A-42AA-A6F1-03326420E114}" dt="2020-04-27T17:52:14.744" v="1579" actId="20577"/>
          <ac:spMkLst>
            <pc:docMk/>
            <pc:sldMk cId="1779962959" sldId="259"/>
            <ac:spMk id="2" creationId="{465C5617-9454-4FDA-B4FB-8381A4881998}"/>
          </ac:spMkLst>
        </pc:spChg>
        <pc:spChg chg="del">
          <ac:chgData name="Wael" userId="97126fac-0aa5-41d3-a48c-3a0c6da4216b" providerId="ADAL" clId="{549F69A0-516A-42AA-A6F1-03326420E114}" dt="2020-04-27T17:26:45.328" v="1120" actId="478"/>
          <ac:spMkLst>
            <pc:docMk/>
            <pc:sldMk cId="1779962959" sldId="259"/>
            <ac:spMk id="3" creationId="{6294E0C2-75FD-4896-B6E5-1AC48ED73132}"/>
          </ac:spMkLst>
        </pc:spChg>
        <pc:spChg chg="add mod">
          <ac:chgData name="Wael" userId="97126fac-0aa5-41d3-a48c-3a0c6da4216b" providerId="ADAL" clId="{549F69A0-516A-42AA-A6F1-03326420E114}" dt="2020-04-27T17:41:01.049" v="1298" actId="1076"/>
          <ac:spMkLst>
            <pc:docMk/>
            <pc:sldMk cId="1779962959" sldId="259"/>
            <ac:spMk id="4" creationId="{C1106814-B9CC-4B37-97BD-7B29B40B4693}"/>
          </ac:spMkLst>
        </pc:spChg>
        <pc:spChg chg="add del">
          <ac:chgData name="Wael" userId="97126fac-0aa5-41d3-a48c-3a0c6da4216b" providerId="ADAL" clId="{549F69A0-516A-42AA-A6F1-03326420E114}" dt="2020-04-27T17:27:44.560" v="1123" actId="478"/>
          <ac:spMkLst>
            <pc:docMk/>
            <pc:sldMk cId="1779962959" sldId="259"/>
            <ac:spMk id="5" creationId="{D23B1A0D-7610-4488-BCFB-0C8A35DBAF10}"/>
          </ac:spMkLst>
        </pc:spChg>
        <pc:spChg chg="add mod">
          <ac:chgData name="Wael" userId="97126fac-0aa5-41d3-a48c-3a0c6da4216b" providerId="ADAL" clId="{549F69A0-516A-42AA-A6F1-03326420E114}" dt="2020-04-27T17:42:46.170" v="1373" actId="20577"/>
          <ac:spMkLst>
            <pc:docMk/>
            <pc:sldMk cId="1779962959" sldId="259"/>
            <ac:spMk id="6" creationId="{CC0986B9-E1F8-4505-8AA1-D658C360D68E}"/>
          </ac:spMkLst>
        </pc:spChg>
        <pc:spChg chg="add mod">
          <ac:chgData name="Wael" userId="97126fac-0aa5-41d3-a48c-3a0c6da4216b" providerId="ADAL" clId="{549F69A0-516A-42AA-A6F1-03326420E114}" dt="2020-04-27T17:36:39.533" v="1267" actId="207"/>
          <ac:spMkLst>
            <pc:docMk/>
            <pc:sldMk cId="1779962959" sldId="259"/>
            <ac:spMk id="7" creationId="{CF1DEDFD-41E8-46B2-90A9-FE6C8A660FBE}"/>
          </ac:spMkLst>
        </pc:spChg>
        <pc:spChg chg="add del">
          <ac:chgData name="Wael" userId="97126fac-0aa5-41d3-a48c-3a0c6da4216b" providerId="ADAL" clId="{549F69A0-516A-42AA-A6F1-03326420E114}" dt="2020-04-27T17:39:57.957" v="1285" actId="478"/>
          <ac:spMkLst>
            <pc:docMk/>
            <pc:sldMk cId="1779962959" sldId="259"/>
            <ac:spMk id="8" creationId="{8598F768-AC7A-4009-8FAA-96225EDF9F8B}"/>
          </ac:spMkLst>
        </pc:spChg>
        <pc:spChg chg="mod">
          <ac:chgData name="Wael" userId="97126fac-0aa5-41d3-a48c-3a0c6da4216b" providerId="ADAL" clId="{549F69A0-516A-42AA-A6F1-03326420E114}" dt="2020-05-17T08:12:43.501" v="11208" actId="20577"/>
          <ac:spMkLst>
            <pc:docMk/>
            <pc:sldMk cId="1779962959" sldId="259"/>
            <ac:spMk id="11" creationId="{D2E53AB0-2112-4681-B7D6-48BDD549E0A8}"/>
          </ac:spMkLst>
        </pc:spChg>
        <pc:spChg chg="add mod">
          <ac:chgData name="Wael" userId="97126fac-0aa5-41d3-a48c-3a0c6da4216b" providerId="ADAL" clId="{549F69A0-516A-42AA-A6F1-03326420E114}" dt="2020-04-27T17:54:15.874" v="1651" actId="20577"/>
          <ac:spMkLst>
            <pc:docMk/>
            <pc:sldMk cId="1779962959" sldId="259"/>
            <ac:spMk id="14" creationId="{6B0744BD-0838-4684-B072-86655D9AA5D5}"/>
          </ac:spMkLst>
        </pc:spChg>
        <pc:spChg chg="del topLvl">
          <ac:chgData name="Wael" userId="97126fac-0aa5-41d3-a48c-3a0c6da4216b" providerId="ADAL" clId="{549F69A0-516A-42AA-A6F1-03326420E114}" dt="2020-04-27T17:32:49" v="1177" actId="478"/>
          <ac:spMkLst>
            <pc:docMk/>
            <pc:sldMk cId="1779962959" sldId="259"/>
            <ac:spMk id="28" creationId="{3736503A-9552-46C9-92E0-E3F63742175C}"/>
          </ac:spMkLst>
        </pc:spChg>
        <pc:spChg chg="del topLvl">
          <ac:chgData name="Wael" userId="97126fac-0aa5-41d3-a48c-3a0c6da4216b" providerId="ADAL" clId="{549F69A0-516A-42AA-A6F1-03326420E114}" dt="2020-04-27T17:32:47.281" v="1176" actId="478"/>
          <ac:spMkLst>
            <pc:docMk/>
            <pc:sldMk cId="1779962959" sldId="259"/>
            <ac:spMk id="29" creationId="{9CABC6B9-C3AC-4B71-9F64-6F472B47AFCA}"/>
          </ac:spMkLst>
        </pc:spChg>
        <pc:spChg chg="add mod">
          <ac:chgData name="Wael" userId="97126fac-0aa5-41d3-a48c-3a0c6da4216b" providerId="ADAL" clId="{549F69A0-516A-42AA-A6F1-03326420E114}" dt="2020-04-27T17:54:04.677" v="1647" actId="20577"/>
          <ac:spMkLst>
            <pc:docMk/>
            <pc:sldMk cId="1779962959" sldId="259"/>
            <ac:spMk id="30" creationId="{543C59E4-BB50-495E-ADB1-7E7E082476C4}"/>
          </ac:spMkLst>
        </pc:spChg>
        <pc:spChg chg="add del">
          <ac:chgData name="Wael" userId="97126fac-0aa5-41d3-a48c-3a0c6da4216b" providerId="ADAL" clId="{549F69A0-516A-42AA-A6F1-03326420E114}" dt="2020-04-27T17:46:00.542" v="1442" actId="478"/>
          <ac:spMkLst>
            <pc:docMk/>
            <pc:sldMk cId="1779962959" sldId="259"/>
            <ac:spMk id="36" creationId="{202637C2-DBFD-4786-A02E-AEB95C2ADA11}"/>
          </ac:spMkLst>
        </pc:spChg>
        <pc:spChg chg="mod">
          <ac:chgData name="Wael" userId="97126fac-0aa5-41d3-a48c-3a0c6da4216b" providerId="ADAL" clId="{549F69A0-516A-42AA-A6F1-03326420E114}" dt="2020-04-27T17:48:48.423" v="1524" actId="207"/>
          <ac:spMkLst>
            <pc:docMk/>
            <pc:sldMk cId="1779962959" sldId="259"/>
            <ac:spMk id="56" creationId="{11B0C424-40D4-4999-9F9F-4AAF2E7C77F6}"/>
          </ac:spMkLst>
        </pc:spChg>
        <pc:spChg chg="add mod topLvl">
          <ac:chgData name="Wael" userId="97126fac-0aa5-41d3-a48c-3a0c6da4216b" providerId="ADAL" clId="{549F69A0-516A-42AA-A6F1-03326420E114}" dt="2020-04-27T18:50:41.365" v="1747" actId="164"/>
          <ac:spMkLst>
            <pc:docMk/>
            <pc:sldMk cId="1779962959" sldId="259"/>
            <ac:spMk id="86" creationId="{B218F8B5-4865-491F-842A-AEC5CFE0E7B7}"/>
          </ac:spMkLst>
        </pc:spChg>
        <pc:spChg chg="mod topLvl">
          <ac:chgData name="Wael" userId="97126fac-0aa5-41d3-a48c-3a0c6da4216b" providerId="ADAL" clId="{549F69A0-516A-42AA-A6F1-03326420E114}" dt="2020-04-27T18:08:37.444" v="1684" actId="164"/>
          <ac:spMkLst>
            <pc:docMk/>
            <pc:sldMk cId="1779962959" sldId="259"/>
            <ac:spMk id="90" creationId="{84225DE5-2B0D-40DE-9DAF-9F74982F5AE5}"/>
          </ac:spMkLst>
        </pc:spChg>
        <pc:spChg chg="add mod">
          <ac:chgData name="Wael" userId="97126fac-0aa5-41d3-a48c-3a0c6da4216b" providerId="ADAL" clId="{549F69A0-516A-42AA-A6F1-03326420E114}" dt="2020-04-27T18:08:43.350" v="1685" actId="164"/>
          <ac:spMkLst>
            <pc:docMk/>
            <pc:sldMk cId="1779962959" sldId="259"/>
            <ac:spMk id="96" creationId="{7493245D-D626-4FAF-B10C-E1F22B70D8A4}"/>
          </ac:spMkLst>
        </pc:spChg>
        <pc:spChg chg="add mod">
          <ac:chgData name="Wael" userId="97126fac-0aa5-41d3-a48c-3a0c6da4216b" providerId="ADAL" clId="{549F69A0-516A-42AA-A6F1-03326420E114}" dt="2020-04-27T18:08:50.695" v="1686" actId="164"/>
          <ac:spMkLst>
            <pc:docMk/>
            <pc:sldMk cId="1779962959" sldId="259"/>
            <ac:spMk id="106" creationId="{A1404EAD-C644-4AA3-A375-40B34DC634C5}"/>
          </ac:spMkLst>
        </pc:spChg>
        <pc:spChg chg="add mod">
          <ac:chgData name="Wael" userId="97126fac-0aa5-41d3-a48c-3a0c6da4216b" providerId="ADAL" clId="{549F69A0-516A-42AA-A6F1-03326420E114}" dt="2020-04-27T18:09:06.980" v="1687" actId="164"/>
          <ac:spMkLst>
            <pc:docMk/>
            <pc:sldMk cId="1779962959" sldId="259"/>
            <ac:spMk id="107" creationId="{60288BB6-AB12-4A51-9EFE-0343C266EFEE}"/>
          </ac:spMkLst>
        </pc:spChg>
        <pc:spChg chg="add del">
          <ac:chgData name="Wael" userId="97126fac-0aa5-41d3-a48c-3a0c6da4216b" providerId="ADAL" clId="{549F69A0-516A-42AA-A6F1-03326420E114}" dt="2020-04-27T17:46:40.238" v="1446"/>
          <ac:spMkLst>
            <pc:docMk/>
            <pc:sldMk cId="1779962959" sldId="259"/>
            <ac:spMk id="108" creationId="{C74A6A56-0727-40A1-937B-8304835E84E5}"/>
          </ac:spMkLst>
        </pc:spChg>
        <pc:spChg chg="add mod">
          <ac:chgData name="Wael" userId="97126fac-0aa5-41d3-a48c-3a0c6da4216b" providerId="ADAL" clId="{549F69A0-516A-42AA-A6F1-03326420E114}" dt="2020-04-27T18:09:34.355" v="1689" actId="164"/>
          <ac:spMkLst>
            <pc:docMk/>
            <pc:sldMk cId="1779962959" sldId="259"/>
            <ac:spMk id="112" creationId="{A2196407-00CB-4D16-A53C-24E985C8DF07}"/>
          </ac:spMkLst>
        </pc:spChg>
        <pc:spChg chg="add mod">
          <ac:chgData name="Wael" userId="97126fac-0aa5-41d3-a48c-3a0c6da4216b" providerId="ADAL" clId="{549F69A0-516A-42AA-A6F1-03326420E114}" dt="2020-04-27T17:53:51.098" v="1636" actId="20577"/>
          <ac:spMkLst>
            <pc:docMk/>
            <pc:sldMk cId="1779962959" sldId="259"/>
            <ac:spMk id="113" creationId="{A80B8C2E-C50B-478B-A592-18984F038CDA}"/>
          </ac:spMkLst>
        </pc:spChg>
        <pc:spChg chg="add mod">
          <ac:chgData name="Wael" userId="97126fac-0aa5-41d3-a48c-3a0c6da4216b" providerId="ADAL" clId="{549F69A0-516A-42AA-A6F1-03326420E114}" dt="2020-04-27T18:09:39.485" v="1690" actId="164"/>
          <ac:spMkLst>
            <pc:docMk/>
            <pc:sldMk cId="1779962959" sldId="259"/>
            <ac:spMk id="122" creationId="{112ED1FE-5A51-4810-A5BD-A13E4C8BCBE3}"/>
          </ac:spMkLst>
        </pc:spChg>
        <pc:spChg chg="add mod">
          <ac:chgData name="Wael" userId="97126fac-0aa5-41d3-a48c-3a0c6da4216b" providerId="ADAL" clId="{549F69A0-516A-42AA-A6F1-03326420E114}" dt="2020-04-27T18:09:45.465" v="1691" actId="164"/>
          <ac:spMkLst>
            <pc:docMk/>
            <pc:sldMk cId="1779962959" sldId="259"/>
            <ac:spMk id="123" creationId="{E60E72CE-F10F-4F41-A22C-7B3CFC5FB3D9}"/>
          </ac:spMkLst>
        </pc:spChg>
        <pc:spChg chg="add mod">
          <ac:chgData name="Wael" userId="97126fac-0aa5-41d3-a48c-3a0c6da4216b" providerId="ADAL" clId="{549F69A0-516A-42AA-A6F1-03326420E114}" dt="2020-04-27T18:09:28.371" v="1688" actId="164"/>
          <ac:spMkLst>
            <pc:docMk/>
            <pc:sldMk cId="1779962959" sldId="259"/>
            <ac:spMk id="127" creationId="{D3FCEE4D-9EB7-42BF-AE5F-58989068D557}"/>
          </ac:spMkLst>
        </pc:spChg>
        <pc:spChg chg="add mod">
          <ac:chgData name="Wael" userId="97126fac-0aa5-41d3-a48c-3a0c6da4216b" providerId="ADAL" clId="{549F69A0-516A-42AA-A6F1-03326420E114}" dt="2020-04-27T18:11:43.325" v="1742" actId="1076"/>
          <ac:spMkLst>
            <pc:docMk/>
            <pc:sldMk cId="1779962959" sldId="259"/>
            <ac:spMk id="139" creationId="{FC21F76B-741B-4B21-8F49-47A45578290B}"/>
          </ac:spMkLst>
        </pc:spChg>
        <pc:spChg chg="add mod">
          <ac:chgData name="Wael" userId="97126fac-0aa5-41d3-a48c-3a0c6da4216b" providerId="ADAL" clId="{549F69A0-516A-42AA-A6F1-03326420E114}" dt="2020-04-27T18:11:32.939" v="1741" actId="1076"/>
          <ac:spMkLst>
            <pc:docMk/>
            <pc:sldMk cId="1779962959" sldId="259"/>
            <ac:spMk id="142" creationId="{43EE744E-C053-46C8-A6D4-0D41500656B5}"/>
          </ac:spMkLst>
        </pc:spChg>
        <pc:grpChg chg="add">
          <ac:chgData name="Wael" userId="97126fac-0aa5-41d3-a48c-3a0c6da4216b" providerId="ADAL" clId="{549F69A0-516A-42AA-A6F1-03326420E114}" dt="2020-04-27T17:26:51.688" v="1121"/>
          <ac:grpSpMkLst>
            <pc:docMk/>
            <pc:sldMk cId="1779962959" sldId="259"/>
            <ac:grpSpMk id="9" creationId="{B90F827F-E4FE-4467-B4E0-CDBE0A09CBC3}"/>
          </ac:grpSpMkLst>
        </pc:grpChg>
        <pc:grpChg chg="add del">
          <ac:chgData name="Wael" userId="97126fac-0aa5-41d3-a48c-3a0c6da4216b" providerId="ADAL" clId="{549F69A0-516A-42AA-A6F1-03326420E114}" dt="2020-04-27T17:28:58.883" v="1126" actId="478"/>
          <ac:grpSpMkLst>
            <pc:docMk/>
            <pc:sldMk cId="1779962959" sldId="259"/>
            <ac:grpSpMk id="15" creationId="{F118C752-F8B4-4D25-9C61-74CAEC4D350D}"/>
          </ac:grpSpMkLst>
        </pc:grpChg>
        <pc:grpChg chg="add del">
          <ac:chgData name="Wael" userId="97126fac-0aa5-41d3-a48c-3a0c6da4216b" providerId="ADAL" clId="{549F69A0-516A-42AA-A6F1-03326420E114}" dt="2020-04-27T17:27:48.182" v="1124" actId="478"/>
          <ac:grpSpMkLst>
            <pc:docMk/>
            <pc:sldMk cId="1779962959" sldId="259"/>
            <ac:grpSpMk id="18" creationId="{5FF695B0-7D7E-429A-A505-D3323644AC51}"/>
          </ac:grpSpMkLst>
        </pc:grpChg>
        <pc:grpChg chg="add del">
          <ac:chgData name="Wael" userId="97126fac-0aa5-41d3-a48c-3a0c6da4216b" providerId="ADAL" clId="{549F69A0-516A-42AA-A6F1-03326420E114}" dt="2020-04-27T17:38:12.644" v="1275" actId="478"/>
          <ac:grpSpMkLst>
            <pc:docMk/>
            <pc:sldMk cId="1779962959" sldId="259"/>
            <ac:grpSpMk id="21" creationId="{4268F678-3F07-4338-BC33-735F12AA6300}"/>
          </ac:grpSpMkLst>
        </pc:grpChg>
        <pc:grpChg chg="add del">
          <ac:chgData name="Wael" userId="97126fac-0aa5-41d3-a48c-3a0c6da4216b" providerId="ADAL" clId="{549F69A0-516A-42AA-A6F1-03326420E114}" dt="2020-04-27T17:32:49.998" v="1178" actId="478"/>
          <ac:grpSpMkLst>
            <pc:docMk/>
            <pc:sldMk cId="1779962959" sldId="259"/>
            <ac:grpSpMk id="24" creationId="{EFD5206E-8BA3-4A38-AA1C-9CA668C08979}"/>
          </ac:grpSpMkLst>
        </pc:grpChg>
        <pc:grpChg chg="add del">
          <ac:chgData name="Wael" userId="97126fac-0aa5-41d3-a48c-3a0c6da4216b" providerId="ADAL" clId="{549F69A0-516A-42AA-A6F1-03326420E114}" dt="2020-04-27T17:32:47.281" v="1176" actId="478"/>
          <ac:grpSpMkLst>
            <pc:docMk/>
            <pc:sldMk cId="1779962959" sldId="259"/>
            <ac:grpSpMk id="27" creationId="{5E587523-A180-446F-8983-855A89B462E1}"/>
          </ac:grpSpMkLst>
        </pc:grpChg>
        <pc:grpChg chg="add del">
          <ac:chgData name="Wael" userId="97126fac-0aa5-41d3-a48c-3a0c6da4216b" providerId="ADAL" clId="{549F69A0-516A-42AA-A6F1-03326420E114}" dt="2020-04-27T17:44:59.923" v="1426" actId="478"/>
          <ac:grpSpMkLst>
            <pc:docMk/>
            <pc:sldMk cId="1779962959" sldId="259"/>
            <ac:grpSpMk id="31" creationId="{D03C8421-F917-4E38-8E19-6BDDABCF6778}"/>
          </ac:grpSpMkLst>
        </pc:grpChg>
        <pc:grpChg chg="add del">
          <ac:chgData name="Wael" userId="97126fac-0aa5-41d3-a48c-3a0c6da4216b" providerId="ADAL" clId="{549F69A0-516A-42AA-A6F1-03326420E114}" dt="2020-04-27T17:44:24.351" v="1424" actId="478"/>
          <ac:grpSpMkLst>
            <pc:docMk/>
            <pc:sldMk cId="1779962959" sldId="259"/>
            <ac:grpSpMk id="37" creationId="{EBC53CA9-62F6-4A6A-A543-298BE7B52E91}"/>
          </ac:grpSpMkLst>
        </pc:grpChg>
        <pc:grpChg chg="add del">
          <ac:chgData name="Wael" userId="97126fac-0aa5-41d3-a48c-3a0c6da4216b" providerId="ADAL" clId="{549F69A0-516A-42AA-A6F1-03326420E114}" dt="2020-04-27T17:40:36.920" v="1289" actId="478"/>
          <ac:grpSpMkLst>
            <pc:docMk/>
            <pc:sldMk cId="1779962959" sldId="259"/>
            <ac:grpSpMk id="40" creationId="{955CE6AF-E933-4572-8DA0-4B7D8A4922E5}"/>
          </ac:grpSpMkLst>
        </pc:grpChg>
        <pc:grpChg chg="add del">
          <ac:chgData name="Wael" userId="97126fac-0aa5-41d3-a48c-3a0c6da4216b" providerId="ADAL" clId="{549F69A0-516A-42AA-A6F1-03326420E114}" dt="2020-04-27T17:40:33.679" v="1288" actId="478"/>
          <ac:grpSpMkLst>
            <pc:docMk/>
            <pc:sldMk cId="1779962959" sldId="259"/>
            <ac:grpSpMk id="43" creationId="{FC613E95-00C0-4D29-AF10-568E4546AE9A}"/>
          </ac:grpSpMkLst>
        </pc:grpChg>
        <pc:grpChg chg="add del">
          <ac:chgData name="Wael" userId="97126fac-0aa5-41d3-a48c-3a0c6da4216b" providerId="ADAL" clId="{549F69A0-516A-42AA-A6F1-03326420E114}" dt="2020-04-27T17:40:04.755" v="1286" actId="478"/>
          <ac:grpSpMkLst>
            <pc:docMk/>
            <pc:sldMk cId="1779962959" sldId="259"/>
            <ac:grpSpMk id="46" creationId="{5C63B6C7-A89E-4062-BB42-E90891137476}"/>
          </ac:grpSpMkLst>
        </pc:grpChg>
        <pc:grpChg chg="add del mod">
          <ac:chgData name="Wael" userId="97126fac-0aa5-41d3-a48c-3a0c6da4216b" providerId="ADAL" clId="{549F69A0-516A-42AA-A6F1-03326420E114}" dt="2020-04-27T17:50:00.108" v="1536" actId="478"/>
          <ac:grpSpMkLst>
            <pc:docMk/>
            <pc:sldMk cId="1779962959" sldId="259"/>
            <ac:grpSpMk id="49" creationId="{8B9150E8-6576-4862-9B35-95047E04C805}"/>
          </ac:grpSpMkLst>
        </pc:grpChg>
        <pc:grpChg chg="add mod">
          <ac:chgData name="Wael" userId="97126fac-0aa5-41d3-a48c-3a0c6da4216b" providerId="ADAL" clId="{549F69A0-516A-42AA-A6F1-03326420E114}" dt="2020-04-27T17:49:14.998" v="1529" actId="1076"/>
          <ac:grpSpMkLst>
            <pc:docMk/>
            <pc:sldMk cId="1779962959" sldId="259"/>
            <ac:grpSpMk id="54" creationId="{91EE691F-65DA-4625-9BB2-1FF3E05823F3}"/>
          </ac:grpSpMkLst>
        </pc:grpChg>
        <pc:grpChg chg="add del">
          <ac:chgData name="Wael" userId="97126fac-0aa5-41d3-a48c-3a0c6da4216b" providerId="ADAL" clId="{549F69A0-516A-42AA-A6F1-03326420E114}" dt="2020-04-27T17:45:25.274" v="1429" actId="478"/>
          <ac:grpSpMkLst>
            <pc:docMk/>
            <pc:sldMk cId="1779962959" sldId="259"/>
            <ac:grpSpMk id="59" creationId="{4E8C023A-EB6A-4B0E-BA55-2D62568AD6EA}"/>
          </ac:grpSpMkLst>
        </pc:grpChg>
        <pc:grpChg chg="add del">
          <ac:chgData name="Wael" userId="97126fac-0aa5-41d3-a48c-3a0c6da4216b" providerId="ADAL" clId="{549F69A0-516A-42AA-A6F1-03326420E114}" dt="2020-04-27T17:48:18.021" v="1522" actId="478"/>
          <ac:grpSpMkLst>
            <pc:docMk/>
            <pc:sldMk cId="1779962959" sldId="259"/>
            <ac:grpSpMk id="62" creationId="{5C97B5F7-3193-40EF-94D2-A9805508F540}"/>
          </ac:grpSpMkLst>
        </pc:grpChg>
        <pc:grpChg chg="add del">
          <ac:chgData name="Wael" userId="97126fac-0aa5-41d3-a48c-3a0c6da4216b" providerId="ADAL" clId="{549F69A0-516A-42AA-A6F1-03326420E114}" dt="2020-04-27T17:45:04.214" v="1427" actId="478"/>
          <ac:grpSpMkLst>
            <pc:docMk/>
            <pc:sldMk cId="1779962959" sldId="259"/>
            <ac:grpSpMk id="67" creationId="{9F78FE73-1240-4DE8-8460-0BFBBC35D24A}"/>
          </ac:grpSpMkLst>
        </pc:grpChg>
        <pc:grpChg chg="add del">
          <ac:chgData name="Wael" userId="97126fac-0aa5-41d3-a48c-3a0c6da4216b" providerId="ADAL" clId="{549F69A0-516A-42AA-A6F1-03326420E114}" dt="2020-04-27T17:45:23.125" v="1428" actId="478"/>
          <ac:grpSpMkLst>
            <pc:docMk/>
            <pc:sldMk cId="1779962959" sldId="259"/>
            <ac:grpSpMk id="70" creationId="{5C2396E9-A8CF-48D8-BC4D-7D32E9E2E8F1}"/>
          </ac:grpSpMkLst>
        </pc:grpChg>
        <pc:grpChg chg="add del">
          <ac:chgData name="Wael" userId="97126fac-0aa5-41d3-a48c-3a0c6da4216b" providerId="ADAL" clId="{549F69A0-516A-42AA-A6F1-03326420E114}" dt="2020-04-27T18:06:42.011" v="1664" actId="478"/>
          <ac:grpSpMkLst>
            <pc:docMk/>
            <pc:sldMk cId="1779962959" sldId="259"/>
            <ac:grpSpMk id="73" creationId="{D69720E4-9544-480A-A77F-6F2ECC8D4245}"/>
          </ac:grpSpMkLst>
        </pc:grpChg>
        <pc:grpChg chg="add del">
          <ac:chgData name="Wael" userId="97126fac-0aa5-41d3-a48c-3a0c6da4216b" providerId="ADAL" clId="{549F69A0-516A-42AA-A6F1-03326420E114}" dt="2020-04-27T17:35:11.602" v="1212" actId="478"/>
          <ac:grpSpMkLst>
            <pc:docMk/>
            <pc:sldMk cId="1779962959" sldId="259"/>
            <ac:grpSpMk id="76" creationId="{33626E99-5C05-483E-9E3A-24AF0DE939A7}"/>
          </ac:grpSpMkLst>
        </pc:grpChg>
        <pc:grpChg chg="add del">
          <ac:chgData name="Wael" userId="97126fac-0aa5-41d3-a48c-3a0c6da4216b" providerId="ADAL" clId="{549F69A0-516A-42AA-A6F1-03326420E114}" dt="2020-04-27T17:27:22.942" v="1122" actId="478"/>
          <ac:grpSpMkLst>
            <pc:docMk/>
            <pc:sldMk cId="1779962959" sldId="259"/>
            <ac:grpSpMk id="79" creationId="{60F547A1-631E-4CB2-A9C7-C36BB18F36F3}"/>
          </ac:grpSpMkLst>
        </pc:grpChg>
        <pc:grpChg chg="add del mod">
          <ac:chgData name="Wael" userId="97126fac-0aa5-41d3-a48c-3a0c6da4216b" providerId="ADAL" clId="{549F69A0-516A-42AA-A6F1-03326420E114}" dt="2020-04-27T18:05:48.265" v="1657" actId="165"/>
          <ac:grpSpMkLst>
            <pc:docMk/>
            <pc:sldMk cId="1779962959" sldId="259"/>
            <ac:grpSpMk id="87" creationId="{68840AFA-F225-4D11-AAEC-0DEC9F66E546}"/>
          </ac:grpSpMkLst>
        </pc:grpChg>
        <pc:grpChg chg="add del mod">
          <ac:chgData name="Wael" userId="97126fac-0aa5-41d3-a48c-3a0c6da4216b" providerId="ADAL" clId="{549F69A0-516A-42AA-A6F1-03326420E114}" dt="2020-04-27T17:33:55.361" v="1205" actId="165"/>
          <ac:grpSpMkLst>
            <pc:docMk/>
            <pc:sldMk cId="1779962959" sldId="259"/>
            <ac:grpSpMk id="88" creationId="{9CA378FC-265D-4DC2-9D23-87DCC25B4CB1}"/>
          </ac:grpSpMkLst>
        </pc:grpChg>
        <pc:grpChg chg="add mod">
          <ac:chgData name="Wael" userId="97126fac-0aa5-41d3-a48c-3a0c6da4216b" providerId="ADAL" clId="{549F69A0-516A-42AA-A6F1-03326420E114}" dt="2020-04-27T18:08:37.444" v="1684" actId="164"/>
          <ac:grpSpMkLst>
            <pc:docMk/>
            <pc:sldMk cId="1779962959" sldId="259"/>
            <ac:grpSpMk id="128" creationId="{1BBA68A2-7A0C-4503-ADEC-54237E45A2E3}"/>
          </ac:grpSpMkLst>
        </pc:grpChg>
        <pc:grpChg chg="add mod">
          <ac:chgData name="Wael" userId="97126fac-0aa5-41d3-a48c-3a0c6da4216b" providerId="ADAL" clId="{549F69A0-516A-42AA-A6F1-03326420E114}" dt="2020-04-27T18:08:43.350" v="1685" actId="164"/>
          <ac:grpSpMkLst>
            <pc:docMk/>
            <pc:sldMk cId="1779962959" sldId="259"/>
            <ac:grpSpMk id="129" creationId="{9E0F878D-5C54-46E0-B507-E0CF5DAF8C30}"/>
          </ac:grpSpMkLst>
        </pc:grpChg>
        <pc:grpChg chg="add mod">
          <ac:chgData name="Wael" userId="97126fac-0aa5-41d3-a48c-3a0c6da4216b" providerId="ADAL" clId="{549F69A0-516A-42AA-A6F1-03326420E114}" dt="2020-04-27T18:08:50.695" v="1686" actId="164"/>
          <ac:grpSpMkLst>
            <pc:docMk/>
            <pc:sldMk cId="1779962959" sldId="259"/>
            <ac:grpSpMk id="130" creationId="{3C6704DA-F6D9-4724-A280-99F8665A3DE2}"/>
          </ac:grpSpMkLst>
        </pc:grpChg>
        <pc:grpChg chg="add mod">
          <ac:chgData name="Wael" userId="97126fac-0aa5-41d3-a48c-3a0c6da4216b" providerId="ADAL" clId="{549F69A0-516A-42AA-A6F1-03326420E114}" dt="2020-04-27T18:09:06.980" v="1687" actId="164"/>
          <ac:grpSpMkLst>
            <pc:docMk/>
            <pc:sldMk cId="1779962959" sldId="259"/>
            <ac:grpSpMk id="131" creationId="{5652BC7E-767F-42BF-ADAF-66BC53F7194D}"/>
          </ac:grpSpMkLst>
        </pc:grpChg>
        <pc:grpChg chg="add mod">
          <ac:chgData name="Wael" userId="97126fac-0aa5-41d3-a48c-3a0c6da4216b" providerId="ADAL" clId="{549F69A0-516A-42AA-A6F1-03326420E114}" dt="2020-04-27T18:09:28.371" v="1688" actId="164"/>
          <ac:grpSpMkLst>
            <pc:docMk/>
            <pc:sldMk cId="1779962959" sldId="259"/>
            <ac:grpSpMk id="132" creationId="{A1ED882A-8315-4C8B-B475-A0E1DF223103}"/>
          </ac:grpSpMkLst>
        </pc:grpChg>
        <pc:grpChg chg="add mod">
          <ac:chgData name="Wael" userId="97126fac-0aa5-41d3-a48c-3a0c6da4216b" providerId="ADAL" clId="{549F69A0-516A-42AA-A6F1-03326420E114}" dt="2020-04-27T18:09:34.355" v="1689" actId="164"/>
          <ac:grpSpMkLst>
            <pc:docMk/>
            <pc:sldMk cId="1779962959" sldId="259"/>
            <ac:grpSpMk id="133" creationId="{6174A5F0-4D3D-48BB-95B2-D822E64575C9}"/>
          </ac:grpSpMkLst>
        </pc:grpChg>
        <pc:grpChg chg="add mod">
          <ac:chgData name="Wael" userId="97126fac-0aa5-41d3-a48c-3a0c6da4216b" providerId="ADAL" clId="{549F69A0-516A-42AA-A6F1-03326420E114}" dt="2020-04-27T18:09:39.485" v="1690" actId="164"/>
          <ac:grpSpMkLst>
            <pc:docMk/>
            <pc:sldMk cId="1779962959" sldId="259"/>
            <ac:grpSpMk id="134" creationId="{22C26FA0-FA1C-4342-B6B9-7DF030533838}"/>
          </ac:grpSpMkLst>
        </pc:grpChg>
        <pc:grpChg chg="add mod">
          <ac:chgData name="Wael" userId="97126fac-0aa5-41d3-a48c-3a0c6da4216b" providerId="ADAL" clId="{549F69A0-516A-42AA-A6F1-03326420E114}" dt="2020-04-27T18:09:45.465" v="1691" actId="164"/>
          <ac:grpSpMkLst>
            <pc:docMk/>
            <pc:sldMk cId="1779962959" sldId="259"/>
            <ac:grpSpMk id="135" creationId="{A2B4E1F2-F8C2-41AB-A389-0495531CC686}"/>
          </ac:grpSpMkLst>
        </pc:grpChg>
        <pc:grpChg chg="add mod">
          <ac:chgData name="Wael" userId="97126fac-0aa5-41d3-a48c-3a0c6da4216b" providerId="ADAL" clId="{549F69A0-516A-42AA-A6F1-03326420E114}" dt="2020-04-27T18:50:41.365" v="1747" actId="164"/>
          <ac:grpSpMkLst>
            <pc:docMk/>
            <pc:sldMk cId="1779962959" sldId="259"/>
            <ac:grpSpMk id="143" creationId="{09569A45-770C-4924-A758-5A894D972816}"/>
          </ac:grpSpMkLst>
        </pc:grpChg>
        <pc:cxnChg chg="mod">
          <ac:chgData name="Wael" userId="97126fac-0aa5-41d3-a48c-3a0c6da4216b" providerId="ADAL" clId="{549F69A0-516A-42AA-A6F1-03326420E114}" dt="2020-04-27T17:35:11.602" v="1212" actId="478"/>
          <ac:cxnSpMkLst>
            <pc:docMk/>
            <pc:sldMk cId="1779962959" sldId="259"/>
            <ac:cxnSpMk id="77" creationId="{47969CCA-4677-41A7-8973-A3FF2DEC86B5}"/>
          </ac:cxnSpMkLst>
        </pc:cxnChg>
        <pc:cxnChg chg="add mod topLvl">
          <ac:chgData name="Wael" userId="97126fac-0aa5-41d3-a48c-3a0c6da4216b" providerId="ADAL" clId="{549F69A0-516A-42AA-A6F1-03326420E114}" dt="2020-04-27T18:50:41.365" v="1747" actId="164"/>
          <ac:cxnSpMkLst>
            <pc:docMk/>
            <pc:sldMk cId="1779962959" sldId="259"/>
            <ac:cxnSpMk id="82" creationId="{B5612893-5F0C-49BD-969B-F93572667FBF}"/>
          </ac:cxnSpMkLst>
        </pc:cxnChg>
        <pc:cxnChg chg="mod topLvl">
          <ac:chgData name="Wael" userId="97126fac-0aa5-41d3-a48c-3a0c6da4216b" providerId="ADAL" clId="{549F69A0-516A-42AA-A6F1-03326420E114}" dt="2020-05-17T08:12:43.501" v="11208" actId="20577"/>
          <ac:cxnSpMkLst>
            <pc:docMk/>
            <pc:sldMk cId="1779962959" sldId="259"/>
            <ac:cxnSpMk id="89" creationId="{E45E72FE-0BC8-4D3F-A51D-E47B17878FDB}"/>
          </ac:cxnSpMkLst>
        </pc:cxnChg>
        <pc:cxnChg chg="add mod">
          <ac:chgData name="Wael" userId="97126fac-0aa5-41d3-a48c-3a0c6da4216b" providerId="ADAL" clId="{549F69A0-516A-42AA-A6F1-03326420E114}" dt="2020-04-27T18:08:43.350" v="1685" actId="164"/>
          <ac:cxnSpMkLst>
            <pc:docMk/>
            <pc:sldMk cId="1779962959" sldId="259"/>
            <ac:cxnSpMk id="93" creationId="{B3A34183-4B0D-4C7B-8B62-48BA57792364}"/>
          </ac:cxnSpMkLst>
        </pc:cxnChg>
        <pc:cxnChg chg="add mod">
          <ac:chgData name="Wael" userId="97126fac-0aa5-41d3-a48c-3a0c6da4216b" providerId="ADAL" clId="{549F69A0-516A-42AA-A6F1-03326420E114}" dt="2020-04-27T18:08:50.695" v="1686" actId="164"/>
          <ac:cxnSpMkLst>
            <pc:docMk/>
            <pc:sldMk cId="1779962959" sldId="259"/>
            <ac:cxnSpMk id="97" creationId="{1797C331-1E1D-4375-9022-8CB54D2F6247}"/>
          </ac:cxnSpMkLst>
        </pc:cxnChg>
        <pc:cxnChg chg="add mod">
          <ac:chgData name="Wael" userId="97126fac-0aa5-41d3-a48c-3a0c6da4216b" providerId="ADAL" clId="{549F69A0-516A-42AA-A6F1-03326420E114}" dt="2020-04-27T18:09:06.980" v="1687" actId="164"/>
          <ac:cxnSpMkLst>
            <pc:docMk/>
            <pc:sldMk cId="1779962959" sldId="259"/>
            <ac:cxnSpMk id="101" creationId="{FDE67D3F-8412-4BB3-9359-BF7CED152EEF}"/>
          </ac:cxnSpMkLst>
        </pc:cxnChg>
        <pc:cxnChg chg="add mod">
          <ac:chgData name="Wael" userId="97126fac-0aa5-41d3-a48c-3a0c6da4216b" providerId="ADAL" clId="{549F69A0-516A-42AA-A6F1-03326420E114}" dt="2020-04-27T18:09:34.355" v="1689" actId="164"/>
          <ac:cxnSpMkLst>
            <pc:docMk/>
            <pc:sldMk cId="1779962959" sldId="259"/>
            <ac:cxnSpMk id="109" creationId="{A387A267-A20F-48B2-A024-1A359693ADFD}"/>
          </ac:cxnSpMkLst>
        </pc:cxnChg>
        <pc:cxnChg chg="add mod">
          <ac:chgData name="Wael" userId="97126fac-0aa5-41d3-a48c-3a0c6da4216b" providerId="ADAL" clId="{549F69A0-516A-42AA-A6F1-03326420E114}" dt="2020-04-27T18:09:45.465" v="1691" actId="164"/>
          <ac:cxnSpMkLst>
            <pc:docMk/>
            <pc:sldMk cId="1779962959" sldId="259"/>
            <ac:cxnSpMk id="114" creationId="{36A729AA-EE05-4695-865D-FBCF73F39424}"/>
          </ac:cxnSpMkLst>
        </pc:cxnChg>
        <pc:cxnChg chg="add mod">
          <ac:chgData name="Wael" userId="97126fac-0aa5-41d3-a48c-3a0c6da4216b" providerId="ADAL" clId="{549F69A0-516A-42AA-A6F1-03326420E114}" dt="2020-04-27T18:09:39.485" v="1690" actId="164"/>
          <ac:cxnSpMkLst>
            <pc:docMk/>
            <pc:sldMk cId="1779962959" sldId="259"/>
            <ac:cxnSpMk id="117" creationId="{EB70D0BF-9FC9-40F0-8F8D-88BC22D37451}"/>
          </ac:cxnSpMkLst>
        </pc:cxnChg>
        <pc:cxnChg chg="add mod">
          <ac:chgData name="Wael" userId="97126fac-0aa5-41d3-a48c-3a0c6da4216b" providerId="ADAL" clId="{549F69A0-516A-42AA-A6F1-03326420E114}" dt="2020-04-27T18:09:28.371" v="1688" actId="164"/>
          <ac:cxnSpMkLst>
            <pc:docMk/>
            <pc:sldMk cId="1779962959" sldId="259"/>
            <ac:cxnSpMk id="124" creationId="{5B86AD62-5B23-4104-B81F-DE1644B95158}"/>
          </ac:cxnSpMkLst>
        </pc:cxnChg>
        <pc:cxnChg chg="add mod">
          <ac:chgData name="Wael" userId="97126fac-0aa5-41d3-a48c-3a0c6da4216b" providerId="ADAL" clId="{549F69A0-516A-42AA-A6F1-03326420E114}" dt="2020-04-27T18:10:51.817" v="1720" actId="14100"/>
          <ac:cxnSpMkLst>
            <pc:docMk/>
            <pc:sldMk cId="1779962959" sldId="259"/>
            <ac:cxnSpMk id="136" creationId="{CF02CDAC-511D-45BE-BD9F-7B3B03CABBA8}"/>
          </ac:cxnSpMkLst>
        </pc:cxnChg>
        <pc:cxnChg chg="add mod">
          <ac:chgData name="Wael" userId="97126fac-0aa5-41d3-a48c-3a0c6da4216b" providerId="ADAL" clId="{549F69A0-516A-42AA-A6F1-03326420E114}" dt="2020-04-27T18:11:27.706" v="1740" actId="208"/>
          <ac:cxnSpMkLst>
            <pc:docMk/>
            <pc:sldMk cId="1779962959" sldId="259"/>
            <ac:cxnSpMk id="141" creationId="{5C89AAA0-14CF-4FC3-8F31-0DDE278B7245}"/>
          </ac:cxnSpMkLst>
        </pc:cxnChg>
      </pc:sldChg>
      <pc:sldChg chg="modSp add mod ord modAnim modNotesTx">
        <pc:chgData name="Wael" userId="97126fac-0aa5-41d3-a48c-3a0c6da4216b" providerId="ADAL" clId="{549F69A0-516A-42AA-A6F1-03326420E114}" dt="2020-05-23T06:33:05.010" v="15601" actId="20577"/>
        <pc:sldMkLst>
          <pc:docMk/>
          <pc:sldMk cId="3729368048" sldId="260"/>
        </pc:sldMkLst>
        <pc:spChg chg="mod">
          <ac:chgData name="Wael" userId="97126fac-0aa5-41d3-a48c-3a0c6da4216b" providerId="ADAL" clId="{549F69A0-516A-42AA-A6F1-03326420E114}" dt="2020-05-23T05:49:58.226" v="12817" actId="20577"/>
          <ac:spMkLst>
            <pc:docMk/>
            <pc:sldMk cId="3729368048" sldId="260"/>
            <ac:spMk id="2" creationId="{98D08DEF-651E-4C3A-9740-D618A7C0A1EC}"/>
          </ac:spMkLst>
        </pc:spChg>
        <pc:spChg chg="mod">
          <ac:chgData name="Wael" userId="97126fac-0aa5-41d3-a48c-3a0c6da4216b" providerId="ADAL" clId="{549F69A0-516A-42AA-A6F1-03326420E114}" dt="2020-05-23T06:26:22.824" v="15359" actId="20577"/>
          <ac:spMkLst>
            <pc:docMk/>
            <pc:sldMk cId="3729368048" sldId="260"/>
            <ac:spMk id="3" creationId="{16E68E86-531E-44CC-9EA0-572251F4EEED}"/>
          </ac:spMkLst>
        </pc:spChg>
      </pc:sldChg>
      <pc:sldChg chg="addSp modSp add mod modAnim modNotesTx">
        <pc:chgData name="Wael" userId="97126fac-0aa5-41d3-a48c-3a0c6da4216b" providerId="ADAL" clId="{549F69A0-516A-42AA-A6F1-03326420E114}" dt="2020-05-17T07:58:30.519" v="10604" actId="20577"/>
        <pc:sldMkLst>
          <pc:docMk/>
          <pc:sldMk cId="4268690478" sldId="261"/>
        </pc:sldMkLst>
        <pc:spChg chg="mod">
          <ac:chgData name="Wael" userId="97126fac-0aa5-41d3-a48c-3a0c6da4216b" providerId="ADAL" clId="{549F69A0-516A-42AA-A6F1-03326420E114}" dt="2020-05-01T07:09:54.829" v="2179" actId="20577"/>
          <ac:spMkLst>
            <pc:docMk/>
            <pc:sldMk cId="4268690478" sldId="261"/>
            <ac:spMk id="2" creationId="{98D08DEF-651E-4C3A-9740-D618A7C0A1EC}"/>
          </ac:spMkLst>
        </pc:spChg>
        <pc:spChg chg="mod">
          <ac:chgData name="Wael" userId="97126fac-0aa5-41d3-a48c-3a0c6da4216b" providerId="ADAL" clId="{549F69A0-516A-42AA-A6F1-03326420E114}" dt="2020-05-01T17:53:54.805" v="2908" actId="14100"/>
          <ac:spMkLst>
            <pc:docMk/>
            <pc:sldMk cId="4268690478" sldId="261"/>
            <ac:spMk id="3" creationId="{16E68E86-531E-44CC-9EA0-572251F4EEED}"/>
          </ac:spMkLst>
        </pc:spChg>
        <pc:picChg chg="add mod">
          <ac:chgData name="Wael" userId="97126fac-0aa5-41d3-a48c-3a0c6da4216b" providerId="ADAL" clId="{549F69A0-516A-42AA-A6F1-03326420E114}" dt="2020-05-01T07:10:20.376" v="2182" actId="1076"/>
          <ac:picMkLst>
            <pc:docMk/>
            <pc:sldMk cId="4268690478" sldId="261"/>
            <ac:picMk id="4" creationId="{5852BF1A-F68D-455B-A8D8-8188E1F0693A}"/>
          </ac:picMkLst>
        </pc:picChg>
        <pc:picChg chg="add mod">
          <ac:chgData name="Wael" userId="97126fac-0aa5-41d3-a48c-3a0c6da4216b" providerId="ADAL" clId="{549F69A0-516A-42AA-A6F1-03326420E114}" dt="2020-05-01T17:53:44.389" v="2907" actId="1076"/>
          <ac:picMkLst>
            <pc:docMk/>
            <pc:sldMk cId="4268690478" sldId="261"/>
            <ac:picMk id="5" creationId="{F84840B0-3BB4-469E-A913-F0D33BE8C2C2}"/>
          </ac:picMkLst>
        </pc:picChg>
      </pc:sldChg>
      <pc:sldChg chg="modSp add mod ord modAnim modNotesTx">
        <pc:chgData name="Wael" userId="97126fac-0aa5-41d3-a48c-3a0c6da4216b" providerId="ADAL" clId="{549F69A0-516A-42AA-A6F1-03326420E114}" dt="2020-05-23T07:03:44.977" v="16751" actId="20577"/>
        <pc:sldMkLst>
          <pc:docMk/>
          <pc:sldMk cId="446787480" sldId="262"/>
        </pc:sldMkLst>
        <pc:spChg chg="mod">
          <ac:chgData name="Wael" userId="97126fac-0aa5-41d3-a48c-3a0c6da4216b" providerId="ADAL" clId="{549F69A0-516A-42AA-A6F1-03326420E114}" dt="2020-05-23T06:56:20.272" v="15623" actId="20577"/>
          <ac:spMkLst>
            <pc:docMk/>
            <pc:sldMk cId="446787480" sldId="262"/>
            <ac:spMk id="2" creationId="{98D08DEF-651E-4C3A-9740-D618A7C0A1EC}"/>
          </ac:spMkLst>
        </pc:spChg>
        <pc:spChg chg="mod">
          <ac:chgData name="Wael" userId="97126fac-0aa5-41d3-a48c-3a0c6da4216b" providerId="ADAL" clId="{549F69A0-516A-42AA-A6F1-03326420E114}" dt="2020-05-23T07:03:05.285" v="16656" actId="20577"/>
          <ac:spMkLst>
            <pc:docMk/>
            <pc:sldMk cId="446787480" sldId="262"/>
            <ac:spMk id="3" creationId="{16E68E86-531E-44CC-9EA0-572251F4EEED}"/>
          </ac:spMkLst>
        </pc:spChg>
      </pc:sldChg>
      <pc:sldChg chg="modSp add mod">
        <pc:chgData name="Wael" userId="97126fac-0aa5-41d3-a48c-3a0c6da4216b" providerId="ADAL" clId="{549F69A0-516A-42AA-A6F1-03326420E114}" dt="2020-05-02T08:31:10.180" v="3309" actId="242"/>
        <pc:sldMkLst>
          <pc:docMk/>
          <pc:sldMk cId="4165636742" sldId="263"/>
        </pc:sldMkLst>
        <pc:spChg chg="mod">
          <ac:chgData name="Wael" userId="97126fac-0aa5-41d3-a48c-3a0c6da4216b" providerId="ADAL" clId="{549F69A0-516A-42AA-A6F1-03326420E114}" dt="2020-05-02T08:31:10.180" v="3309" actId="242"/>
          <ac:spMkLst>
            <pc:docMk/>
            <pc:sldMk cId="4165636742" sldId="263"/>
            <ac:spMk id="2" creationId="{94674AA9-E9E5-4455-9DBF-8B04E9C07F86}"/>
          </ac:spMkLst>
        </pc:spChg>
      </pc:sldChg>
      <pc:sldChg chg="modSp add mod ord">
        <pc:chgData name="Wael" userId="97126fac-0aa5-41d3-a48c-3a0c6da4216b" providerId="ADAL" clId="{549F69A0-516A-42AA-A6F1-03326420E114}" dt="2020-05-02T08:37:31.563" v="3553" actId="20577"/>
        <pc:sldMkLst>
          <pc:docMk/>
          <pc:sldMk cId="3437105936" sldId="264"/>
        </pc:sldMkLst>
        <pc:spChg chg="mod">
          <ac:chgData name="Wael" userId="97126fac-0aa5-41d3-a48c-3a0c6da4216b" providerId="ADAL" clId="{549F69A0-516A-42AA-A6F1-03326420E114}" dt="2020-05-02T08:37:31.563" v="3553" actId="20577"/>
          <ac:spMkLst>
            <pc:docMk/>
            <pc:sldMk cId="3437105936" sldId="264"/>
            <ac:spMk id="2" creationId="{94674AA9-E9E5-4455-9DBF-8B04E9C07F86}"/>
          </ac:spMkLst>
        </pc:spChg>
      </pc:sldChg>
      <pc:sldChg chg="add">
        <pc:chgData name="Wael" userId="97126fac-0aa5-41d3-a48c-3a0c6da4216b" providerId="ADAL" clId="{549F69A0-516A-42AA-A6F1-03326420E114}" dt="2020-05-23T05:49:33.436" v="12786"/>
        <pc:sldMkLst>
          <pc:docMk/>
          <pc:sldMk cId="2616987548" sldId="265"/>
        </pc:sldMkLst>
      </pc:sldChg>
      <pc:sldChg chg="add del">
        <pc:chgData name="Wael" userId="97126fac-0aa5-41d3-a48c-3a0c6da4216b" providerId="ADAL" clId="{549F69A0-516A-42AA-A6F1-03326420E114}" dt="2020-04-26T14:32:46.152" v="857"/>
        <pc:sldMkLst>
          <pc:docMk/>
          <pc:sldMk cId="3541934886" sldId="1449"/>
        </pc:sldMkLst>
      </pc:sldChg>
      <pc:sldMasterChg chg="addSp delSp modSp mod setBg delSldLayout modSldLayout">
        <pc:chgData name="Wael" userId="97126fac-0aa5-41d3-a48c-3a0c6da4216b" providerId="ADAL" clId="{549F69A0-516A-42AA-A6F1-03326420E114}" dt="2020-05-03T11:00:03.960" v="3563" actId="478"/>
        <pc:sldMasterMkLst>
          <pc:docMk/>
          <pc:sldMasterMk cId="1235865983" sldId="2147483648"/>
        </pc:sldMasterMkLst>
        <pc:spChg chg="del">
          <ac:chgData name="Wael" userId="97126fac-0aa5-41d3-a48c-3a0c6da4216b" providerId="ADAL" clId="{549F69A0-516A-42AA-A6F1-03326420E114}" dt="2020-04-25T08:35:06.323" v="116" actId="478"/>
          <ac:spMkLst>
            <pc:docMk/>
            <pc:sldMasterMk cId="1235865983" sldId="2147483648"/>
            <ac:spMk id="4" creationId="{83A5237A-3545-4E55-8E9C-50581F18CBE4}"/>
          </ac:spMkLst>
        </pc:spChg>
        <pc:spChg chg="del">
          <ac:chgData name="Wael" userId="97126fac-0aa5-41d3-a48c-3a0c6da4216b" providerId="ADAL" clId="{549F69A0-516A-42AA-A6F1-03326420E114}" dt="2020-04-25T08:35:09.472" v="117" actId="478"/>
          <ac:spMkLst>
            <pc:docMk/>
            <pc:sldMasterMk cId="1235865983" sldId="2147483648"/>
            <ac:spMk id="5" creationId="{E5E390B4-2102-49C6-97CE-CE52B5814D1E}"/>
          </ac:spMkLst>
        </pc:spChg>
        <pc:spChg chg="del">
          <ac:chgData name="Wael" userId="97126fac-0aa5-41d3-a48c-3a0c6da4216b" providerId="ADAL" clId="{549F69A0-516A-42AA-A6F1-03326420E114}" dt="2020-04-25T08:35:12.442" v="118" actId="478"/>
          <ac:spMkLst>
            <pc:docMk/>
            <pc:sldMasterMk cId="1235865983" sldId="2147483648"/>
            <ac:spMk id="6" creationId="{D3A88F78-6C5F-4B88-A486-CEA9200D1879}"/>
          </ac:spMkLst>
        </pc:spChg>
        <pc:spChg chg="add del">
          <ac:chgData name="Wael" userId="97126fac-0aa5-41d3-a48c-3a0c6da4216b" providerId="ADAL" clId="{549F69A0-516A-42AA-A6F1-03326420E114}" dt="2020-04-25T08:59:39.774" v="258" actId="478"/>
          <ac:spMkLst>
            <pc:docMk/>
            <pc:sldMasterMk cId="1235865983" sldId="2147483648"/>
            <ac:spMk id="7" creationId="{1F0F669A-D06F-4FE0-B4D6-1958D5AE8356}"/>
          </ac:spMkLst>
        </pc:spChg>
        <pc:spChg chg="add del mod">
          <ac:chgData name="Wael" userId="97126fac-0aa5-41d3-a48c-3a0c6da4216b" providerId="ADAL" clId="{549F69A0-516A-42AA-A6F1-03326420E114}" dt="2020-04-25T08:59:49.112" v="261" actId="478"/>
          <ac:spMkLst>
            <pc:docMk/>
            <pc:sldMasterMk cId="1235865983" sldId="2147483648"/>
            <ac:spMk id="10" creationId="{244B6C95-A405-45C1-9572-60C7A7BF9C57}"/>
          </ac:spMkLst>
        </pc:spChg>
        <pc:picChg chg="add del">
          <ac:chgData name="Wael" userId="97126fac-0aa5-41d3-a48c-3a0c6da4216b" providerId="ADAL" clId="{549F69A0-516A-42AA-A6F1-03326420E114}" dt="2020-04-25T08:59:44.410" v="260" actId="478"/>
          <ac:picMkLst>
            <pc:docMk/>
            <pc:sldMasterMk cId="1235865983" sldId="2147483648"/>
            <ac:picMk id="8" creationId="{B12078CF-BD90-4B8F-9107-A1420BD3364C}"/>
          </ac:picMkLst>
        </pc:picChg>
        <pc:picChg chg="add del">
          <ac:chgData name="Wael" userId="97126fac-0aa5-41d3-a48c-3a0c6da4216b" providerId="ADAL" clId="{549F69A0-516A-42AA-A6F1-03326420E114}" dt="2020-04-25T08:59:42.496" v="259" actId="478"/>
          <ac:picMkLst>
            <pc:docMk/>
            <pc:sldMasterMk cId="1235865983" sldId="2147483648"/>
            <ac:picMk id="9" creationId="{BB41C5AD-FED3-4DFF-9514-464B2174A987}"/>
          </ac:picMkLst>
        </pc:picChg>
        <pc:sldLayoutChg chg="addSp delSp modSp mod setBg">
          <pc:chgData name="Wael" userId="97126fac-0aa5-41d3-a48c-3a0c6da4216b" providerId="ADAL" clId="{549F69A0-516A-42AA-A6F1-03326420E114}" dt="2020-05-03T11:00:03.960" v="3563" actId="478"/>
          <pc:sldLayoutMkLst>
            <pc:docMk/>
            <pc:sldMasterMk cId="1235865983" sldId="2147483648"/>
            <pc:sldLayoutMk cId="1363904986" sldId="2147483649"/>
          </pc:sldLayoutMkLst>
          <pc:spChg chg="del mod">
            <ac:chgData name="Wael" userId="97126fac-0aa5-41d3-a48c-3a0c6da4216b" providerId="ADAL" clId="{549F69A0-516A-42AA-A6F1-03326420E114}" dt="2020-04-26T09:15:54.502" v="594" actId="478"/>
            <ac:spMkLst>
              <pc:docMk/>
              <pc:sldMasterMk cId="1235865983" sldId="2147483648"/>
              <pc:sldLayoutMk cId="1363904986" sldId="2147483649"/>
              <ac:spMk id="2" creationId="{56FFC449-7105-4AFC-97B4-4CD0B4EB1909}"/>
            </ac:spMkLst>
          </pc:spChg>
          <pc:spChg chg="add del mod">
            <ac:chgData name="Wael" userId="97126fac-0aa5-41d3-a48c-3a0c6da4216b" providerId="ADAL" clId="{549F69A0-516A-42AA-A6F1-03326420E114}" dt="2020-05-03T10:46:51.822" v="3559" actId="478"/>
            <ac:spMkLst>
              <pc:docMk/>
              <pc:sldMasterMk cId="1235865983" sldId="2147483648"/>
              <pc:sldLayoutMk cId="1363904986" sldId="2147483649"/>
              <ac:spMk id="2" creationId="{5A8B8005-AAC7-4261-8E4C-0B63E6FE950C}"/>
            </ac:spMkLst>
          </pc:spChg>
          <pc:spChg chg="del mod">
            <ac:chgData name="Wael" userId="97126fac-0aa5-41d3-a48c-3a0c6da4216b" providerId="ADAL" clId="{549F69A0-516A-42AA-A6F1-03326420E114}" dt="2020-04-26T09:15:54.502" v="594" actId="478"/>
            <ac:spMkLst>
              <pc:docMk/>
              <pc:sldMasterMk cId="1235865983" sldId="2147483648"/>
              <pc:sldLayoutMk cId="1363904986" sldId="2147483649"/>
              <ac:spMk id="3" creationId="{47F874C6-14EA-45A3-9D7D-04358419D15D}"/>
            </ac:spMkLst>
          </pc:spChg>
          <pc:spChg chg="del">
            <ac:chgData name="Wael" userId="97126fac-0aa5-41d3-a48c-3a0c6da4216b" providerId="ADAL" clId="{549F69A0-516A-42AA-A6F1-03326420E114}" dt="2020-04-21T19:59:06.774" v="0"/>
            <ac:spMkLst>
              <pc:docMk/>
              <pc:sldMasterMk cId="1235865983" sldId="2147483648"/>
              <pc:sldLayoutMk cId="1363904986" sldId="2147483649"/>
              <ac:spMk id="4" creationId="{6D61F621-DAEA-450E-9CE7-9513E7809A76}"/>
            </ac:spMkLst>
          </pc:spChg>
          <pc:spChg chg="del">
            <ac:chgData name="Wael" userId="97126fac-0aa5-41d3-a48c-3a0c6da4216b" providerId="ADAL" clId="{549F69A0-516A-42AA-A6F1-03326420E114}" dt="2020-04-21T19:59:06.774" v="0"/>
            <ac:spMkLst>
              <pc:docMk/>
              <pc:sldMasterMk cId="1235865983" sldId="2147483648"/>
              <pc:sldLayoutMk cId="1363904986" sldId="2147483649"/>
              <ac:spMk id="5" creationId="{C391BA7E-B5C0-449C-B1FC-D2A500A3DFBD}"/>
            </ac:spMkLst>
          </pc:spChg>
          <pc:spChg chg="del">
            <ac:chgData name="Wael" userId="97126fac-0aa5-41d3-a48c-3a0c6da4216b" providerId="ADAL" clId="{549F69A0-516A-42AA-A6F1-03326420E114}" dt="2020-04-21T19:59:06.774" v="0"/>
            <ac:spMkLst>
              <pc:docMk/>
              <pc:sldMasterMk cId="1235865983" sldId="2147483648"/>
              <pc:sldLayoutMk cId="1363904986" sldId="2147483649"/>
              <ac:spMk id="6" creationId="{F7E7764A-0FA0-4D8F-AC9C-622D1CE5AC01}"/>
            </ac:spMkLst>
          </pc:spChg>
          <pc:spChg chg="add del mod">
            <ac:chgData name="Wael" userId="97126fac-0aa5-41d3-a48c-3a0c6da4216b" providerId="ADAL" clId="{549F69A0-516A-42AA-A6F1-03326420E114}" dt="2020-04-21T20:23:27.620" v="10" actId="478"/>
            <ac:spMkLst>
              <pc:docMk/>
              <pc:sldMasterMk cId="1235865983" sldId="2147483648"/>
              <pc:sldLayoutMk cId="1363904986" sldId="2147483649"/>
              <ac:spMk id="7" creationId="{26E9260B-A4C2-410A-BC1F-19DB85DA1554}"/>
            </ac:spMkLst>
          </pc:spChg>
          <pc:spChg chg="add del mod">
            <ac:chgData name="Wael" userId="97126fac-0aa5-41d3-a48c-3a0c6da4216b" providerId="ADAL" clId="{549F69A0-516A-42AA-A6F1-03326420E114}" dt="2020-04-21T20:23:31.141" v="11" actId="478"/>
            <ac:spMkLst>
              <pc:docMk/>
              <pc:sldMasterMk cId="1235865983" sldId="2147483648"/>
              <pc:sldLayoutMk cId="1363904986" sldId="2147483649"/>
              <ac:spMk id="8" creationId="{A3287D5C-87AD-4591-A743-5615EB3ECA68}"/>
            </ac:spMkLst>
          </pc:spChg>
          <pc:spChg chg="add del mod">
            <ac:chgData name="Wael" userId="97126fac-0aa5-41d3-a48c-3a0c6da4216b" providerId="ADAL" clId="{549F69A0-516A-42AA-A6F1-03326420E114}" dt="2020-04-21T20:23:32.896" v="12" actId="478"/>
            <ac:spMkLst>
              <pc:docMk/>
              <pc:sldMasterMk cId="1235865983" sldId="2147483648"/>
              <pc:sldLayoutMk cId="1363904986" sldId="2147483649"/>
              <ac:spMk id="9" creationId="{4C44FDF8-5041-4E44-8AE6-8FFF2ECC4972}"/>
            </ac:spMkLst>
          </pc:spChg>
          <pc:spChg chg="add del mod">
            <ac:chgData name="Wael" userId="97126fac-0aa5-41d3-a48c-3a0c6da4216b" providerId="ADAL" clId="{549F69A0-516A-42AA-A6F1-03326420E114}" dt="2020-04-26T09:15:54.502" v="594" actId="478"/>
            <ac:spMkLst>
              <pc:docMk/>
              <pc:sldMasterMk cId="1235865983" sldId="2147483648"/>
              <pc:sldLayoutMk cId="1363904986" sldId="2147483649"/>
              <ac:spMk id="16" creationId="{C01CF2AC-D1C6-478C-91B8-B7769450BE83}"/>
            </ac:spMkLst>
          </pc:spChg>
          <pc:spChg chg="add del mod">
            <ac:chgData name="Wael" userId="97126fac-0aa5-41d3-a48c-3a0c6da4216b" providerId="ADAL" clId="{549F69A0-516A-42AA-A6F1-03326420E114}" dt="2020-04-21T21:14:49.510" v="51" actId="478"/>
            <ac:spMkLst>
              <pc:docMk/>
              <pc:sldMasterMk cId="1235865983" sldId="2147483648"/>
              <pc:sldLayoutMk cId="1363904986" sldId="2147483649"/>
              <ac:spMk id="17" creationId="{9900E817-079C-45CD-A752-DE45F1BE1075}"/>
            </ac:spMkLst>
          </pc:spChg>
          <pc:spChg chg="add del mod">
            <ac:chgData name="Wael" userId="97126fac-0aa5-41d3-a48c-3a0c6da4216b" providerId="ADAL" clId="{549F69A0-516A-42AA-A6F1-03326420E114}" dt="2020-04-21T21:19:56.141" v="67" actId="478"/>
            <ac:spMkLst>
              <pc:docMk/>
              <pc:sldMasterMk cId="1235865983" sldId="2147483648"/>
              <pc:sldLayoutMk cId="1363904986" sldId="2147483649"/>
              <ac:spMk id="18" creationId="{D573440A-4999-4A9D-8503-6CF24737EA1C}"/>
            </ac:spMkLst>
          </pc:spChg>
          <pc:spChg chg="add del mod">
            <ac:chgData name="Wael" userId="97126fac-0aa5-41d3-a48c-3a0c6da4216b" providerId="ADAL" clId="{549F69A0-516A-42AA-A6F1-03326420E114}" dt="2020-04-21T21:14:43.830" v="50" actId="478"/>
            <ac:spMkLst>
              <pc:docMk/>
              <pc:sldMasterMk cId="1235865983" sldId="2147483648"/>
              <pc:sldLayoutMk cId="1363904986" sldId="2147483649"/>
              <ac:spMk id="19" creationId="{BA16D3EE-5F4D-41BB-9628-152772916E57}"/>
            </ac:spMkLst>
          </pc:spChg>
          <pc:spChg chg="add del mod">
            <ac:chgData name="Wael" userId="97126fac-0aa5-41d3-a48c-3a0c6da4216b" providerId="ADAL" clId="{549F69A0-516A-42AA-A6F1-03326420E114}" dt="2020-04-21T21:19:49.975" v="65" actId="478"/>
            <ac:spMkLst>
              <pc:docMk/>
              <pc:sldMasterMk cId="1235865983" sldId="2147483648"/>
              <pc:sldLayoutMk cId="1363904986" sldId="2147483649"/>
              <ac:spMk id="20" creationId="{E331E2ED-459D-4771-8A12-6393FFF9D7E8}"/>
            </ac:spMkLst>
          </pc:spChg>
          <pc:spChg chg="add del mod ord">
            <ac:chgData name="Wael" userId="97126fac-0aa5-41d3-a48c-3a0c6da4216b" providerId="ADAL" clId="{549F69A0-516A-42AA-A6F1-03326420E114}" dt="2020-04-21T21:19:53.620" v="66" actId="478"/>
            <ac:spMkLst>
              <pc:docMk/>
              <pc:sldMasterMk cId="1235865983" sldId="2147483648"/>
              <pc:sldLayoutMk cId="1363904986" sldId="2147483649"/>
              <ac:spMk id="21" creationId="{F5D8323B-0572-4CB6-B4E6-BA3FDDB041F2}"/>
            </ac:spMkLst>
          </pc:spChg>
          <pc:spChg chg="add del mod">
            <ac:chgData name="Wael" userId="97126fac-0aa5-41d3-a48c-3a0c6da4216b" providerId="ADAL" clId="{549F69A0-516A-42AA-A6F1-03326420E114}" dt="2020-04-26T09:15:54.502" v="594" actId="478"/>
            <ac:spMkLst>
              <pc:docMk/>
              <pc:sldMasterMk cId="1235865983" sldId="2147483648"/>
              <pc:sldLayoutMk cId="1363904986" sldId="2147483649"/>
              <ac:spMk id="22" creationId="{67BC5C6D-A964-40A6-94D1-01E297BC7571}"/>
            </ac:spMkLst>
          </pc:spChg>
          <pc:spChg chg="add del mod">
            <ac:chgData name="Wael" userId="97126fac-0aa5-41d3-a48c-3a0c6da4216b" providerId="ADAL" clId="{549F69A0-516A-42AA-A6F1-03326420E114}" dt="2020-04-25T08:17:26.744" v="73" actId="478"/>
            <ac:spMkLst>
              <pc:docMk/>
              <pc:sldMasterMk cId="1235865983" sldId="2147483648"/>
              <pc:sldLayoutMk cId="1363904986" sldId="2147483649"/>
              <ac:spMk id="23" creationId="{99EB8696-464D-473F-BD76-E19A3D387135}"/>
            </ac:spMkLst>
          </pc:spChg>
          <pc:spChg chg="add del mod">
            <ac:chgData name="Wael" userId="97126fac-0aa5-41d3-a48c-3a0c6da4216b" providerId="ADAL" clId="{549F69A0-516A-42AA-A6F1-03326420E114}" dt="2020-04-26T09:15:54.502" v="594" actId="478"/>
            <ac:spMkLst>
              <pc:docMk/>
              <pc:sldMasterMk cId="1235865983" sldId="2147483648"/>
              <pc:sldLayoutMk cId="1363904986" sldId="2147483649"/>
              <ac:spMk id="24" creationId="{694A5CDA-8479-4341-AB45-D04919F38839}"/>
            </ac:spMkLst>
          </pc:spChg>
          <pc:spChg chg="add del mod">
            <ac:chgData name="Wael" userId="97126fac-0aa5-41d3-a48c-3a0c6da4216b" providerId="ADAL" clId="{549F69A0-516A-42AA-A6F1-03326420E114}" dt="2020-04-25T08:26:07.363" v="92" actId="478"/>
            <ac:spMkLst>
              <pc:docMk/>
              <pc:sldMasterMk cId="1235865983" sldId="2147483648"/>
              <pc:sldLayoutMk cId="1363904986" sldId="2147483649"/>
              <ac:spMk id="25" creationId="{8808C236-23E7-448A-858C-4AEAE4AB8704}"/>
            </ac:spMkLst>
          </pc:spChg>
          <pc:spChg chg="add del mod ord">
            <ac:chgData name="Wael" userId="97126fac-0aa5-41d3-a48c-3a0c6da4216b" providerId="ADAL" clId="{549F69A0-516A-42AA-A6F1-03326420E114}" dt="2020-04-26T09:15:54.502" v="594" actId="478"/>
            <ac:spMkLst>
              <pc:docMk/>
              <pc:sldMasterMk cId="1235865983" sldId="2147483648"/>
              <pc:sldLayoutMk cId="1363904986" sldId="2147483649"/>
              <ac:spMk id="26" creationId="{E80D62AD-110C-4E47-B9C5-1AD4694427B2}"/>
            </ac:spMkLst>
          </pc:spChg>
          <pc:spChg chg="add mod">
            <ac:chgData name="Wael" userId="97126fac-0aa5-41d3-a48c-3a0c6da4216b" providerId="ADAL" clId="{549F69A0-516A-42AA-A6F1-03326420E114}" dt="2020-04-26T10:06:24.885" v="620" actId="207"/>
            <ac:spMkLst>
              <pc:docMk/>
              <pc:sldMasterMk cId="1235865983" sldId="2147483648"/>
              <pc:sldLayoutMk cId="1363904986" sldId="2147483649"/>
              <ac:spMk id="27" creationId="{7180A0E2-9F33-446C-9717-BEE71AE601F7}"/>
            </ac:spMkLst>
          </pc:spChg>
          <pc:spChg chg="add mod">
            <ac:chgData name="Wael" userId="97126fac-0aa5-41d3-a48c-3a0c6da4216b" providerId="ADAL" clId="{549F69A0-516A-42AA-A6F1-03326420E114}" dt="2020-04-26T10:06:45.551" v="621" actId="207"/>
            <ac:spMkLst>
              <pc:docMk/>
              <pc:sldMasterMk cId="1235865983" sldId="2147483648"/>
              <pc:sldLayoutMk cId="1363904986" sldId="2147483649"/>
              <ac:spMk id="28" creationId="{BA23C081-1676-455A-89D6-83CC54D87262}"/>
            </ac:spMkLst>
          </pc:spChg>
          <pc:spChg chg="add">
            <ac:chgData name="Wael" userId="97126fac-0aa5-41d3-a48c-3a0c6da4216b" providerId="ADAL" clId="{549F69A0-516A-42AA-A6F1-03326420E114}" dt="2020-04-26T09:16:14.005" v="595"/>
            <ac:spMkLst>
              <pc:docMk/>
              <pc:sldMasterMk cId="1235865983" sldId="2147483648"/>
              <pc:sldLayoutMk cId="1363904986" sldId="2147483649"/>
              <ac:spMk id="29" creationId="{31B50E79-9D5C-414E-8ABC-3C68D90239F2}"/>
            </ac:spMkLst>
          </pc:spChg>
          <pc:spChg chg="add">
            <ac:chgData name="Wael" userId="97126fac-0aa5-41d3-a48c-3a0c6da4216b" providerId="ADAL" clId="{549F69A0-516A-42AA-A6F1-03326420E114}" dt="2020-04-26T09:16:14.005" v="595"/>
            <ac:spMkLst>
              <pc:docMk/>
              <pc:sldMasterMk cId="1235865983" sldId="2147483648"/>
              <pc:sldLayoutMk cId="1363904986" sldId="2147483649"/>
              <ac:spMk id="30" creationId="{F9CE60D6-C19D-45EA-B592-41EDBAD085D8}"/>
            </ac:spMkLst>
          </pc:spChg>
          <pc:picChg chg="add del mod">
            <ac:chgData name="Wael" userId="97126fac-0aa5-41d3-a48c-3a0c6da4216b" providerId="ADAL" clId="{549F69A0-516A-42AA-A6F1-03326420E114}" dt="2020-05-03T10:59:00.471" v="3561"/>
            <ac:picMkLst>
              <pc:docMk/>
              <pc:sldMasterMk cId="1235865983" sldId="2147483648"/>
              <pc:sldLayoutMk cId="1363904986" sldId="2147483649"/>
              <ac:picMk id="4" creationId="{D3ADF54F-490B-4476-B1F2-935CE755627D}"/>
            </ac:picMkLst>
          </pc:picChg>
          <pc:picChg chg="add del mod">
            <ac:chgData name="Wael" userId="97126fac-0aa5-41d3-a48c-3a0c6da4216b" providerId="ADAL" clId="{549F69A0-516A-42AA-A6F1-03326420E114}" dt="2020-05-03T11:00:03.960" v="3563" actId="478"/>
            <ac:picMkLst>
              <pc:docMk/>
              <pc:sldMasterMk cId="1235865983" sldId="2147483648"/>
              <pc:sldLayoutMk cId="1363904986" sldId="2147483649"/>
              <ac:picMk id="6" creationId="{00EEDA34-FB27-4570-BFCF-20F3A0192861}"/>
            </ac:picMkLst>
          </pc:picChg>
          <pc:picChg chg="add del mod ord">
            <ac:chgData name="Wael" userId="97126fac-0aa5-41d3-a48c-3a0c6da4216b" providerId="ADAL" clId="{549F69A0-516A-42AA-A6F1-03326420E114}" dt="2020-04-26T09:15:54.502" v="594" actId="478"/>
            <ac:picMkLst>
              <pc:docMk/>
              <pc:sldMasterMk cId="1235865983" sldId="2147483648"/>
              <pc:sldLayoutMk cId="1363904986" sldId="2147483649"/>
              <ac:picMk id="11" creationId="{895B2141-6DEC-44EC-ACF8-4945C0B2ABF0}"/>
            </ac:picMkLst>
          </pc:picChg>
          <pc:picChg chg="add del mod">
            <ac:chgData name="Wael" userId="97126fac-0aa5-41d3-a48c-3a0c6da4216b" providerId="ADAL" clId="{549F69A0-516A-42AA-A6F1-03326420E114}" dt="2020-04-21T20:16:47.251" v="6" actId="478"/>
            <ac:picMkLst>
              <pc:docMk/>
              <pc:sldMasterMk cId="1235865983" sldId="2147483648"/>
              <pc:sldLayoutMk cId="1363904986" sldId="2147483649"/>
              <ac:picMk id="13" creationId="{461F8A9B-ECC6-402D-8948-CD89341DA89D}"/>
            </ac:picMkLst>
          </pc:picChg>
          <pc:picChg chg="add del mod ord">
            <ac:chgData name="Wael" userId="97126fac-0aa5-41d3-a48c-3a0c6da4216b" providerId="ADAL" clId="{549F69A0-516A-42AA-A6F1-03326420E114}" dt="2020-04-26T09:15:54.502" v="594" actId="478"/>
            <ac:picMkLst>
              <pc:docMk/>
              <pc:sldMasterMk cId="1235865983" sldId="2147483648"/>
              <pc:sldLayoutMk cId="1363904986" sldId="2147483649"/>
              <ac:picMk id="15" creationId="{43FFF521-4C45-49E1-BFE8-3F6A7C80B1D9}"/>
            </ac:picMkLst>
          </pc:picChg>
          <pc:picChg chg="add">
            <ac:chgData name="Wael" userId="97126fac-0aa5-41d3-a48c-3a0c6da4216b" providerId="ADAL" clId="{549F69A0-516A-42AA-A6F1-03326420E114}" dt="2020-04-26T09:16:14.005" v="595"/>
            <ac:picMkLst>
              <pc:docMk/>
              <pc:sldMasterMk cId="1235865983" sldId="2147483648"/>
              <pc:sldLayoutMk cId="1363904986" sldId="2147483649"/>
              <ac:picMk id="31" creationId="{09C3E278-DE91-420A-92BF-F8862359CA02}"/>
            </ac:picMkLst>
          </pc:picChg>
          <pc:picChg chg="add">
            <ac:chgData name="Wael" userId="97126fac-0aa5-41d3-a48c-3a0c6da4216b" providerId="ADAL" clId="{549F69A0-516A-42AA-A6F1-03326420E114}" dt="2020-04-26T09:16:14.005" v="595"/>
            <ac:picMkLst>
              <pc:docMk/>
              <pc:sldMasterMk cId="1235865983" sldId="2147483648"/>
              <pc:sldLayoutMk cId="1363904986" sldId="2147483649"/>
              <ac:picMk id="32" creationId="{FE5BE7A6-5699-4E3E-BF42-B71FC8AD2723}"/>
            </ac:picMkLst>
          </pc:picChg>
        </pc:sldLayoutChg>
        <pc:sldLayoutChg chg="addSp delSp modSp mod setBg">
          <pc:chgData name="Wael" userId="97126fac-0aa5-41d3-a48c-3a0c6da4216b" providerId="ADAL" clId="{549F69A0-516A-42AA-A6F1-03326420E114}" dt="2020-04-26T10:07:54.915" v="623" actId="14100"/>
          <pc:sldLayoutMkLst>
            <pc:docMk/>
            <pc:sldMasterMk cId="1235865983" sldId="2147483648"/>
            <pc:sldLayoutMk cId="455575941" sldId="2147483650"/>
          </pc:sldLayoutMkLst>
          <pc:spChg chg="mod">
            <ac:chgData name="Wael" userId="97126fac-0aa5-41d3-a48c-3a0c6da4216b" providerId="ADAL" clId="{549F69A0-516A-42AA-A6F1-03326420E114}" dt="2020-04-26T10:07:54.915" v="623" actId="14100"/>
            <ac:spMkLst>
              <pc:docMk/>
              <pc:sldMasterMk cId="1235865983" sldId="2147483648"/>
              <pc:sldLayoutMk cId="455575941" sldId="2147483650"/>
              <ac:spMk id="2" creationId="{1A764CCD-A001-4C14-9D96-A95DD6870416}"/>
            </ac:spMkLst>
          </pc:spChg>
          <pc:spChg chg="mod">
            <ac:chgData name="Wael" userId="97126fac-0aa5-41d3-a48c-3a0c6da4216b" providerId="ADAL" clId="{549F69A0-516A-42AA-A6F1-03326420E114}" dt="2020-04-26T10:02:34.309" v="615" actId="14100"/>
            <ac:spMkLst>
              <pc:docMk/>
              <pc:sldMasterMk cId="1235865983" sldId="2147483648"/>
              <pc:sldLayoutMk cId="455575941" sldId="2147483650"/>
              <ac:spMk id="3" creationId="{9D736CFA-C84D-4506-B046-AFA0BE172BCC}"/>
            </ac:spMkLst>
          </pc:spChg>
          <pc:spChg chg="del">
            <ac:chgData name="Wael" userId="97126fac-0aa5-41d3-a48c-3a0c6da4216b" providerId="ADAL" clId="{549F69A0-516A-42AA-A6F1-03326420E114}" dt="2020-04-25T08:29:02.870" v="94" actId="478"/>
            <ac:spMkLst>
              <pc:docMk/>
              <pc:sldMasterMk cId="1235865983" sldId="2147483648"/>
              <pc:sldLayoutMk cId="455575941" sldId="2147483650"/>
              <ac:spMk id="4" creationId="{E7B5BBC4-388B-4885-AAFB-2B1ED8E17433}"/>
            </ac:spMkLst>
          </pc:spChg>
          <pc:spChg chg="del">
            <ac:chgData name="Wael" userId="97126fac-0aa5-41d3-a48c-3a0c6da4216b" providerId="ADAL" clId="{549F69A0-516A-42AA-A6F1-03326420E114}" dt="2020-04-25T08:28:49.370" v="93" actId="478"/>
            <ac:spMkLst>
              <pc:docMk/>
              <pc:sldMasterMk cId="1235865983" sldId="2147483648"/>
              <pc:sldLayoutMk cId="455575941" sldId="2147483650"/>
              <ac:spMk id="5" creationId="{D7B8CED0-39AE-4C23-B076-2D91ADAFC8C9}"/>
            </ac:spMkLst>
          </pc:spChg>
          <pc:spChg chg="add del mod ord">
            <ac:chgData name="Wael" userId="97126fac-0aa5-41d3-a48c-3a0c6da4216b" providerId="ADAL" clId="{549F69A0-516A-42AA-A6F1-03326420E114}" dt="2020-04-25T08:37:34.751" v="132" actId="478"/>
            <ac:spMkLst>
              <pc:docMk/>
              <pc:sldMasterMk cId="1235865983" sldId="2147483648"/>
              <pc:sldLayoutMk cId="455575941" sldId="2147483650"/>
              <ac:spMk id="6" creationId="{8981E7A8-900D-4F41-A794-9287651622B3}"/>
            </ac:spMkLst>
          </pc:spChg>
          <pc:spChg chg="add del mod">
            <ac:chgData name="Wael" userId="97126fac-0aa5-41d3-a48c-3a0c6da4216b" providerId="ADAL" clId="{549F69A0-516A-42AA-A6F1-03326420E114}" dt="2020-04-25T08:35:49.614" v="121" actId="478"/>
            <ac:spMkLst>
              <pc:docMk/>
              <pc:sldMasterMk cId="1235865983" sldId="2147483648"/>
              <pc:sldLayoutMk cId="455575941" sldId="2147483650"/>
              <ac:spMk id="7" creationId="{9746A812-0328-408A-B5B5-8D81A4DD4FA3}"/>
            </ac:spMkLst>
          </pc:spChg>
          <pc:spChg chg="add mod ord">
            <ac:chgData name="Wael" userId="97126fac-0aa5-41d3-a48c-3a0c6da4216b" providerId="ADAL" clId="{549F69A0-516A-42AA-A6F1-03326420E114}" dt="2020-04-26T09:18:59.686" v="603" actId="14100"/>
            <ac:spMkLst>
              <pc:docMk/>
              <pc:sldMasterMk cId="1235865983" sldId="2147483648"/>
              <pc:sldLayoutMk cId="455575941" sldId="2147483650"/>
              <ac:spMk id="10" creationId="{35017836-04A4-44B7-AAFD-A77BDC8EF1ED}"/>
            </ac:spMkLst>
          </pc:spChg>
          <pc:picChg chg="add mod">
            <ac:chgData name="Wael" userId="97126fac-0aa5-41d3-a48c-3a0c6da4216b" providerId="ADAL" clId="{549F69A0-516A-42AA-A6F1-03326420E114}" dt="2020-04-26T09:19:21.765" v="604" actId="1076"/>
            <ac:picMkLst>
              <pc:docMk/>
              <pc:sldMasterMk cId="1235865983" sldId="2147483648"/>
              <pc:sldLayoutMk cId="455575941" sldId="2147483650"/>
              <ac:picMk id="8" creationId="{7254A361-E3BA-443B-972B-94915A7496C3}"/>
            </ac:picMkLst>
          </pc:picChg>
          <pc:picChg chg="add del mod">
            <ac:chgData name="Wael" userId="97126fac-0aa5-41d3-a48c-3a0c6da4216b" providerId="ADAL" clId="{549F69A0-516A-42AA-A6F1-03326420E114}" dt="2020-04-26T09:19:28.583" v="605" actId="1076"/>
            <ac:picMkLst>
              <pc:docMk/>
              <pc:sldMasterMk cId="1235865983" sldId="2147483648"/>
              <pc:sldLayoutMk cId="455575941" sldId="2147483650"/>
              <ac:picMk id="9" creationId="{EBFE8771-4E47-439E-85A0-E2CCB21C0286}"/>
            </ac:picMkLst>
          </pc:picChg>
        </pc:sldLayoutChg>
        <pc:sldLayoutChg chg="addSp delSp modSp mod setBg">
          <pc:chgData name="Wael" userId="97126fac-0aa5-41d3-a48c-3a0c6da4216b" providerId="ADAL" clId="{549F69A0-516A-42AA-A6F1-03326420E114}" dt="2020-04-26T10:08:57.922" v="625" actId="2085"/>
          <pc:sldLayoutMkLst>
            <pc:docMk/>
            <pc:sldMasterMk cId="1235865983" sldId="2147483648"/>
            <pc:sldLayoutMk cId="1998695809" sldId="2147483651"/>
          </pc:sldLayoutMkLst>
          <pc:spChg chg="mod">
            <ac:chgData name="Wael" userId="97126fac-0aa5-41d3-a48c-3a0c6da4216b" providerId="ADAL" clId="{549F69A0-516A-42AA-A6F1-03326420E114}" dt="2020-04-26T10:05:36.265" v="618" actId="122"/>
            <ac:spMkLst>
              <pc:docMk/>
              <pc:sldMasterMk cId="1235865983" sldId="2147483648"/>
              <pc:sldLayoutMk cId="1998695809" sldId="2147483651"/>
              <ac:spMk id="2" creationId="{5CBB79DE-0339-48EF-AE84-601D1CE1A1E8}"/>
            </ac:spMkLst>
          </pc:spChg>
          <pc:spChg chg="mod">
            <ac:chgData name="Wael" userId="97126fac-0aa5-41d3-a48c-3a0c6da4216b" providerId="ADAL" clId="{549F69A0-516A-42AA-A6F1-03326420E114}" dt="2020-04-26T10:06:51.993" v="622" actId="207"/>
            <ac:spMkLst>
              <pc:docMk/>
              <pc:sldMasterMk cId="1235865983" sldId="2147483648"/>
              <pc:sldLayoutMk cId="1998695809" sldId="2147483651"/>
              <ac:spMk id="3" creationId="{36CDE031-91EE-41AD-82DB-A76C2397B568}"/>
            </ac:spMkLst>
          </pc:spChg>
          <pc:spChg chg="del">
            <ac:chgData name="Wael" userId="97126fac-0aa5-41d3-a48c-3a0c6da4216b" providerId="ADAL" clId="{549F69A0-516A-42AA-A6F1-03326420E114}" dt="2020-04-25T08:37:18.660" v="129" actId="478"/>
            <ac:spMkLst>
              <pc:docMk/>
              <pc:sldMasterMk cId="1235865983" sldId="2147483648"/>
              <pc:sldLayoutMk cId="1998695809" sldId="2147483651"/>
              <ac:spMk id="4" creationId="{21C7463E-2A2C-4DEB-8801-0491A7F297E1}"/>
            </ac:spMkLst>
          </pc:spChg>
          <pc:spChg chg="del">
            <ac:chgData name="Wael" userId="97126fac-0aa5-41d3-a48c-3a0c6da4216b" providerId="ADAL" clId="{549F69A0-516A-42AA-A6F1-03326420E114}" dt="2020-04-25T08:37:20.505" v="130" actId="478"/>
            <ac:spMkLst>
              <pc:docMk/>
              <pc:sldMasterMk cId="1235865983" sldId="2147483648"/>
              <pc:sldLayoutMk cId="1998695809" sldId="2147483651"/>
              <ac:spMk id="5" creationId="{69AB1837-5EF6-496F-9303-CF5ABC628F9A}"/>
            </ac:spMkLst>
          </pc:spChg>
          <pc:spChg chg="del">
            <ac:chgData name="Wael" userId="97126fac-0aa5-41d3-a48c-3a0c6da4216b" providerId="ADAL" clId="{549F69A0-516A-42AA-A6F1-03326420E114}" dt="2020-04-25T08:37:23.203" v="131" actId="478"/>
            <ac:spMkLst>
              <pc:docMk/>
              <pc:sldMasterMk cId="1235865983" sldId="2147483648"/>
              <pc:sldLayoutMk cId="1998695809" sldId="2147483651"/>
              <ac:spMk id="6" creationId="{AE2AA808-71DB-4211-AE80-B57DFE9CB60B}"/>
            </ac:spMkLst>
          </pc:spChg>
          <pc:spChg chg="add mod">
            <ac:chgData name="Wael" userId="97126fac-0aa5-41d3-a48c-3a0c6da4216b" providerId="ADAL" clId="{549F69A0-516A-42AA-A6F1-03326420E114}" dt="2020-04-26T10:08:57.922" v="625" actId="2085"/>
            <ac:spMkLst>
              <pc:docMk/>
              <pc:sldMasterMk cId="1235865983" sldId="2147483648"/>
              <pc:sldLayoutMk cId="1998695809" sldId="2147483651"/>
              <ac:spMk id="7" creationId="{ABF4E753-70D2-4D62-81C8-7C6022265BE7}"/>
            </ac:spMkLst>
          </pc:spChg>
          <pc:picChg chg="add">
            <ac:chgData name="Wael" userId="97126fac-0aa5-41d3-a48c-3a0c6da4216b" providerId="ADAL" clId="{549F69A0-516A-42AA-A6F1-03326420E114}" dt="2020-04-26T10:08:43.893" v="624"/>
            <ac:picMkLst>
              <pc:docMk/>
              <pc:sldMasterMk cId="1235865983" sldId="2147483648"/>
              <pc:sldLayoutMk cId="1998695809" sldId="2147483651"/>
              <ac:picMk id="8" creationId="{5EB8FE23-3F63-40C6-8D70-62F6DA17E401}"/>
            </ac:picMkLst>
          </pc:picChg>
          <pc:picChg chg="add">
            <ac:chgData name="Wael" userId="97126fac-0aa5-41d3-a48c-3a0c6da4216b" providerId="ADAL" clId="{549F69A0-516A-42AA-A6F1-03326420E114}" dt="2020-04-26T10:08:43.893" v="624"/>
            <ac:picMkLst>
              <pc:docMk/>
              <pc:sldMasterMk cId="1235865983" sldId="2147483648"/>
              <pc:sldLayoutMk cId="1998695809" sldId="2147483651"/>
              <ac:picMk id="9" creationId="{5BDC6D4A-03EA-4296-AF8E-10A40D8D9E89}"/>
            </ac:picMkLst>
          </pc:picChg>
        </pc:sldLayoutChg>
        <pc:sldLayoutChg chg="delSp mod setBg">
          <pc:chgData name="Wael" userId="97126fac-0aa5-41d3-a48c-3a0c6da4216b" providerId="ADAL" clId="{549F69A0-516A-42AA-A6F1-03326420E114}" dt="2020-04-26T08:54:23.206" v="583"/>
          <pc:sldLayoutMkLst>
            <pc:docMk/>
            <pc:sldMasterMk cId="1235865983" sldId="2147483648"/>
            <pc:sldLayoutMk cId="1270934885" sldId="2147483652"/>
          </pc:sldLayoutMkLst>
          <pc:spChg chg="del">
            <ac:chgData name="Wael" userId="97126fac-0aa5-41d3-a48c-3a0c6da4216b" providerId="ADAL" clId="{549F69A0-516A-42AA-A6F1-03326420E114}" dt="2020-04-25T08:37:08.489" v="126" actId="478"/>
            <ac:spMkLst>
              <pc:docMk/>
              <pc:sldMasterMk cId="1235865983" sldId="2147483648"/>
              <pc:sldLayoutMk cId="1270934885" sldId="2147483652"/>
              <ac:spMk id="5" creationId="{FC991F07-508D-44F5-957E-E4C47864F4C4}"/>
            </ac:spMkLst>
          </pc:spChg>
          <pc:spChg chg="del">
            <ac:chgData name="Wael" userId="97126fac-0aa5-41d3-a48c-3a0c6da4216b" providerId="ADAL" clId="{549F69A0-516A-42AA-A6F1-03326420E114}" dt="2020-04-25T08:37:11.169" v="127" actId="478"/>
            <ac:spMkLst>
              <pc:docMk/>
              <pc:sldMasterMk cId="1235865983" sldId="2147483648"/>
              <pc:sldLayoutMk cId="1270934885" sldId="2147483652"/>
              <ac:spMk id="6" creationId="{D0E60E7A-898F-4065-B7FD-B395A4283CFE}"/>
            </ac:spMkLst>
          </pc:spChg>
          <pc:spChg chg="del">
            <ac:chgData name="Wael" userId="97126fac-0aa5-41d3-a48c-3a0c6da4216b" providerId="ADAL" clId="{549F69A0-516A-42AA-A6F1-03326420E114}" dt="2020-04-25T08:37:13.463" v="128" actId="478"/>
            <ac:spMkLst>
              <pc:docMk/>
              <pc:sldMasterMk cId="1235865983" sldId="2147483648"/>
              <pc:sldLayoutMk cId="1270934885" sldId="2147483652"/>
              <ac:spMk id="7" creationId="{BB47115F-09BB-45AD-A75D-04B7A172423C}"/>
            </ac:spMkLst>
          </pc:spChg>
        </pc:sldLayoutChg>
        <pc:sldLayoutChg chg="setBg">
          <pc:chgData name="Wael" userId="97126fac-0aa5-41d3-a48c-3a0c6da4216b" providerId="ADAL" clId="{549F69A0-516A-42AA-A6F1-03326420E114}" dt="2020-04-26T08:54:23.206" v="583"/>
          <pc:sldLayoutMkLst>
            <pc:docMk/>
            <pc:sldMasterMk cId="1235865983" sldId="2147483648"/>
            <pc:sldLayoutMk cId="457601717" sldId="2147483653"/>
          </pc:sldLayoutMkLst>
        </pc:sldLayoutChg>
        <pc:sldLayoutChg chg="setBg">
          <pc:chgData name="Wael" userId="97126fac-0aa5-41d3-a48c-3a0c6da4216b" providerId="ADAL" clId="{549F69A0-516A-42AA-A6F1-03326420E114}" dt="2020-04-26T08:54:23.206" v="583"/>
          <pc:sldLayoutMkLst>
            <pc:docMk/>
            <pc:sldMasterMk cId="1235865983" sldId="2147483648"/>
            <pc:sldLayoutMk cId="1191403841" sldId="2147483654"/>
          </pc:sldLayoutMkLst>
        </pc:sldLayoutChg>
        <pc:sldLayoutChg chg="setBg">
          <pc:chgData name="Wael" userId="97126fac-0aa5-41d3-a48c-3a0c6da4216b" providerId="ADAL" clId="{549F69A0-516A-42AA-A6F1-03326420E114}" dt="2020-04-26T08:54:23.206" v="583"/>
          <pc:sldLayoutMkLst>
            <pc:docMk/>
            <pc:sldMasterMk cId="1235865983" sldId="2147483648"/>
            <pc:sldLayoutMk cId="1283119150" sldId="2147483655"/>
          </pc:sldLayoutMkLst>
        </pc:sldLayoutChg>
        <pc:sldLayoutChg chg="setBg">
          <pc:chgData name="Wael" userId="97126fac-0aa5-41d3-a48c-3a0c6da4216b" providerId="ADAL" clId="{549F69A0-516A-42AA-A6F1-03326420E114}" dt="2020-04-26T08:54:23.206" v="583"/>
          <pc:sldLayoutMkLst>
            <pc:docMk/>
            <pc:sldMasterMk cId="1235865983" sldId="2147483648"/>
            <pc:sldLayoutMk cId="3564225037" sldId="2147483656"/>
          </pc:sldLayoutMkLst>
        </pc:sldLayoutChg>
        <pc:sldLayoutChg chg="setBg">
          <pc:chgData name="Wael" userId="97126fac-0aa5-41d3-a48c-3a0c6da4216b" providerId="ADAL" clId="{549F69A0-516A-42AA-A6F1-03326420E114}" dt="2020-04-26T08:54:23.206" v="583"/>
          <pc:sldLayoutMkLst>
            <pc:docMk/>
            <pc:sldMasterMk cId="1235865983" sldId="2147483648"/>
            <pc:sldLayoutMk cId="3225073375" sldId="2147483657"/>
          </pc:sldLayoutMkLst>
        </pc:sldLayoutChg>
        <pc:sldLayoutChg chg="setBg">
          <pc:chgData name="Wael" userId="97126fac-0aa5-41d3-a48c-3a0c6da4216b" providerId="ADAL" clId="{549F69A0-516A-42AA-A6F1-03326420E114}" dt="2020-04-26T08:54:23.206" v="583"/>
          <pc:sldLayoutMkLst>
            <pc:docMk/>
            <pc:sldMasterMk cId="1235865983" sldId="2147483648"/>
            <pc:sldLayoutMk cId="3978178171" sldId="2147483658"/>
          </pc:sldLayoutMkLst>
        </pc:sldLayoutChg>
        <pc:sldLayoutChg chg="setBg">
          <pc:chgData name="Wael" userId="97126fac-0aa5-41d3-a48c-3a0c6da4216b" providerId="ADAL" clId="{549F69A0-516A-42AA-A6F1-03326420E114}" dt="2020-04-26T08:54:23.206" v="583"/>
          <pc:sldLayoutMkLst>
            <pc:docMk/>
            <pc:sldMasterMk cId="1235865983" sldId="2147483648"/>
            <pc:sldLayoutMk cId="3977831250" sldId="2147483659"/>
          </pc:sldLayoutMkLst>
        </pc:sldLayoutChg>
        <pc:sldLayoutChg chg="addSp delSp modSp del mod setBg">
          <pc:chgData name="Wael" userId="97126fac-0aa5-41d3-a48c-3a0c6da4216b" providerId="ADAL" clId="{549F69A0-516A-42AA-A6F1-03326420E114}" dt="2020-04-26T09:17:01.275" v="599" actId="2696"/>
          <pc:sldLayoutMkLst>
            <pc:docMk/>
            <pc:sldMasterMk cId="1235865983" sldId="2147483648"/>
            <pc:sldLayoutMk cId="1071542055" sldId="2147483660"/>
          </pc:sldLayoutMkLst>
          <pc:spChg chg="mod">
            <ac:chgData name="Wael" userId="97126fac-0aa5-41d3-a48c-3a0c6da4216b" providerId="ADAL" clId="{549F69A0-516A-42AA-A6F1-03326420E114}" dt="2020-04-26T09:10:30.660" v="591" actId="16037"/>
            <ac:spMkLst>
              <pc:docMk/>
              <pc:sldMasterMk cId="1235865983" sldId="2147483648"/>
              <pc:sldLayoutMk cId="1071542055" sldId="2147483660"/>
              <ac:spMk id="2" creationId="{56FFC449-7105-4AFC-97B4-4CD0B4EB1909}"/>
            </ac:spMkLst>
          </pc:spChg>
          <pc:spChg chg="mod">
            <ac:chgData name="Wael" userId="97126fac-0aa5-41d3-a48c-3a0c6da4216b" providerId="ADAL" clId="{549F69A0-516A-42AA-A6F1-03326420E114}" dt="2020-04-25T09:02:16.126" v="279" actId="1076"/>
            <ac:spMkLst>
              <pc:docMk/>
              <pc:sldMasterMk cId="1235865983" sldId="2147483648"/>
              <pc:sldLayoutMk cId="1071542055" sldId="2147483660"/>
              <ac:spMk id="3" creationId="{47F874C6-14EA-45A3-9D7D-04358419D15D}"/>
            </ac:spMkLst>
          </pc:spChg>
          <pc:spChg chg="add mod">
            <ac:chgData name="Wael" userId="97126fac-0aa5-41d3-a48c-3a0c6da4216b" providerId="ADAL" clId="{549F69A0-516A-42AA-A6F1-03326420E114}" dt="2020-04-25T09:00:14.349" v="264" actId="14100"/>
            <ac:spMkLst>
              <pc:docMk/>
              <pc:sldMasterMk cId="1235865983" sldId="2147483648"/>
              <pc:sldLayoutMk cId="1071542055" sldId="2147483660"/>
              <ac:spMk id="4" creationId="{1C86ACBA-9453-461C-9850-9D7C8C77441B}"/>
            </ac:spMkLst>
          </pc:spChg>
          <pc:spChg chg="add mod">
            <ac:chgData name="Wael" userId="97126fac-0aa5-41d3-a48c-3a0c6da4216b" providerId="ADAL" clId="{549F69A0-516A-42AA-A6F1-03326420E114}" dt="2020-04-26T08:56:48.999" v="588" actId="14100"/>
            <ac:spMkLst>
              <pc:docMk/>
              <pc:sldMasterMk cId="1235865983" sldId="2147483648"/>
              <pc:sldLayoutMk cId="1071542055" sldId="2147483660"/>
              <ac:spMk id="5" creationId="{2B011F02-4E86-406E-BC27-B13F605D6C44}"/>
            </ac:spMkLst>
          </pc:spChg>
          <pc:spChg chg="del">
            <ac:chgData name="Wael" userId="97126fac-0aa5-41d3-a48c-3a0c6da4216b" providerId="ADAL" clId="{549F69A0-516A-42AA-A6F1-03326420E114}" dt="2020-04-25T08:56:59.949" v="247" actId="478"/>
            <ac:spMkLst>
              <pc:docMk/>
              <pc:sldMasterMk cId="1235865983" sldId="2147483648"/>
              <pc:sldLayoutMk cId="1071542055" sldId="2147483660"/>
              <ac:spMk id="16" creationId="{C01CF2AC-D1C6-478C-91B8-B7769450BE83}"/>
            </ac:spMkLst>
          </pc:spChg>
          <pc:spChg chg="add del mod">
            <ac:chgData name="Wael" userId="97126fac-0aa5-41d3-a48c-3a0c6da4216b" providerId="ADAL" clId="{549F69A0-516A-42AA-A6F1-03326420E114}" dt="2020-04-26T09:12:57.311" v="593" actId="478"/>
            <ac:spMkLst>
              <pc:docMk/>
              <pc:sldMasterMk cId="1235865983" sldId="2147483648"/>
              <pc:sldLayoutMk cId="1071542055" sldId="2147483660"/>
              <ac:spMk id="17" creationId="{0092E2F0-69DC-4B37-B60B-D584A93AF068}"/>
            </ac:spMkLst>
          </pc:spChg>
          <pc:spChg chg="del">
            <ac:chgData name="Wael" userId="97126fac-0aa5-41d3-a48c-3a0c6da4216b" providerId="ADAL" clId="{549F69A0-516A-42AA-A6F1-03326420E114}" dt="2020-04-25T08:56:26.874" v="243" actId="478"/>
            <ac:spMkLst>
              <pc:docMk/>
              <pc:sldMasterMk cId="1235865983" sldId="2147483648"/>
              <pc:sldLayoutMk cId="1071542055" sldId="2147483660"/>
              <ac:spMk id="22" creationId="{67BC5C6D-A964-40A6-94D1-01E297BC7571}"/>
            </ac:spMkLst>
          </pc:spChg>
          <pc:spChg chg="del">
            <ac:chgData name="Wael" userId="97126fac-0aa5-41d3-a48c-3a0c6da4216b" providerId="ADAL" clId="{549F69A0-516A-42AA-A6F1-03326420E114}" dt="2020-04-25T08:56:25.052" v="242" actId="478"/>
            <ac:spMkLst>
              <pc:docMk/>
              <pc:sldMasterMk cId="1235865983" sldId="2147483648"/>
              <pc:sldLayoutMk cId="1071542055" sldId="2147483660"/>
              <ac:spMk id="24" creationId="{694A5CDA-8479-4341-AB45-D04919F38839}"/>
            </ac:spMkLst>
          </pc:spChg>
          <pc:spChg chg="del">
            <ac:chgData name="Wael" userId="97126fac-0aa5-41d3-a48c-3a0c6da4216b" providerId="ADAL" clId="{549F69A0-516A-42AA-A6F1-03326420E114}" dt="2020-04-25T08:56:22.049" v="241" actId="478"/>
            <ac:spMkLst>
              <pc:docMk/>
              <pc:sldMasterMk cId="1235865983" sldId="2147483648"/>
              <pc:sldLayoutMk cId="1071542055" sldId="2147483660"/>
              <ac:spMk id="26" creationId="{E80D62AD-110C-4E47-B9C5-1AD4694427B2}"/>
            </ac:spMkLst>
          </pc:spChg>
          <pc:picChg chg="add del mod">
            <ac:chgData name="Wael" userId="97126fac-0aa5-41d3-a48c-3a0c6da4216b" providerId="ADAL" clId="{549F69A0-516A-42AA-A6F1-03326420E114}" dt="2020-04-25T09:53:56.343" v="284" actId="478"/>
            <ac:picMkLst>
              <pc:docMk/>
              <pc:sldMasterMk cId="1235865983" sldId="2147483648"/>
              <pc:sldLayoutMk cId="1071542055" sldId="2147483660"/>
              <ac:picMk id="7" creationId="{F467356C-0040-43B7-BEE0-7DF13DDD3052}"/>
            </ac:picMkLst>
          </pc:picChg>
          <pc:picChg chg="add del mod ord">
            <ac:chgData name="Wael" userId="97126fac-0aa5-41d3-a48c-3a0c6da4216b" providerId="ADAL" clId="{549F69A0-516A-42AA-A6F1-03326420E114}" dt="2020-04-25T10:05:52.426" v="291" actId="478"/>
            <ac:picMkLst>
              <pc:docMk/>
              <pc:sldMasterMk cId="1235865983" sldId="2147483648"/>
              <pc:sldLayoutMk cId="1071542055" sldId="2147483660"/>
              <ac:picMk id="9" creationId="{7ECF0BE7-77EF-45BE-892F-222A14C49FBF}"/>
            </ac:picMkLst>
          </pc:picChg>
          <pc:picChg chg="mod ord">
            <ac:chgData name="Wael" userId="97126fac-0aa5-41d3-a48c-3a0c6da4216b" providerId="ADAL" clId="{549F69A0-516A-42AA-A6F1-03326420E114}" dt="2020-04-26T08:56:14.702" v="586" actId="1076"/>
            <ac:picMkLst>
              <pc:docMk/>
              <pc:sldMasterMk cId="1235865983" sldId="2147483648"/>
              <pc:sldLayoutMk cId="1071542055" sldId="2147483660"/>
              <ac:picMk id="11" creationId="{895B2141-6DEC-44EC-ACF8-4945C0B2ABF0}"/>
            </ac:picMkLst>
          </pc:picChg>
          <pc:picChg chg="add del mod">
            <ac:chgData name="Wael" userId="97126fac-0aa5-41d3-a48c-3a0c6da4216b" providerId="ADAL" clId="{549F69A0-516A-42AA-A6F1-03326420E114}" dt="2020-04-25T10:11:09.239" v="521" actId="478"/>
            <ac:picMkLst>
              <pc:docMk/>
              <pc:sldMasterMk cId="1235865983" sldId="2147483648"/>
              <pc:sldLayoutMk cId="1071542055" sldId="2147483660"/>
              <ac:picMk id="12" creationId="{67F6B2A7-3139-4932-B5B4-50B34FC7D6E7}"/>
            </ac:picMkLst>
          </pc:picChg>
          <pc:picChg chg="add del mod">
            <ac:chgData name="Wael" userId="97126fac-0aa5-41d3-a48c-3a0c6da4216b" providerId="ADAL" clId="{549F69A0-516A-42AA-A6F1-03326420E114}" dt="2020-04-25T10:22:43.572" v="530"/>
            <ac:picMkLst>
              <pc:docMk/>
              <pc:sldMasterMk cId="1235865983" sldId="2147483648"/>
              <pc:sldLayoutMk cId="1071542055" sldId="2147483660"/>
              <ac:picMk id="14" creationId="{071A3B72-337C-463D-B36F-6EDE78BB6573}"/>
            </ac:picMkLst>
          </pc:picChg>
          <pc:picChg chg="mod ord">
            <ac:chgData name="Wael" userId="97126fac-0aa5-41d3-a48c-3a0c6da4216b" providerId="ADAL" clId="{549F69A0-516A-42AA-A6F1-03326420E114}" dt="2020-04-26T08:56:30.329" v="587" actId="1076"/>
            <ac:picMkLst>
              <pc:docMk/>
              <pc:sldMasterMk cId="1235865983" sldId="2147483648"/>
              <pc:sldLayoutMk cId="1071542055" sldId="2147483660"/>
              <ac:picMk id="15" creationId="{43FFF521-4C45-49E1-BFE8-3F6A7C80B1D9}"/>
            </ac:picMkLst>
          </pc:picChg>
        </pc:sldLayoutChg>
      </pc:sldMasterChg>
    </pc:docChg>
  </pc:docChgLst>
  <pc:docChgLst>
    <pc:chgData name="Wael Hamze" userId="97126fac-0aa5-41d3-a48c-3a0c6da4216b" providerId="ADAL" clId="{8E29D1CC-67B8-4BA9-97D6-78F7CB920DAF}"/>
    <pc:docChg chg="undo custSel addSld delSld modSld">
      <pc:chgData name="Wael Hamze" userId="97126fac-0aa5-41d3-a48c-3a0c6da4216b" providerId="ADAL" clId="{8E29D1CC-67B8-4BA9-97D6-78F7CB920DAF}" dt="2023-04-11T07:02:42.120" v="733" actId="1076"/>
      <pc:docMkLst>
        <pc:docMk/>
      </pc:docMkLst>
      <pc:sldChg chg="modSp mod">
        <pc:chgData name="Wael Hamze" userId="97126fac-0aa5-41d3-a48c-3a0c6da4216b" providerId="ADAL" clId="{8E29D1CC-67B8-4BA9-97D6-78F7CB920DAF}" dt="2023-04-07T07:22:59.805" v="45" actId="20577"/>
        <pc:sldMkLst>
          <pc:docMk/>
          <pc:sldMk cId="3590237017" sldId="256"/>
        </pc:sldMkLst>
        <pc:spChg chg="mod">
          <ac:chgData name="Wael Hamze" userId="97126fac-0aa5-41d3-a48c-3a0c6da4216b" providerId="ADAL" clId="{8E29D1CC-67B8-4BA9-97D6-78F7CB920DAF}" dt="2023-04-07T07:22:59.805" v="45" actId="20577"/>
          <ac:spMkLst>
            <pc:docMk/>
            <pc:sldMk cId="3590237017" sldId="256"/>
            <ac:spMk id="2" creationId="{9FD93D3C-D109-42B8-8645-B42EBFEC585E}"/>
          </ac:spMkLst>
        </pc:spChg>
      </pc:sldChg>
      <pc:sldChg chg="addSp delSp modSp mod delAnim modAnim">
        <pc:chgData name="Wael Hamze" userId="97126fac-0aa5-41d3-a48c-3a0c6da4216b" providerId="ADAL" clId="{8E29D1CC-67B8-4BA9-97D6-78F7CB920DAF}" dt="2023-04-07T08:45:17.051" v="720" actId="20577"/>
        <pc:sldMkLst>
          <pc:docMk/>
          <pc:sldMk cId="1433608546" sldId="1444"/>
        </pc:sldMkLst>
        <pc:spChg chg="mod">
          <ac:chgData name="Wael Hamze" userId="97126fac-0aa5-41d3-a48c-3a0c6da4216b" providerId="ADAL" clId="{8E29D1CC-67B8-4BA9-97D6-78F7CB920DAF}" dt="2023-04-07T07:35:32.561" v="278" actId="20577"/>
          <ac:spMkLst>
            <pc:docMk/>
            <pc:sldMk cId="1433608546" sldId="1444"/>
            <ac:spMk id="2" creationId="{146AA587-B096-1FE1-4E53-46BCD0BAA5B8}"/>
          </ac:spMkLst>
        </pc:spChg>
        <pc:spChg chg="add del mod">
          <ac:chgData name="Wael Hamze" userId="97126fac-0aa5-41d3-a48c-3a0c6da4216b" providerId="ADAL" clId="{8E29D1CC-67B8-4BA9-97D6-78F7CB920DAF}" dt="2023-04-07T08:44:03.510" v="654" actId="478"/>
          <ac:spMkLst>
            <pc:docMk/>
            <pc:sldMk cId="1433608546" sldId="1444"/>
            <ac:spMk id="3" creationId="{4D951AC2-A76F-6C0D-FBE7-157F5CCB5FB0}"/>
          </ac:spMkLst>
        </pc:spChg>
        <pc:spChg chg="add del mod">
          <ac:chgData name="Wael Hamze" userId="97126fac-0aa5-41d3-a48c-3a0c6da4216b" providerId="ADAL" clId="{8E29D1CC-67B8-4BA9-97D6-78F7CB920DAF}" dt="2023-04-07T08:44:03.510" v="654" actId="478"/>
          <ac:spMkLst>
            <pc:docMk/>
            <pc:sldMk cId="1433608546" sldId="1444"/>
            <ac:spMk id="4" creationId="{DF8F42F1-AAB4-59E6-2600-28EFC7D64A20}"/>
          </ac:spMkLst>
        </pc:spChg>
        <pc:spChg chg="add del mod">
          <ac:chgData name="Wael Hamze" userId="97126fac-0aa5-41d3-a48c-3a0c6da4216b" providerId="ADAL" clId="{8E29D1CC-67B8-4BA9-97D6-78F7CB920DAF}" dt="2023-04-07T08:44:03.510" v="654" actId="478"/>
          <ac:spMkLst>
            <pc:docMk/>
            <pc:sldMk cId="1433608546" sldId="1444"/>
            <ac:spMk id="5" creationId="{8DF68687-69B4-B8E3-AC52-CD645D23D2AD}"/>
          </ac:spMkLst>
        </pc:spChg>
        <pc:spChg chg="add del mod">
          <ac:chgData name="Wael Hamze" userId="97126fac-0aa5-41d3-a48c-3a0c6da4216b" providerId="ADAL" clId="{8E29D1CC-67B8-4BA9-97D6-78F7CB920DAF}" dt="2023-04-07T08:43:01.661" v="626" actId="1076"/>
          <ac:spMkLst>
            <pc:docMk/>
            <pc:sldMk cId="1433608546" sldId="1444"/>
            <ac:spMk id="8" creationId="{F71587BA-8FE7-B8EA-1BEE-3292843A5197}"/>
          </ac:spMkLst>
        </pc:spChg>
        <pc:spChg chg="add del mod">
          <ac:chgData name="Wael Hamze" userId="97126fac-0aa5-41d3-a48c-3a0c6da4216b" providerId="ADAL" clId="{8E29D1CC-67B8-4BA9-97D6-78F7CB920DAF}" dt="2023-04-07T08:37:05.713" v="371" actId="478"/>
          <ac:spMkLst>
            <pc:docMk/>
            <pc:sldMk cId="1433608546" sldId="1444"/>
            <ac:spMk id="9" creationId="{07F14457-B744-6E85-B783-45647B611C24}"/>
          </ac:spMkLst>
        </pc:spChg>
        <pc:spChg chg="add del mod">
          <ac:chgData name="Wael Hamze" userId="97126fac-0aa5-41d3-a48c-3a0c6da4216b" providerId="ADAL" clId="{8E29D1CC-67B8-4BA9-97D6-78F7CB920DAF}" dt="2023-04-07T08:37:08.307" v="372" actId="478"/>
          <ac:spMkLst>
            <pc:docMk/>
            <pc:sldMk cId="1433608546" sldId="1444"/>
            <ac:spMk id="10" creationId="{05071772-0CC0-777C-9EFD-3015F29E43CE}"/>
          </ac:spMkLst>
        </pc:spChg>
        <pc:spChg chg="add mod">
          <ac:chgData name="Wael Hamze" userId="97126fac-0aa5-41d3-a48c-3a0c6da4216b" providerId="ADAL" clId="{8E29D1CC-67B8-4BA9-97D6-78F7CB920DAF}" dt="2023-04-07T08:43:01.661" v="626" actId="1076"/>
          <ac:spMkLst>
            <pc:docMk/>
            <pc:sldMk cId="1433608546" sldId="1444"/>
            <ac:spMk id="13" creationId="{0A4881EE-320F-63A3-3CCA-F307EE37C7C9}"/>
          </ac:spMkLst>
        </pc:spChg>
        <pc:spChg chg="add mod">
          <ac:chgData name="Wael Hamze" userId="97126fac-0aa5-41d3-a48c-3a0c6da4216b" providerId="ADAL" clId="{8E29D1CC-67B8-4BA9-97D6-78F7CB920DAF}" dt="2023-04-07T08:43:01.661" v="626" actId="1076"/>
          <ac:spMkLst>
            <pc:docMk/>
            <pc:sldMk cId="1433608546" sldId="1444"/>
            <ac:spMk id="14" creationId="{360A710A-1EEF-BFA6-4023-DBA7081E4FAA}"/>
          </ac:spMkLst>
        </pc:spChg>
        <pc:spChg chg="add mod">
          <ac:chgData name="Wael Hamze" userId="97126fac-0aa5-41d3-a48c-3a0c6da4216b" providerId="ADAL" clId="{8E29D1CC-67B8-4BA9-97D6-78F7CB920DAF}" dt="2023-04-07T08:44:21.415" v="657" actId="1076"/>
          <ac:spMkLst>
            <pc:docMk/>
            <pc:sldMk cId="1433608546" sldId="1444"/>
            <ac:spMk id="15" creationId="{F2734F47-5F96-2E79-163C-97C2C4828505}"/>
          </ac:spMkLst>
        </pc:spChg>
        <pc:spChg chg="add del mod">
          <ac:chgData name="Wael Hamze" userId="97126fac-0aa5-41d3-a48c-3a0c6da4216b" providerId="ADAL" clId="{8E29D1CC-67B8-4BA9-97D6-78F7CB920DAF}" dt="2023-04-07T08:41:16.060" v="568" actId="478"/>
          <ac:spMkLst>
            <pc:docMk/>
            <pc:sldMk cId="1433608546" sldId="1444"/>
            <ac:spMk id="16" creationId="{ACCDEFF0-183D-5B86-6017-E38544CF8CBC}"/>
          </ac:spMkLst>
        </pc:spChg>
        <pc:spChg chg="add mod">
          <ac:chgData name="Wael Hamze" userId="97126fac-0aa5-41d3-a48c-3a0c6da4216b" providerId="ADAL" clId="{8E29D1CC-67B8-4BA9-97D6-78F7CB920DAF}" dt="2023-04-07T08:44:21.415" v="657" actId="1076"/>
          <ac:spMkLst>
            <pc:docMk/>
            <pc:sldMk cId="1433608546" sldId="1444"/>
            <ac:spMk id="17" creationId="{89A9B94B-F9E1-865F-59FC-9A166E2F7857}"/>
          </ac:spMkLst>
        </pc:spChg>
        <pc:spChg chg="add mod">
          <ac:chgData name="Wael Hamze" userId="97126fac-0aa5-41d3-a48c-3a0c6da4216b" providerId="ADAL" clId="{8E29D1CC-67B8-4BA9-97D6-78F7CB920DAF}" dt="2023-04-07T08:44:21.415" v="657" actId="1076"/>
          <ac:spMkLst>
            <pc:docMk/>
            <pc:sldMk cId="1433608546" sldId="1444"/>
            <ac:spMk id="18" creationId="{70EBADB5-1FCC-B02F-12D3-AC92897BA10C}"/>
          </ac:spMkLst>
        </pc:spChg>
        <pc:spChg chg="add mod">
          <ac:chgData name="Wael Hamze" userId="97126fac-0aa5-41d3-a48c-3a0c6da4216b" providerId="ADAL" clId="{8E29D1CC-67B8-4BA9-97D6-78F7CB920DAF}" dt="2023-04-07T08:44:21.415" v="657" actId="1076"/>
          <ac:spMkLst>
            <pc:docMk/>
            <pc:sldMk cId="1433608546" sldId="1444"/>
            <ac:spMk id="19" creationId="{CE354F75-33D2-D53C-1F9F-E42BBDB4F332}"/>
          </ac:spMkLst>
        </pc:spChg>
        <pc:spChg chg="add mod">
          <ac:chgData name="Wael Hamze" userId="97126fac-0aa5-41d3-a48c-3a0c6da4216b" providerId="ADAL" clId="{8E29D1CC-67B8-4BA9-97D6-78F7CB920DAF}" dt="2023-04-07T08:44:28.618" v="658" actId="1076"/>
          <ac:spMkLst>
            <pc:docMk/>
            <pc:sldMk cId="1433608546" sldId="1444"/>
            <ac:spMk id="20" creationId="{C53D1C2B-C597-54A4-EDD6-0BB91A5A837A}"/>
          </ac:spMkLst>
        </pc:spChg>
        <pc:spChg chg="add mod">
          <ac:chgData name="Wael Hamze" userId="97126fac-0aa5-41d3-a48c-3a0c6da4216b" providerId="ADAL" clId="{8E29D1CC-67B8-4BA9-97D6-78F7CB920DAF}" dt="2023-04-07T08:44:28.618" v="658" actId="1076"/>
          <ac:spMkLst>
            <pc:docMk/>
            <pc:sldMk cId="1433608546" sldId="1444"/>
            <ac:spMk id="21" creationId="{81B69401-008D-638B-F884-653700CC0FC3}"/>
          </ac:spMkLst>
        </pc:spChg>
        <pc:spChg chg="add mod">
          <ac:chgData name="Wael Hamze" userId="97126fac-0aa5-41d3-a48c-3a0c6da4216b" providerId="ADAL" clId="{8E29D1CC-67B8-4BA9-97D6-78F7CB920DAF}" dt="2023-04-07T08:44:28.618" v="658" actId="1076"/>
          <ac:spMkLst>
            <pc:docMk/>
            <pc:sldMk cId="1433608546" sldId="1444"/>
            <ac:spMk id="22" creationId="{F026BA5C-8985-A566-0E15-BD51D4CB2F71}"/>
          </ac:spMkLst>
        </pc:spChg>
        <pc:spChg chg="add mod">
          <ac:chgData name="Wael Hamze" userId="97126fac-0aa5-41d3-a48c-3a0c6da4216b" providerId="ADAL" clId="{8E29D1CC-67B8-4BA9-97D6-78F7CB920DAF}" dt="2023-04-07T08:44:28.618" v="658" actId="1076"/>
          <ac:spMkLst>
            <pc:docMk/>
            <pc:sldMk cId="1433608546" sldId="1444"/>
            <ac:spMk id="23" creationId="{0F76EA37-7EC7-7425-2FE7-72561B532AD5}"/>
          </ac:spMkLst>
        </pc:spChg>
        <pc:spChg chg="add mod">
          <ac:chgData name="Wael Hamze" userId="97126fac-0aa5-41d3-a48c-3a0c6da4216b" providerId="ADAL" clId="{8E29D1CC-67B8-4BA9-97D6-78F7CB920DAF}" dt="2023-04-07T08:44:49.208" v="697" actId="20577"/>
          <ac:spMkLst>
            <pc:docMk/>
            <pc:sldMk cId="1433608546" sldId="1444"/>
            <ac:spMk id="24" creationId="{AF0743C1-95D1-D954-60B7-709A131C70AB}"/>
          </ac:spMkLst>
        </pc:spChg>
        <pc:spChg chg="add mod">
          <ac:chgData name="Wael Hamze" userId="97126fac-0aa5-41d3-a48c-3a0c6da4216b" providerId="ADAL" clId="{8E29D1CC-67B8-4BA9-97D6-78F7CB920DAF}" dt="2023-04-07T08:44:39.829" v="660" actId="1076"/>
          <ac:spMkLst>
            <pc:docMk/>
            <pc:sldMk cId="1433608546" sldId="1444"/>
            <ac:spMk id="25" creationId="{AE5920A8-91AA-FA97-9751-46567F565F89}"/>
          </ac:spMkLst>
        </pc:spChg>
        <pc:spChg chg="add mod">
          <ac:chgData name="Wael Hamze" userId="97126fac-0aa5-41d3-a48c-3a0c6da4216b" providerId="ADAL" clId="{8E29D1CC-67B8-4BA9-97D6-78F7CB920DAF}" dt="2023-04-07T08:45:04.057" v="708" actId="20577"/>
          <ac:spMkLst>
            <pc:docMk/>
            <pc:sldMk cId="1433608546" sldId="1444"/>
            <ac:spMk id="26" creationId="{CECBC5A6-F018-EC12-63D8-B1C681B8B6C3}"/>
          </ac:spMkLst>
        </pc:spChg>
        <pc:spChg chg="add mod">
          <ac:chgData name="Wael Hamze" userId="97126fac-0aa5-41d3-a48c-3a0c6da4216b" providerId="ADAL" clId="{8E29D1CC-67B8-4BA9-97D6-78F7CB920DAF}" dt="2023-04-07T08:45:17.051" v="720" actId="20577"/>
          <ac:spMkLst>
            <pc:docMk/>
            <pc:sldMk cId="1433608546" sldId="1444"/>
            <ac:spMk id="27" creationId="{6D21A2E3-B8E9-CFA3-941F-34BE2A3ED741}"/>
          </ac:spMkLst>
        </pc:spChg>
        <pc:picChg chg="add del mod">
          <ac:chgData name="Wael Hamze" userId="97126fac-0aa5-41d3-a48c-3a0c6da4216b" providerId="ADAL" clId="{8E29D1CC-67B8-4BA9-97D6-78F7CB920DAF}" dt="2023-04-07T08:44:03.510" v="654" actId="478"/>
          <ac:picMkLst>
            <pc:docMk/>
            <pc:sldMk cId="1433608546" sldId="1444"/>
            <ac:picMk id="6" creationId="{E4BBCF8B-8417-0A3B-4510-ACBFF18A55CC}"/>
          </ac:picMkLst>
        </pc:picChg>
        <pc:picChg chg="add del mod">
          <ac:chgData name="Wael Hamze" userId="97126fac-0aa5-41d3-a48c-3a0c6da4216b" providerId="ADAL" clId="{8E29D1CC-67B8-4BA9-97D6-78F7CB920DAF}" dt="2023-04-07T08:44:03.510" v="654" actId="478"/>
          <ac:picMkLst>
            <pc:docMk/>
            <pc:sldMk cId="1433608546" sldId="1444"/>
            <ac:picMk id="7" creationId="{5775A91A-DB9A-027D-715B-7F14CE6FFF0C}"/>
          </ac:picMkLst>
        </pc:picChg>
        <pc:picChg chg="add del mod">
          <ac:chgData name="Wael Hamze" userId="97126fac-0aa5-41d3-a48c-3a0c6da4216b" providerId="ADAL" clId="{8E29D1CC-67B8-4BA9-97D6-78F7CB920DAF}" dt="2023-04-07T08:37:11.570" v="373" actId="478"/>
          <ac:picMkLst>
            <pc:docMk/>
            <pc:sldMk cId="1433608546" sldId="1444"/>
            <ac:picMk id="11" creationId="{49717EAE-9D01-5013-5D77-B176F0C4D473}"/>
          </ac:picMkLst>
        </pc:picChg>
        <pc:picChg chg="add del mod">
          <ac:chgData name="Wael Hamze" userId="97126fac-0aa5-41d3-a48c-3a0c6da4216b" providerId="ADAL" clId="{8E29D1CC-67B8-4BA9-97D6-78F7CB920DAF}" dt="2023-04-07T08:37:15.075" v="374" actId="478"/>
          <ac:picMkLst>
            <pc:docMk/>
            <pc:sldMk cId="1433608546" sldId="1444"/>
            <ac:picMk id="12" creationId="{0ADFC5A4-529D-A316-330C-33FD346196F9}"/>
          </ac:picMkLst>
        </pc:picChg>
        <pc:picChg chg="del">
          <ac:chgData name="Wael Hamze" userId="97126fac-0aa5-41d3-a48c-3a0c6da4216b" providerId="ADAL" clId="{8E29D1CC-67B8-4BA9-97D6-78F7CB920DAF}" dt="2023-04-07T07:35:04.438" v="227" actId="478"/>
          <ac:picMkLst>
            <pc:docMk/>
            <pc:sldMk cId="1433608546" sldId="1444"/>
            <ac:picMk id="1026" creationId="{AD828826-9F6A-2A2C-18A6-7BC2AB2281D6}"/>
          </ac:picMkLst>
        </pc:picChg>
      </pc:sldChg>
      <pc:sldChg chg="modSp modAnim">
        <pc:chgData name="Wael Hamze" userId="97126fac-0aa5-41d3-a48c-3a0c6da4216b" providerId="ADAL" clId="{8E29D1CC-67B8-4BA9-97D6-78F7CB920DAF}" dt="2023-04-07T07:28:14.291" v="226" actId="20577"/>
        <pc:sldMkLst>
          <pc:docMk/>
          <pc:sldMk cId="58514968" sldId="1447"/>
        </pc:sldMkLst>
        <pc:spChg chg="mod">
          <ac:chgData name="Wael Hamze" userId="97126fac-0aa5-41d3-a48c-3a0c6da4216b" providerId="ADAL" clId="{8E29D1CC-67B8-4BA9-97D6-78F7CB920DAF}" dt="2023-04-07T07:28:14.291" v="226" actId="20577"/>
          <ac:spMkLst>
            <pc:docMk/>
            <pc:sldMk cId="58514968" sldId="1447"/>
            <ac:spMk id="3" creationId="{A8D25493-EF12-46AB-C740-F8319F224472}"/>
          </ac:spMkLst>
        </pc:spChg>
      </pc:sldChg>
      <pc:sldChg chg="modSp add mod">
        <pc:chgData name="Wael Hamze" userId="97126fac-0aa5-41d3-a48c-3a0c6da4216b" providerId="ADAL" clId="{8E29D1CC-67B8-4BA9-97D6-78F7CB920DAF}" dt="2023-04-07T07:36:49.472" v="364" actId="20577"/>
        <pc:sldMkLst>
          <pc:docMk/>
          <pc:sldMk cId="564386446" sldId="1450"/>
        </pc:sldMkLst>
        <pc:spChg chg="mod">
          <ac:chgData name="Wael Hamze" userId="97126fac-0aa5-41d3-a48c-3a0c6da4216b" providerId="ADAL" clId="{8E29D1CC-67B8-4BA9-97D6-78F7CB920DAF}" dt="2023-04-07T07:36:49.472" v="364" actId="20577"/>
          <ac:spMkLst>
            <pc:docMk/>
            <pc:sldMk cId="564386446" sldId="1450"/>
            <ac:spMk id="2" creationId="{146AA587-B096-1FE1-4E53-46BCD0BAA5B8}"/>
          </ac:spMkLst>
        </pc:spChg>
      </pc:sldChg>
      <pc:sldChg chg="add del">
        <pc:chgData name="Wael Hamze" userId="97126fac-0aa5-41d3-a48c-3a0c6da4216b" providerId="ADAL" clId="{8E29D1CC-67B8-4BA9-97D6-78F7CB920DAF}" dt="2023-04-11T06:59:35.953" v="722" actId="47"/>
        <pc:sldMkLst>
          <pc:docMk/>
          <pc:sldMk cId="869751142" sldId="1451"/>
        </pc:sldMkLst>
      </pc:sldChg>
      <pc:sldChg chg="delSp modSp add mod delAnim">
        <pc:chgData name="Wael Hamze" userId="97126fac-0aa5-41d3-a48c-3a0c6da4216b" providerId="ADAL" clId="{8E29D1CC-67B8-4BA9-97D6-78F7CB920DAF}" dt="2023-04-11T07:02:42.120" v="733" actId="1076"/>
        <pc:sldMkLst>
          <pc:docMk/>
          <pc:sldMk cId="1741386772" sldId="1451"/>
        </pc:sldMkLst>
        <pc:spChg chg="del">
          <ac:chgData name="Wael Hamze" userId="97126fac-0aa5-41d3-a48c-3a0c6da4216b" providerId="ADAL" clId="{8E29D1CC-67B8-4BA9-97D6-78F7CB920DAF}" dt="2023-04-11T07:01:52.529" v="726" actId="478"/>
          <ac:spMkLst>
            <pc:docMk/>
            <pc:sldMk cId="1741386772" sldId="1451"/>
            <ac:spMk id="8" creationId="{F71587BA-8FE7-B8EA-1BEE-3292843A5197}"/>
          </ac:spMkLst>
        </pc:spChg>
        <pc:spChg chg="del">
          <ac:chgData name="Wael Hamze" userId="97126fac-0aa5-41d3-a48c-3a0c6da4216b" providerId="ADAL" clId="{8E29D1CC-67B8-4BA9-97D6-78F7CB920DAF}" dt="2023-04-11T07:01:52.529" v="726" actId="478"/>
          <ac:spMkLst>
            <pc:docMk/>
            <pc:sldMk cId="1741386772" sldId="1451"/>
            <ac:spMk id="13" creationId="{0A4881EE-320F-63A3-3CCA-F307EE37C7C9}"/>
          </ac:spMkLst>
        </pc:spChg>
        <pc:spChg chg="del">
          <ac:chgData name="Wael Hamze" userId="97126fac-0aa5-41d3-a48c-3a0c6da4216b" providerId="ADAL" clId="{8E29D1CC-67B8-4BA9-97D6-78F7CB920DAF}" dt="2023-04-11T07:01:52.529" v="726" actId="478"/>
          <ac:spMkLst>
            <pc:docMk/>
            <pc:sldMk cId="1741386772" sldId="1451"/>
            <ac:spMk id="14" creationId="{360A710A-1EEF-BFA6-4023-DBA7081E4FAA}"/>
          </ac:spMkLst>
        </pc:spChg>
        <pc:spChg chg="mod">
          <ac:chgData name="Wael Hamze" userId="97126fac-0aa5-41d3-a48c-3a0c6da4216b" providerId="ADAL" clId="{8E29D1CC-67B8-4BA9-97D6-78F7CB920DAF}" dt="2023-04-11T07:02:18.064" v="729" actId="14100"/>
          <ac:spMkLst>
            <pc:docMk/>
            <pc:sldMk cId="1741386772" sldId="1451"/>
            <ac:spMk id="15" creationId="{F2734F47-5F96-2E79-163C-97C2C4828505}"/>
          </ac:spMkLst>
        </pc:spChg>
        <pc:spChg chg="mod">
          <ac:chgData name="Wael Hamze" userId="97126fac-0aa5-41d3-a48c-3a0c6da4216b" providerId="ADAL" clId="{8E29D1CC-67B8-4BA9-97D6-78F7CB920DAF}" dt="2023-04-11T07:02:30.204" v="731" actId="14100"/>
          <ac:spMkLst>
            <pc:docMk/>
            <pc:sldMk cId="1741386772" sldId="1451"/>
            <ac:spMk id="17" creationId="{89A9B94B-F9E1-865F-59FC-9A166E2F7857}"/>
          </ac:spMkLst>
        </pc:spChg>
        <pc:spChg chg="mod">
          <ac:chgData name="Wael Hamze" userId="97126fac-0aa5-41d3-a48c-3a0c6da4216b" providerId="ADAL" clId="{8E29D1CC-67B8-4BA9-97D6-78F7CB920DAF}" dt="2023-04-11T07:02:37.643" v="732" actId="1076"/>
          <ac:spMkLst>
            <pc:docMk/>
            <pc:sldMk cId="1741386772" sldId="1451"/>
            <ac:spMk id="18" creationId="{70EBADB5-1FCC-B02F-12D3-AC92897BA10C}"/>
          </ac:spMkLst>
        </pc:spChg>
        <pc:spChg chg="mod">
          <ac:chgData name="Wael Hamze" userId="97126fac-0aa5-41d3-a48c-3a0c6da4216b" providerId="ADAL" clId="{8E29D1CC-67B8-4BA9-97D6-78F7CB920DAF}" dt="2023-04-11T07:02:42.120" v="733" actId="1076"/>
          <ac:spMkLst>
            <pc:docMk/>
            <pc:sldMk cId="1741386772" sldId="1451"/>
            <ac:spMk id="19" creationId="{CE354F75-33D2-D53C-1F9F-E42BBDB4F332}"/>
          </ac:spMkLst>
        </pc:spChg>
        <pc:spChg chg="del">
          <ac:chgData name="Wael Hamze" userId="97126fac-0aa5-41d3-a48c-3a0c6da4216b" providerId="ADAL" clId="{8E29D1CC-67B8-4BA9-97D6-78F7CB920DAF}" dt="2023-04-11T07:01:38.971" v="725" actId="478"/>
          <ac:spMkLst>
            <pc:docMk/>
            <pc:sldMk cId="1741386772" sldId="1451"/>
            <ac:spMk id="20" creationId="{C53D1C2B-C597-54A4-EDD6-0BB91A5A837A}"/>
          </ac:spMkLst>
        </pc:spChg>
        <pc:spChg chg="del">
          <ac:chgData name="Wael Hamze" userId="97126fac-0aa5-41d3-a48c-3a0c6da4216b" providerId="ADAL" clId="{8E29D1CC-67B8-4BA9-97D6-78F7CB920DAF}" dt="2023-04-11T07:01:38.971" v="725" actId="478"/>
          <ac:spMkLst>
            <pc:docMk/>
            <pc:sldMk cId="1741386772" sldId="1451"/>
            <ac:spMk id="21" creationId="{81B69401-008D-638B-F884-653700CC0FC3}"/>
          </ac:spMkLst>
        </pc:spChg>
        <pc:spChg chg="del">
          <ac:chgData name="Wael Hamze" userId="97126fac-0aa5-41d3-a48c-3a0c6da4216b" providerId="ADAL" clId="{8E29D1CC-67B8-4BA9-97D6-78F7CB920DAF}" dt="2023-04-11T07:01:38.971" v="725" actId="478"/>
          <ac:spMkLst>
            <pc:docMk/>
            <pc:sldMk cId="1741386772" sldId="1451"/>
            <ac:spMk id="22" creationId="{F026BA5C-8985-A566-0E15-BD51D4CB2F71}"/>
          </ac:spMkLst>
        </pc:spChg>
        <pc:spChg chg="del">
          <ac:chgData name="Wael Hamze" userId="97126fac-0aa5-41d3-a48c-3a0c6da4216b" providerId="ADAL" clId="{8E29D1CC-67B8-4BA9-97D6-78F7CB920DAF}" dt="2023-04-11T07:01:38.971" v="725" actId="478"/>
          <ac:spMkLst>
            <pc:docMk/>
            <pc:sldMk cId="1741386772" sldId="1451"/>
            <ac:spMk id="23" creationId="{0F76EA37-7EC7-7425-2FE7-72561B532AD5}"/>
          </ac:spMkLst>
        </pc:spChg>
        <pc:spChg chg="del">
          <ac:chgData name="Wael Hamze" userId="97126fac-0aa5-41d3-a48c-3a0c6da4216b" providerId="ADAL" clId="{8E29D1CC-67B8-4BA9-97D6-78F7CB920DAF}" dt="2023-04-11T07:01:32.816" v="724" actId="478"/>
          <ac:spMkLst>
            <pc:docMk/>
            <pc:sldMk cId="1741386772" sldId="1451"/>
            <ac:spMk id="24" creationId="{AF0743C1-95D1-D954-60B7-709A131C70AB}"/>
          </ac:spMkLst>
        </pc:spChg>
        <pc:spChg chg="del">
          <ac:chgData name="Wael Hamze" userId="97126fac-0aa5-41d3-a48c-3a0c6da4216b" providerId="ADAL" clId="{8E29D1CC-67B8-4BA9-97D6-78F7CB920DAF}" dt="2023-04-11T07:01:32.816" v="724" actId="478"/>
          <ac:spMkLst>
            <pc:docMk/>
            <pc:sldMk cId="1741386772" sldId="1451"/>
            <ac:spMk id="25" creationId="{AE5920A8-91AA-FA97-9751-46567F565F89}"/>
          </ac:spMkLst>
        </pc:spChg>
        <pc:spChg chg="del">
          <ac:chgData name="Wael Hamze" userId="97126fac-0aa5-41d3-a48c-3a0c6da4216b" providerId="ADAL" clId="{8E29D1CC-67B8-4BA9-97D6-78F7CB920DAF}" dt="2023-04-11T07:01:32.816" v="724" actId="478"/>
          <ac:spMkLst>
            <pc:docMk/>
            <pc:sldMk cId="1741386772" sldId="1451"/>
            <ac:spMk id="26" creationId="{CECBC5A6-F018-EC12-63D8-B1C681B8B6C3}"/>
          </ac:spMkLst>
        </pc:spChg>
        <pc:spChg chg="del">
          <ac:chgData name="Wael Hamze" userId="97126fac-0aa5-41d3-a48c-3a0c6da4216b" providerId="ADAL" clId="{8E29D1CC-67B8-4BA9-97D6-78F7CB920DAF}" dt="2023-04-11T07:01:32.816" v="724" actId="478"/>
          <ac:spMkLst>
            <pc:docMk/>
            <pc:sldMk cId="1741386772" sldId="1451"/>
            <ac:spMk id="27" creationId="{6D21A2E3-B8E9-CFA3-941F-34BE2A3ED741}"/>
          </ac:spMkLst>
        </pc:spChg>
      </pc:sldChg>
    </pc:docChg>
  </pc:docChgLst>
  <pc:docChgLst>
    <pc:chgData name="Wael" userId="97126fac-0aa5-41d3-a48c-3a0c6da4216b" providerId="ADAL" clId="{48C7124F-C628-4773-86DE-A0611460C0DC}"/>
    <pc:docChg chg="undo custSel addSld delSld modSld sldOrd modMainMaster">
      <pc:chgData name="Wael" userId="97126fac-0aa5-41d3-a48c-3a0c6da4216b" providerId="ADAL" clId="{48C7124F-C628-4773-86DE-A0611460C0DC}" dt="2020-07-02T07:32:21.106" v="9584" actId="20577"/>
      <pc:docMkLst>
        <pc:docMk/>
      </pc:docMkLst>
      <pc:sldChg chg="modSp mod modNotesTx">
        <pc:chgData name="Wael" userId="97126fac-0aa5-41d3-a48c-3a0c6da4216b" providerId="ADAL" clId="{48C7124F-C628-4773-86DE-A0611460C0DC}" dt="2020-06-26T05:47:45.002" v="8744" actId="20577"/>
        <pc:sldMkLst>
          <pc:docMk/>
          <pc:sldMk cId="3590237017" sldId="256"/>
        </pc:sldMkLst>
        <pc:spChg chg="mod">
          <ac:chgData name="Wael" userId="97126fac-0aa5-41d3-a48c-3a0c6da4216b" providerId="ADAL" clId="{48C7124F-C628-4773-86DE-A0611460C0DC}" dt="2020-06-26T05:47:45.002" v="8744" actId="20577"/>
          <ac:spMkLst>
            <pc:docMk/>
            <pc:sldMk cId="3590237017" sldId="256"/>
            <ac:spMk id="2" creationId="{9FD93D3C-D109-42B8-8645-B42EBFEC585E}"/>
          </ac:spMkLst>
        </pc:spChg>
      </pc:sldChg>
      <pc:sldChg chg="del">
        <pc:chgData name="Wael" userId="97126fac-0aa5-41d3-a48c-3a0c6da4216b" providerId="ADAL" clId="{48C7124F-C628-4773-86DE-A0611460C0DC}" dt="2020-06-24T14:37:57.638" v="2004" actId="47"/>
        <pc:sldMkLst>
          <pc:docMk/>
          <pc:sldMk cId="3679026799" sldId="257"/>
        </pc:sldMkLst>
      </pc:sldChg>
      <pc:sldChg chg="addSp delSp modSp mod delAnim modAnim modNotesTx">
        <pc:chgData name="Wael" userId="97126fac-0aa5-41d3-a48c-3a0c6da4216b" providerId="ADAL" clId="{48C7124F-C628-4773-86DE-A0611460C0DC}" dt="2020-06-24T06:24:35.461" v="851" actId="1076"/>
        <pc:sldMkLst>
          <pc:docMk/>
          <pc:sldMk cId="3463923734" sldId="258"/>
        </pc:sldMkLst>
        <pc:spChg chg="mod">
          <ac:chgData name="Wael" userId="97126fac-0aa5-41d3-a48c-3a0c6da4216b" providerId="ADAL" clId="{48C7124F-C628-4773-86DE-A0611460C0DC}" dt="2020-06-24T05:53:25.052" v="33" actId="20577"/>
          <ac:spMkLst>
            <pc:docMk/>
            <pc:sldMk cId="3463923734" sldId="258"/>
            <ac:spMk id="2" creationId="{019FB408-9308-46FB-B720-ECA4384E8012}"/>
          </ac:spMkLst>
        </pc:spChg>
        <pc:spChg chg="del">
          <ac:chgData name="Wael" userId="97126fac-0aa5-41d3-a48c-3a0c6da4216b" providerId="ADAL" clId="{48C7124F-C628-4773-86DE-A0611460C0DC}" dt="2020-06-24T06:04:28.083" v="128" actId="478"/>
          <ac:spMkLst>
            <pc:docMk/>
            <pc:sldMk cId="3463923734" sldId="258"/>
            <ac:spMk id="4" creationId="{E0321A9D-7045-4E09-AFCD-70CDBB591E18}"/>
          </ac:spMkLst>
        </pc:spChg>
        <pc:spChg chg="del">
          <ac:chgData name="Wael" userId="97126fac-0aa5-41d3-a48c-3a0c6da4216b" providerId="ADAL" clId="{48C7124F-C628-4773-86DE-A0611460C0DC}" dt="2020-06-24T06:04:28.083" v="128" actId="478"/>
          <ac:spMkLst>
            <pc:docMk/>
            <pc:sldMk cId="3463923734" sldId="258"/>
            <ac:spMk id="5" creationId="{89E942B5-8DDF-4D67-ACCC-3B2108D7DCE3}"/>
          </ac:spMkLst>
        </pc:spChg>
        <pc:spChg chg="del">
          <ac:chgData name="Wael" userId="97126fac-0aa5-41d3-a48c-3a0c6da4216b" providerId="ADAL" clId="{48C7124F-C628-4773-86DE-A0611460C0DC}" dt="2020-06-24T06:04:28.083" v="128" actId="478"/>
          <ac:spMkLst>
            <pc:docMk/>
            <pc:sldMk cId="3463923734" sldId="258"/>
            <ac:spMk id="11" creationId="{C996B7AE-2394-4382-ABDB-D32A6616D193}"/>
          </ac:spMkLst>
        </pc:spChg>
        <pc:spChg chg="del">
          <ac:chgData name="Wael" userId="97126fac-0aa5-41d3-a48c-3a0c6da4216b" providerId="ADAL" clId="{48C7124F-C628-4773-86DE-A0611460C0DC}" dt="2020-06-24T06:04:28.083" v="128" actId="478"/>
          <ac:spMkLst>
            <pc:docMk/>
            <pc:sldMk cId="3463923734" sldId="258"/>
            <ac:spMk id="13" creationId="{235AAD4F-D4FB-4627-8AF9-2F0F40B92FB3}"/>
          </ac:spMkLst>
        </pc:spChg>
        <pc:spChg chg="del">
          <ac:chgData name="Wael" userId="97126fac-0aa5-41d3-a48c-3a0c6da4216b" providerId="ADAL" clId="{48C7124F-C628-4773-86DE-A0611460C0DC}" dt="2020-06-24T06:04:28.083" v="128" actId="478"/>
          <ac:spMkLst>
            <pc:docMk/>
            <pc:sldMk cId="3463923734" sldId="258"/>
            <ac:spMk id="14" creationId="{176BB0EE-56FF-4B36-AAFF-85247F208244}"/>
          </ac:spMkLst>
        </pc:spChg>
        <pc:spChg chg="del">
          <ac:chgData name="Wael" userId="97126fac-0aa5-41d3-a48c-3a0c6da4216b" providerId="ADAL" clId="{48C7124F-C628-4773-86DE-A0611460C0DC}" dt="2020-06-24T06:04:28.083" v="128" actId="478"/>
          <ac:spMkLst>
            <pc:docMk/>
            <pc:sldMk cId="3463923734" sldId="258"/>
            <ac:spMk id="15" creationId="{98E4BF77-B236-4D7A-8D7D-44502EB334C3}"/>
          </ac:spMkLst>
        </pc:spChg>
        <pc:spChg chg="del">
          <ac:chgData name="Wael" userId="97126fac-0aa5-41d3-a48c-3a0c6da4216b" providerId="ADAL" clId="{48C7124F-C628-4773-86DE-A0611460C0DC}" dt="2020-06-24T06:04:28.083" v="128" actId="478"/>
          <ac:spMkLst>
            <pc:docMk/>
            <pc:sldMk cId="3463923734" sldId="258"/>
            <ac:spMk id="18" creationId="{69A1D79D-7E53-4A38-8633-AF95F78CF816}"/>
          </ac:spMkLst>
        </pc:spChg>
        <pc:spChg chg="del">
          <ac:chgData name="Wael" userId="97126fac-0aa5-41d3-a48c-3a0c6da4216b" providerId="ADAL" clId="{48C7124F-C628-4773-86DE-A0611460C0DC}" dt="2020-06-24T06:04:28.083" v="128" actId="478"/>
          <ac:spMkLst>
            <pc:docMk/>
            <pc:sldMk cId="3463923734" sldId="258"/>
            <ac:spMk id="19" creationId="{1FD06A1E-7FFD-4475-B02C-8570AF86FA52}"/>
          </ac:spMkLst>
        </pc:spChg>
        <pc:spChg chg="del">
          <ac:chgData name="Wael" userId="97126fac-0aa5-41d3-a48c-3a0c6da4216b" providerId="ADAL" clId="{48C7124F-C628-4773-86DE-A0611460C0DC}" dt="2020-06-24T06:04:28.083" v="128" actId="478"/>
          <ac:spMkLst>
            <pc:docMk/>
            <pc:sldMk cId="3463923734" sldId="258"/>
            <ac:spMk id="20" creationId="{2139E0CA-54CB-41E3-A9E3-77C1A625AA12}"/>
          </ac:spMkLst>
        </pc:spChg>
        <pc:spChg chg="del">
          <ac:chgData name="Wael" userId="97126fac-0aa5-41d3-a48c-3a0c6da4216b" providerId="ADAL" clId="{48C7124F-C628-4773-86DE-A0611460C0DC}" dt="2020-06-24T06:04:28.083" v="128" actId="478"/>
          <ac:spMkLst>
            <pc:docMk/>
            <pc:sldMk cId="3463923734" sldId="258"/>
            <ac:spMk id="21" creationId="{7E06E47D-440E-4FD2-A059-ED3AE9C34E56}"/>
          </ac:spMkLst>
        </pc:spChg>
        <pc:spChg chg="del">
          <ac:chgData name="Wael" userId="97126fac-0aa5-41d3-a48c-3a0c6da4216b" providerId="ADAL" clId="{48C7124F-C628-4773-86DE-A0611460C0DC}" dt="2020-06-24T06:04:28.083" v="128" actId="478"/>
          <ac:spMkLst>
            <pc:docMk/>
            <pc:sldMk cId="3463923734" sldId="258"/>
            <ac:spMk id="22" creationId="{BA41A50B-6EA9-4DE4-9A16-4DB752D9788E}"/>
          </ac:spMkLst>
        </pc:spChg>
        <pc:spChg chg="add del mod">
          <ac:chgData name="Wael" userId="97126fac-0aa5-41d3-a48c-3a0c6da4216b" providerId="ADAL" clId="{48C7124F-C628-4773-86DE-A0611460C0DC}" dt="2020-06-24T06:03:48.622" v="126" actId="478"/>
          <ac:spMkLst>
            <pc:docMk/>
            <pc:sldMk cId="3463923734" sldId="258"/>
            <ac:spMk id="23" creationId="{F3A569BF-2596-46CC-8E17-E540A505E661}"/>
          </ac:spMkLst>
        </pc:spChg>
        <pc:spChg chg="add del mod">
          <ac:chgData name="Wael" userId="97126fac-0aa5-41d3-a48c-3a0c6da4216b" providerId="ADAL" clId="{48C7124F-C628-4773-86DE-A0611460C0DC}" dt="2020-06-24T06:03:51.678" v="127" actId="478"/>
          <ac:spMkLst>
            <pc:docMk/>
            <pc:sldMk cId="3463923734" sldId="258"/>
            <ac:spMk id="24" creationId="{D2164EA1-F67B-43A7-998B-AEF7391AE36E}"/>
          </ac:spMkLst>
        </pc:spChg>
        <pc:spChg chg="del">
          <ac:chgData name="Wael" userId="97126fac-0aa5-41d3-a48c-3a0c6da4216b" providerId="ADAL" clId="{48C7124F-C628-4773-86DE-A0611460C0DC}" dt="2020-06-24T06:04:28.083" v="128" actId="478"/>
          <ac:spMkLst>
            <pc:docMk/>
            <pc:sldMk cId="3463923734" sldId="258"/>
            <ac:spMk id="30" creationId="{6CB5DD38-B53D-48C3-B40E-26FB0FEF92E2}"/>
          </ac:spMkLst>
        </pc:spChg>
        <pc:grpChg chg="del">
          <ac:chgData name="Wael" userId="97126fac-0aa5-41d3-a48c-3a0c6da4216b" providerId="ADAL" clId="{48C7124F-C628-4773-86DE-A0611460C0DC}" dt="2020-06-24T06:04:28.083" v="128" actId="478"/>
          <ac:grpSpMkLst>
            <pc:docMk/>
            <pc:sldMk cId="3463923734" sldId="258"/>
            <ac:grpSpMk id="6" creationId="{963F7200-A6E8-422F-A221-9AA43481061C}"/>
          </ac:grpSpMkLst>
        </pc:grpChg>
        <pc:graphicFrameChg chg="add del mod modGraphic">
          <ac:chgData name="Wael" userId="97126fac-0aa5-41d3-a48c-3a0c6da4216b" providerId="ADAL" clId="{48C7124F-C628-4773-86DE-A0611460C0DC}" dt="2020-06-24T05:59:58.082" v="125" actId="478"/>
          <ac:graphicFrameMkLst>
            <pc:docMk/>
            <pc:sldMk cId="3463923734" sldId="258"/>
            <ac:graphicFrameMk id="3" creationId="{24FB3D29-122D-43E5-B35B-0299033A8514}"/>
          </ac:graphicFrameMkLst>
        </pc:graphicFrameChg>
        <pc:graphicFrameChg chg="add mod">
          <ac:chgData name="Wael" userId="97126fac-0aa5-41d3-a48c-3a0c6da4216b" providerId="ADAL" clId="{48C7124F-C628-4773-86DE-A0611460C0DC}" dt="2020-06-24T06:24:35.461" v="851" actId="1076"/>
          <ac:graphicFrameMkLst>
            <pc:docMk/>
            <pc:sldMk cId="3463923734" sldId="258"/>
            <ac:graphicFrameMk id="25" creationId="{3A48726E-37A8-49B9-85AC-0730A9AB2BDC}"/>
          </ac:graphicFrameMkLst>
        </pc:graphicFrameChg>
        <pc:cxnChg chg="del mod">
          <ac:chgData name="Wael" userId="97126fac-0aa5-41d3-a48c-3a0c6da4216b" providerId="ADAL" clId="{48C7124F-C628-4773-86DE-A0611460C0DC}" dt="2020-06-24T06:04:28.083" v="128" actId="478"/>
          <ac:cxnSpMkLst>
            <pc:docMk/>
            <pc:sldMk cId="3463923734" sldId="258"/>
            <ac:cxnSpMk id="12" creationId="{29ABB038-3B8D-49F8-BB85-15822CC5CE7E}"/>
          </ac:cxnSpMkLst>
        </pc:cxnChg>
        <pc:cxnChg chg="del mod">
          <ac:chgData name="Wael" userId="97126fac-0aa5-41d3-a48c-3a0c6da4216b" providerId="ADAL" clId="{48C7124F-C628-4773-86DE-A0611460C0DC}" dt="2020-06-24T06:04:28.083" v="128" actId="478"/>
          <ac:cxnSpMkLst>
            <pc:docMk/>
            <pc:sldMk cId="3463923734" sldId="258"/>
            <ac:cxnSpMk id="16" creationId="{9BBF689C-FEC2-4843-BAEF-AD6C14DB0A17}"/>
          </ac:cxnSpMkLst>
        </pc:cxnChg>
        <pc:cxnChg chg="del mod">
          <ac:chgData name="Wael" userId="97126fac-0aa5-41d3-a48c-3a0c6da4216b" providerId="ADAL" clId="{48C7124F-C628-4773-86DE-A0611460C0DC}" dt="2020-06-24T06:04:28.083" v="128" actId="478"/>
          <ac:cxnSpMkLst>
            <pc:docMk/>
            <pc:sldMk cId="3463923734" sldId="258"/>
            <ac:cxnSpMk id="17" creationId="{7CDC345B-3DB7-4E99-8D79-FE443543C47D}"/>
          </ac:cxnSpMkLst>
        </pc:cxnChg>
      </pc:sldChg>
      <pc:sldChg chg="modNotesTx">
        <pc:chgData name="Wael" userId="97126fac-0aa5-41d3-a48c-3a0c6da4216b" providerId="ADAL" clId="{48C7124F-C628-4773-86DE-A0611460C0DC}" dt="2020-06-24T14:56:48.652" v="2121" actId="6549"/>
        <pc:sldMkLst>
          <pc:docMk/>
          <pc:sldMk cId="1779962959" sldId="259"/>
        </pc:sldMkLst>
      </pc:sldChg>
      <pc:sldChg chg="del">
        <pc:chgData name="Wael" userId="97126fac-0aa5-41d3-a48c-3a0c6da4216b" providerId="ADAL" clId="{48C7124F-C628-4773-86DE-A0611460C0DC}" dt="2020-06-25T05:56:36.058" v="5046" actId="47"/>
        <pc:sldMkLst>
          <pc:docMk/>
          <pc:sldMk cId="3729368048" sldId="260"/>
        </pc:sldMkLst>
      </pc:sldChg>
      <pc:sldChg chg="modSp modNotesTx">
        <pc:chgData name="Wael" userId="97126fac-0aa5-41d3-a48c-3a0c6da4216b" providerId="ADAL" clId="{48C7124F-C628-4773-86DE-A0611460C0DC}" dt="2020-06-25T05:47:02.818" v="5038" actId="113"/>
        <pc:sldMkLst>
          <pc:docMk/>
          <pc:sldMk cId="4268690478" sldId="261"/>
        </pc:sldMkLst>
        <pc:spChg chg="mod">
          <ac:chgData name="Wael" userId="97126fac-0aa5-41d3-a48c-3a0c6da4216b" providerId="ADAL" clId="{48C7124F-C628-4773-86DE-A0611460C0DC}" dt="2020-06-25T05:47:02.818" v="5038" actId="113"/>
          <ac:spMkLst>
            <pc:docMk/>
            <pc:sldMk cId="4268690478" sldId="261"/>
            <ac:spMk id="3" creationId="{16E68E86-531E-44CC-9EA0-572251F4EEED}"/>
          </ac:spMkLst>
        </pc:spChg>
      </pc:sldChg>
      <pc:sldChg chg="del">
        <pc:chgData name="Wael" userId="97126fac-0aa5-41d3-a48c-3a0c6da4216b" providerId="ADAL" clId="{48C7124F-C628-4773-86DE-A0611460C0DC}" dt="2020-06-24T19:21:20.593" v="3779" actId="47"/>
        <pc:sldMkLst>
          <pc:docMk/>
          <pc:sldMk cId="446787480" sldId="262"/>
        </pc:sldMkLst>
      </pc:sldChg>
      <pc:sldChg chg="modSp mod ord">
        <pc:chgData name="Wael" userId="97126fac-0aa5-41d3-a48c-3a0c6da4216b" providerId="ADAL" clId="{48C7124F-C628-4773-86DE-A0611460C0DC}" dt="2020-06-24T19:22:14.309" v="3859" actId="20577"/>
        <pc:sldMkLst>
          <pc:docMk/>
          <pc:sldMk cId="3437105936" sldId="264"/>
        </pc:sldMkLst>
        <pc:spChg chg="mod">
          <ac:chgData name="Wael" userId="97126fac-0aa5-41d3-a48c-3a0c6da4216b" providerId="ADAL" clId="{48C7124F-C628-4773-86DE-A0611460C0DC}" dt="2020-06-24T19:22:14.309" v="3859" actId="20577"/>
          <ac:spMkLst>
            <pc:docMk/>
            <pc:sldMk cId="3437105936" sldId="264"/>
            <ac:spMk id="2" creationId="{94674AA9-E9E5-4455-9DBF-8B04E9C07F86}"/>
          </ac:spMkLst>
        </pc:spChg>
      </pc:sldChg>
      <pc:sldChg chg="del">
        <pc:chgData name="Wael" userId="97126fac-0aa5-41d3-a48c-3a0c6da4216b" providerId="ADAL" clId="{48C7124F-C628-4773-86DE-A0611460C0DC}" dt="2020-06-25T05:35:38.688" v="5011" actId="47"/>
        <pc:sldMkLst>
          <pc:docMk/>
          <pc:sldMk cId="2616987548" sldId="265"/>
        </pc:sldMkLst>
      </pc:sldChg>
      <pc:sldChg chg="addSp delSp modSp add mod ord delAnim modAnim modNotesTx">
        <pc:chgData name="Wael" userId="97126fac-0aa5-41d3-a48c-3a0c6da4216b" providerId="ADAL" clId="{48C7124F-C628-4773-86DE-A0611460C0DC}" dt="2020-06-26T05:54:53.013" v="8755"/>
        <pc:sldMkLst>
          <pc:docMk/>
          <pc:sldMk cId="3990997131" sldId="266"/>
        </pc:sldMkLst>
        <pc:spChg chg="mod">
          <ac:chgData name="Wael" userId="97126fac-0aa5-41d3-a48c-3a0c6da4216b" providerId="ADAL" clId="{48C7124F-C628-4773-86DE-A0611460C0DC}" dt="2020-06-24T14:39:00.050" v="2038" actId="20577"/>
          <ac:spMkLst>
            <pc:docMk/>
            <pc:sldMk cId="3990997131" sldId="266"/>
            <ac:spMk id="2" creationId="{019FB408-9308-46FB-B720-ECA4384E8012}"/>
          </ac:spMkLst>
        </pc:spChg>
        <pc:spChg chg="mod">
          <ac:chgData name="Wael" userId="97126fac-0aa5-41d3-a48c-3a0c6da4216b" providerId="ADAL" clId="{48C7124F-C628-4773-86DE-A0611460C0DC}" dt="2020-06-24T14:33:17.352" v="1940" actId="20577"/>
          <ac:spMkLst>
            <pc:docMk/>
            <pc:sldMk cId="3990997131" sldId="266"/>
            <ac:spMk id="4" creationId="{E0321A9D-7045-4E09-AFCD-70CDBB591E18}"/>
          </ac:spMkLst>
        </pc:spChg>
        <pc:spChg chg="del mod">
          <ac:chgData name="Wael" userId="97126fac-0aa5-41d3-a48c-3a0c6da4216b" providerId="ADAL" clId="{48C7124F-C628-4773-86DE-A0611460C0DC}" dt="2020-06-24T06:59:41.428" v="1524" actId="478"/>
          <ac:spMkLst>
            <pc:docMk/>
            <pc:sldMk cId="3990997131" sldId="266"/>
            <ac:spMk id="5" creationId="{89E942B5-8DDF-4D67-ACCC-3B2108D7DCE3}"/>
          </ac:spMkLst>
        </pc:spChg>
        <pc:spChg chg="mod">
          <ac:chgData name="Wael" userId="97126fac-0aa5-41d3-a48c-3a0c6da4216b" providerId="ADAL" clId="{48C7124F-C628-4773-86DE-A0611460C0DC}" dt="2020-06-24T14:36:30.219" v="1993" actId="1076"/>
          <ac:spMkLst>
            <pc:docMk/>
            <pc:sldMk cId="3990997131" sldId="266"/>
            <ac:spMk id="8" creationId="{7DF5B49C-CE40-47C5-8711-D602E20419D7}"/>
          </ac:spMkLst>
        </pc:spChg>
        <pc:spChg chg="del mod">
          <ac:chgData name="Wael" userId="97126fac-0aa5-41d3-a48c-3a0c6da4216b" providerId="ADAL" clId="{48C7124F-C628-4773-86DE-A0611460C0DC}" dt="2020-06-24T07:03:25.087" v="1703" actId="478"/>
          <ac:spMkLst>
            <pc:docMk/>
            <pc:sldMk cId="3990997131" sldId="266"/>
            <ac:spMk id="11" creationId="{C996B7AE-2394-4382-ABDB-D32A6616D193}"/>
          </ac:spMkLst>
        </pc:spChg>
        <pc:spChg chg="del mod">
          <ac:chgData name="Wael" userId="97126fac-0aa5-41d3-a48c-3a0c6da4216b" providerId="ADAL" clId="{48C7124F-C628-4773-86DE-A0611460C0DC}" dt="2020-06-24T07:03:25.087" v="1703" actId="478"/>
          <ac:spMkLst>
            <pc:docMk/>
            <pc:sldMk cId="3990997131" sldId="266"/>
            <ac:spMk id="13" creationId="{235AAD4F-D4FB-4627-8AF9-2F0F40B92FB3}"/>
          </ac:spMkLst>
        </pc:spChg>
        <pc:spChg chg="mod">
          <ac:chgData name="Wael" userId="97126fac-0aa5-41d3-a48c-3a0c6da4216b" providerId="ADAL" clId="{48C7124F-C628-4773-86DE-A0611460C0DC}" dt="2020-06-24T07:11:14.632" v="1809" actId="14100"/>
          <ac:spMkLst>
            <pc:docMk/>
            <pc:sldMk cId="3990997131" sldId="266"/>
            <ac:spMk id="14" creationId="{176BB0EE-56FF-4B36-AAFF-85247F208244}"/>
          </ac:spMkLst>
        </pc:spChg>
        <pc:spChg chg="del mod">
          <ac:chgData name="Wael" userId="97126fac-0aa5-41d3-a48c-3a0c6da4216b" providerId="ADAL" clId="{48C7124F-C628-4773-86DE-A0611460C0DC}" dt="2020-06-24T07:00:51.767" v="1596" actId="478"/>
          <ac:spMkLst>
            <pc:docMk/>
            <pc:sldMk cId="3990997131" sldId="266"/>
            <ac:spMk id="15" creationId="{98E4BF77-B236-4D7A-8D7D-44502EB334C3}"/>
          </ac:spMkLst>
        </pc:spChg>
        <pc:spChg chg="mod">
          <ac:chgData name="Wael" userId="97126fac-0aa5-41d3-a48c-3a0c6da4216b" providerId="ADAL" clId="{48C7124F-C628-4773-86DE-A0611460C0DC}" dt="2020-06-24T07:09:19.996" v="1793" actId="1038"/>
          <ac:spMkLst>
            <pc:docMk/>
            <pc:sldMk cId="3990997131" sldId="266"/>
            <ac:spMk id="18" creationId="{69A1D79D-7E53-4A38-8633-AF95F78CF816}"/>
          </ac:spMkLst>
        </pc:spChg>
        <pc:spChg chg="del mod">
          <ac:chgData name="Wael" userId="97126fac-0aa5-41d3-a48c-3a0c6da4216b" providerId="ADAL" clId="{48C7124F-C628-4773-86DE-A0611460C0DC}" dt="2020-06-24T07:03:25.087" v="1703" actId="478"/>
          <ac:spMkLst>
            <pc:docMk/>
            <pc:sldMk cId="3990997131" sldId="266"/>
            <ac:spMk id="19" creationId="{1FD06A1E-7FFD-4475-B02C-8570AF86FA52}"/>
          </ac:spMkLst>
        </pc:spChg>
        <pc:spChg chg="del mod">
          <ac:chgData name="Wael" userId="97126fac-0aa5-41d3-a48c-3a0c6da4216b" providerId="ADAL" clId="{48C7124F-C628-4773-86DE-A0611460C0DC}" dt="2020-06-24T07:00:48.873" v="1595" actId="478"/>
          <ac:spMkLst>
            <pc:docMk/>
            <pc:sldMk cId="3990997131" sldId="266"/>
            <ac:spMk id="20" creationId="{2139E0CA-54CB-41E3-A9E3-77C1A625AA12}"/>
          </ac:spMkLst>
        </pc:spChg>
        <pc:spChg chg="del mod">
          <ac:chgData name="Wael" userId="97126fac-0aa5-41d3-a48c-3a0c6da4216b" providerId="ADAL" clId="{48C7124F-C628-4773-86DE-A0611460C0DC}" dt="2020-06-24T06:59:35.447" v="1522" actId="478"/>
          <ac:spMkLst>
            <pc:docMk/>
            <pc:sldMk cId="3990997131" sldId="266"/>
            <ac:spMk id="21" creationId="{7E06E47D-440E-4FD2-A059-ED3AE9C34E56}"/>
          </ac:spMkLst>
        </pc:spChg>
        <pc:spChg chg="del mod">
          <ac:chgData name="Wael" userId="97126fac-0aa5-41d3-a48c-3a0c6da4216b" providerId="ADAL" clId="{48C7124F-C628-4773-86DE-A0611460C0DC}" dt="2020-06-24T07:03:25.087" v="1703" actId="478"/>
          <ac:spMkLst>
            <pc:docMk/>
            <pc:sldMk cId="3990997131" sldId="266"/>
            <ac:spMk id="22" creationId="{BA41A50B-6EA9-4DE4-9A16-4DB752D9788E}"/>
          </ac:spMkLst>
        </pc:spChg>
        <pc:spChg chg="add mod">
          <ac:chgData name="Wael" userId="97126fac-0aa5-41d3-a48c-3a0c6da4216b" providerId="ADAL" clId="{48C7124F-C628-4773-86DE-A0611460C0DC}" dt="2020-06-24T07:00:09.926" v="1537" actId="1076"/>
          <ac:spMkLst>
            <pc:docMk/>
            <pc:sldMk cId="3990997131" sldId="266"/>
            <ac:spMk id="23" creationId="{A0F4EA4B-83F4-4F52-9B71-8163FB05D484}"/>
          </ac:spMkLst>
        </pc:spChg>
        <pc:spChg chg="add mod">
          <ac:chgData name="Wael" userId="97126fac-0aa5-41d3-a48c-3a0c6da4216b" providerId="ADAL" clId="{48C7124F-C628-4773-86DE-A0611460C0DC}" dt="2020-06-24T07:11:00.499" v="1806" actId="1076"/>
          <ac:spMkLst>
            <pc:docMk/>
            <pc:sldMk cId="3990997131" sldId="266"/>
            <ac:spMk id="24" creationId="{793A643C-F497-4DB5-99D2-EC69A11BCFBF}"/>
          </ac:spMkLst>
        </pc:spChg>
        <pc:spChg chg="add mod">
          <ac:chgData name="Wael" userId="97126fac-0aa5-41d3-a48c-3a0c6da4216b" providerId="ADAL" clId="{48C7124F-C628-4773-86DE-A0611460C0DC}" dt="2020-06-24T07:09:19.996" v="1793" actId="1038"/>
          <ac:spMkLst>
            <pc:docMk/>
            <pc:sldMk cId="3990997131" sldId="266"/>
            <ac:spMk id="25" creationId="{A20BF351-27CB-438A-B2FC-77711D375877}"/>
          </ac:spMkLst>
        </pc:spChg>
        <pc:spChg chg="add mod">
          <ac:chgData name="Wael" userId="97126fac-0aa5-41d3-a48c-3a0c6da4216b" providerId="ADAL" clId="{48C7124F-C628-4773-86DE-A0611460C0DC}" dt="2020-06-24T14:36:58.885" v="1995" actId="208"/>
          <ac:spMkLst>
            <pc:docMk/>
            <pc:sldMk cId="3990997131" sldId="266"/>
            <ac:spMk id="26" creationId="{F649B977-561E-4538-B4B8-4ACC42D1DB46}"/>
          </ac:spMkLst>
        </pc:spChg>
        <pc:spChg chg="add mod">
          <ac:chgData name="Wael" userId="97126fac-0aa5-41d3-a48c-3a0c6da4216b" providerId="ADAL" clId="{48C7124F-C628-4773-86DE-A0611460C0DC}" dt="2020-06-24T07:11:28.044" v="1811" actId="1076"/>
          <ac:spMkLst>
            <pc:docMk/>
            <pc:sldMk cId="3990997131" sldId="266"/>
            <ac:spMk id="27" creationId="{9F806E9D-3C11-4ABF-B2C9-48631D3E6C18}"/>
          </ac:spMkLst>
        </pc:spChg>
        <pc:spChg chg="del mod">
          <ac:chgData name="Wael" userId="97126fac-0aa5-41d3-a48c-3a0c6da4216b" providerId="ADAL" clId="{48C7124F-C628-4773-86DE-A0611460C0DC}" dt="2020-06-24T06:59:38.789" v="1523" actId="478"/>
          <ac:spMkLst>
            <pc:docMk/>
            <pc:sldMk cId="3990997131" sldId="266"/>
            <ac:spMk id="30" creationId="{6CB5DD38-B53D-48C3-B40E-26FB0FEF92E2}"/>
          </ac:spMkLst>
        </pc:spChg>
        <pc:spChg chg="add mod ord">
          <ac:chgData name="Wael" userId="97126fac-0aa5-41d3-a48c-3a0c6da4216b" providerId="ADAL" clId="{48C7124F-C628-4773-86DE-A0611460C0DC}" dt="2020-06-24T07:15:56.022" v="1842" actId="20577"/>
          <ac:spMkLst>
            <pc:docMk/>
            <pc:sldMk cId="3990997131" sldId="266"/>
            <ac:spMk id="55" creationId="{3886DF97-C464-443F-9227-8FBB40C7237D}"/>
          </ac:spMkLst>
        </pc:spChg>
        <pc:spChg chg="add mod">
          <ac:chgData name="Wael" userId="97126fac-0aa5-41d3-a48c-3a0c6da4216b" providerId="ADAL" clId="{48C7124F-C628-4773-86DE-A0611460C0DC}" dt="2020-06-24T14:31:15.621" v="1863" actId="1076"/>
          <ac:spMkLst>
            <pc:docMk/>
            <pc:sldMk cId="3990997131" sldId="266"/>
            <ac:spMk id="78" creationId="{85670AE8-C0A2-4EBD-A24B-F2640BC9A623}"/>
          </ac:spMkLst>
        </pc:spChg>
        <pc:spChg chg="add mod">
          <ac:chgData name="Wael" userId="97126fac-0aa5-41d3-a48c-3a0c6da4216b" providerId="ADAL" clId="{48C7124F-C628-4773-86DE-A0611460C0DC}" dt="2020-06-24T14:31:31.118" v="1877" actId="6549"/>
          <ac:spMkLst>
            <pc:docMk/>
            <pc:sldMk cId="3990997131" sldId="266"/>
            <ac:spMk id="79" creationId="{79D6B693-6484-4BCA-A123-DBAE1F8578D4}"/>
          </ac:spMkLst>
        </pc:spChg>
        <pc:spChg chg="add mod">
          <ac:chgData name="Wael" userId="97126fac-0aa5-41d3-a48c-3a0c6da4216b" providerId="ADAL" clId="{48C7124F-C628-4773-86DE-A0611460C0DC}" dt="2020-06-24T14:31:55.411" v="1891" actId="20577"/>
          <ac:spMkLst>
            <pc:docMk/>
            <pc:sldMk cId="3990997131" sldId="266"/>
            <ac:spMk id="80" creationId="{BF1D1A95-9E1C-4D47-A0D7-8A189078C05D}"/>
          </ac:spMkLst>
        </pc:spChg>
        <pc:spChg chg="add mod">
          <ac:chgData name="Wael" userId="97126fac-0aa5-41d3-a48c-3a0c6da4216b" providerId="ADAL" clId="{48C7124F-C628-4773-86DE-A0611460C0DC}" dt="2020-06-24T14:32:16.385" v="1905" actId="20577"/>
          <ac:spMkLst>
            <pc:docMk/>
            <pc:sldMk cId="3990997131" sldId="266"/>
            <ac:spMk id="81" creationId="{7CB9AF0D-FF7F-4092-9312-C06D2D320283}"/>
          </ac:spMkLst>
        </pc:spChg>
        <pc:spChg chg="add mod">
          <ac:chgData name="Wael" userId="97126fac-0aa5-41d3-a48c-3a0c6da4216b" providerId="ADAL" clId="{48C7124F-C628-4773-86DE-A0611460C0DC}" dt="2020-06-24T14:32:41.635" v="1920" actId="20577"/>
          <ac:spMkLst>
            <pc:docMk/>
            <pc:sldMk cId="3990997131" sldId="266"/>
            <ac:spMk id="82" creationId="{7792BBA5-BC60-471F-9088-76B17672CF33}"/>
          </ac:spMkLst>
        </pc:spChg>
        <pc:spChg chg="add mod">
          <ac:chgData name="Wael" userId="97126fac-0aa5-41d3-a48c-3a0c6da4216b" providerId="ADAL" clId="{48C7124F-C628-4773-86DE-A0611460C0DC}" dt="2020-06-24T14:33:08.036" v="1934" actId="20577"/>
          <ac:spMkLst>
            <pc:docMk/>
            <pc:sldMk cId="3990997131" sldId="266"/>
            <ac:spMk id="83" creationId="{129ACCC3-D528-4C76-ABFB-3F3434A29A97}"/>
          </ac:spMkLst>
        </pc:spChg>
        <pc:spChg chg="mod">
          <ac:chgData name="Wael" userId="97126fac-0aa5-41d3-a48c-3a0c6da4216b" providerId="ADAL" clId="{48C7124F-C628-4773-86DE-A0611460C0DC}" dt="2020-06-24T14:34:00.049" v="1957"/>
          <ac:spMkLst>
            <pc:docMk/>
            <pc:sldMk cId="3990997131" sldId="266"/>
            <ac:spMk id="86" creationId="{582B3B81-714B-4869-818B-397EE47A8487}"/>
          </ac:spMkLst>
        </pc:spChg>
        <pc:spChg chg="mod">
          <ac:chgData name="Wael" userId="97126fac-0aa5-41d3-a48c-3a0c6da4216b" providerId="ADAL" clId="{48C7124F-C628-4773-86DE-A0611460C0DC}" dt="2020-06-24T14:34:00.049" v="1957"/>
          <ac:spMkLst>
            <pc:docMk/>
            <pc:sldMk cId="3990997131" sldId="266"/>
            <ac:spMk id="87" creationId="{A998A613-19B0-4A84-9386-79D09E50BF40}"/>
          </ac:spMkLst>
        </pc:spChg>
        <pc:spChg chg="mod">
          <ac:chgData name="Wael" userId="97126fac-0aa5-41d3-a48c-3a0c6da4216b" providerId="ADAL" clId="{48C7124F-C628-4773-86DE-A0611460C0DC}" dt="2020-06-24T14:34:00.049" v="1957"/>
          <ac:spMkLst>
            <pc:docMk/>
            <pc:sldMk cId="3990997131" sldId="266"/>
            <ac:spMk id="88" creationId="{AC194606-40D4-479D-BBC7-88DBED56C9AB}"/>
          </ac:spMkLst>
        </pc:spChg>
        <pc:spChg chg="add mod">
          <ac:chgData name="Wael" userId="97126fac-0aa5-41d3-a48c-3a0c6da4216b" providerId="ADAL" clId="{48C7124F-C628-4773-86DE-A0611460C0DC}" dt="2020-06-24T14:35:56.264" v="1991" actId="1076"/>
          <ac:spMkLst>
            <pc:docMk/>
            <pc:sldMk cId="3990997131" sldId="266"/>
            <ac:spMk id="89" creationId="{E9A0953D-6FAD-4358-800B-96FE21C6B8F4}"/>
          </ac:spMkLst>
        </pc:spChg>
        <pc:spChg chg="add mod">
          <ac:chgData name="Wael" userId="97126fac-0aa5-41d3-a48c-3a0c6da4216b" providerId="ADAL" clId="{48C7124F-C628-4773-86DE-A0611460C0DC}" dt="2020-06-24T14:35:56.264" v="1991" actId="1076"/>
          <ac:spMkLst>
            <pc:docMk/>
            <pc:sldMk cId="3990997131" sldId="266"/>
            <ac:spMk id="90" creationId="{6B116578-B202-4A54-888A-5FC3AAA7391D}"/>
          </ac:spMkLst>
        </pc:spChg>
        <pc:spChg chg="add mod">
          <ac:chgData name="Wael" userId="97126fac-0aa5-41d3-a48c-3a0c6da4216b" providerId="ADAL" clId="{48C7124F-C628-4773-86DE-A0611460C0DC}" dt="2020-06-24T14:36:17.392" v="1992" actId="1076"/>
          <ac:spMkLst>
            <pc:docMk/>
            <pc:sldMk cId="3990997131" sldId="266"/>
            <ac:spMk id="91" creationId="{007D9A8C-3942-4D42-BFBB-4991245074D9}"/>
          </ac:spMkLst>
        </pc:spChg>
        <pc:spChg chg="add mod ord">
          <ac:chgData name="Wael" userId="97126fac-0aa5-41d3-a48c-3a0c6da4216b" providerId="ADAL" clId="{48C7124F-C628-4773-86DE-A0611460C0DC}" dt="2020-06-24T14:40:44.147" v="2044" actId="14100"/>
          <ac:spMkLst>
            <pc:docMk/>
            <pc:sldMk cId="3990997131" sldId="266"/>
            <ac:spMk id="96" creationId="{FB233BE9-7424-4455-BE85-235209819CFD}"/>
          </ac:spMkLst>
        </pc:spChg>
        <pc:grpChg chg="mod">
          <ac:chgData name="Wael" userId="97126fac-0aa5-41d3-a48c-3a0c6da4216b" providerId="ADAL" clId="{48C7124F-C628-4773-86DE-A0611460C0DC}" dt="2020-06-24T06:59:18.576" v="1520" actId="1076"/>
          <ac:grpSpMkLst>
            <pc:docMk/>
            <pc:sldMk cId="3990997131" sldId="266"/>
            <ac:grpSpMk id="6" creationId="{963F7200-A6E8-422F-A221-9AA43481061C}"/>
          </ac:grpSpMkLst>
        </pc:grpChg>
        <pc:grpChg chg="add del mod">
          <ac:chgData name="Wael" userId="97126fac-0aa5-41d3-a48c-3a0c6da4216b" providerId="ADAL" clId="{48C7124F-C628-4773-86DE-A0611460C0DC}" dt="2020-06-24T14:34:08.979" v="1960"/>
          <ac:grpSpMkLst>
            <pc:docMk/>
            <pc:sldMk cId="3990997131" sldId="266"/>
            <ac:grpSpMk id="84" creationId="{97988383-8B94-4643-AFE6-53772E604591}"/>
          </ac:grpSpMkLst>
        </pc:grpChg>
        <pc:grpChg chg="mod">
          <ac:chgData name="Wael" userId="97126fac-0aa5-41d3-a48c-3a0c6da4216b" providerId="ADAL" clId="{48C7124F-C628-4773-86DE-A0611460C0DC}" dt="2020-06-24T14:34:00.049" v="1957"/>
          <ac:grpSpMkLst>
            <pc:docMk/>
            <pc:sldMk cId="3990997131" sldId="266"/>
            <ac:grpSpMk id="85" creationId="{6B879F11-72EC-4558-BE5F-11571B230420}"/>
          </ac:grpSpMkLst>
        </pc:grpChg>
        <pc:cxnChg chg="mod">
          <ac:chgData name="Wael" userId="97126fac-0aa5-41d3-a48c-3a0c6da4216b" providerId="ADAL" clId="{48C7124F-C628-4773-86DE-A0611460C0DC}" dt="2020-06-24T06:59:41.428" v="1524" actId="478"/>
          <ac:cxnSpMkLst>
            <pc:docMk/>
            <pc:sldMk cId="3990997131" sldId="266"/>
            <ac:cxnSpMk id="12" creationId="{29ABB038-3B8D-49F8-BB85-15822CC5CE7E}"/>
          </ac:cxnSpMkLst>
        </pc:cxnChg>
        <pc:cxnChg chg="del mod">
          <ac:chgData name="Wael" userId="97126fac-0aa5-41d3-a48c-3a0c6da4216b" providerId="ADAL" clId="{48C7124F-C628-4773-86DE-A0611460C0DC}" dt="2020-06-24T07:00:54.835" v="1597" actId="478"/>
          <ac:cxnSpMkLst>
            <pc:docMk/>
            <pc:sldMk cId="3990997131" sldId="266"/>
            <ac:cxnSpMk id="16" creationId="{9BBF689C-FEC2-4843-BAEF-AD6C14DB0A17}"/>
          </ac:cxnSpMkLst>
        </pc:cxnChg>
        <pc:cxnChg chg="mod">
          <ac:chgData name="Wael" userId="97126fac-0aa5-41d3-a48c-3a0c6da4216b" providerId="ADAL" clId="{48C7124F-C628-4773-86DE-A0611460C0DC}" dt="2020-06-24T07:11:28.044" v="1811" actId="1076"/>
          <ac:cxnSpMkLst>
            <pc:docMk/>
            <pc:sldMk cId="3990997131" sldId="266"/>
            <ac:cxnSpMk id="17" creationId="{7CDC345B-3DB7-4E99-8D79-FE443543C47D}"/>
          </ac:cxnSpMkLst>
        </pc:cxnChg>
        <pc:cxnChg chg="add mod">
          <ac:chgData name="Wael" userId="97126fac-0aa5-41d3-a48c-3a0c6da4216b" providerId="ADAL" clId="{48C7124F-C628-4773-86DE-A0611460C0DC}" dt="2020-06-24T07:11:28.044" v="1811" actId="1076"/>
          <ac:cxnSpMkLst>
            <pc:docMk/>
            <pc:sldMk cId="3990997131" sldId="266"/>
            <ac:cxnSpMk id="31" creationId="{BD99E16C-9C41-4CEE-83C0-E7FA6A437F23}"/>
          </ac:cxnSpMkLst>
        </pc:cxnChg>
        <pc:cxnChg chg="add mod">
          <ac:chgData name="Wael" userId="97126fac-0aa5-41d3-a48c-3a0c6da4216b" providerId="ADAL" clId="{48C7124F-C628-4773-86DE-A0611460C0DC}" dt="2020-06-24T07:09:19.996" v="1793" actId="1038"/>
          <ac:cxnSpMkLst>
            <pc:docMk/>
            <pc:sldMk cId="3990997131" sldId="266"/>
            <ac:cxnSpMk id="40" creationId="{2845402C-3E3D-427A-B077-A9AC7C3C7803}"/>
          </ac:cxnSpMkLst>
        </pc:cxnChg>
        <pc:cxnChg chg="add mod">
          <ac:chgData name="Wael" userId="97126fac-0aa5-41d3-a48c-3a0c6da4216b" providerId="ADAL" clId="{48C7124F-C628-4773-86DE-A0611460C0DC}" dt="2020-06-24T07:09:19.996" v="1793" actId="1038"/>
          <ac:cxnSpMkLst>
            <pc:docMk/>
            <pc:sldMk cId="3990997131" sldId="266"/>
            <ac:cxnSpMk id="44" creationId="{3141E5A6-74A4-4375-BD42-51EED2DFE16D}"/>
          </ac:cxnSpMkLst>
        </pc:cxnChg>
        <pc:cxnChg chg="add mod">
          <ac:chgData name="Wael" userId="97126fac-0aa5-41d3-a48c-3a0c6da4216b" providerId="ADAL" clId="{48C7124F-C628-4773-86DE-A0611460C0DC}" dt="2020-06-24T07:11:14.632" v="1809" actId="14100"/>
          <ac:cxnSpMkLst>
            <pc:docMk/>
            <pc:sldMk cId="3990997131" sldId="266"/>
            <ac:cxnSpMk id="47" creationId="{B0F008EF-8BAE-4EC6-B581-8D3B150C3AEC}"/>
          </ac:cxnSpMkLst>
        </pc:cxnChg>
        <pc:cxnChg chg="add mod">
          <ac:chgData name="Wael" userId="97126fac-0aa5-41d3-a48c-3a0c6da4216b" providerId="ADAL" clId="{48C7124F-C628-4773-86DE-A0611460C0DC}" dt="2020-06-24T07:11:14.632" v="1809" actId="14100"/>
          <ac:cxnSpMkLst>
            <pc:docMk/>
            <pc:sldMk cId="3990997131" sldId="266"/>
            <ac:cxnSpMk id="50" creationId="{E23BB4CD-E997-41FC-830E-639D48B87F60}"/>
          </ac:cxnSpMkLst>
        </pc:cxnChg>
        <pc:cxnChg chg="add mod">
          <ac:chgData name="Wael" userId="97126fac-0aa5-41d3-a48c-3a0c6da4216b" providerId="ADAL" clId="{48C7124F-C628-4773-86DE-A0611460C0DC}" dt="2020-06-24T14:35:56.264" v="1991" actId="1076"/>
          <ac:cxnSpMkLst>
            <pc:docMk/>
            <pc:sldMk cId="3990997131" sldId="266"/>
            <ac:cxnSpMk id="92" creationId="{A683441C-A3BB-41AD-915E-6FA3AFAEC2C1}"/>
          </ac:cxnSpMkLst>
        </pc:cxnChg>
      </pc:sldChg>
      <pc:sldChg chg="modSp add mod">
        <pc:chgData name="Wael" userId="97126fac-0aa5-41d3-a48c-3a0c6da4216b" providerId="ADAL" clId="{48C7124F-C628-4773-86DE-A0611460C0DC}" dt="2020-06-24T06:24:29.782" v="850" actId="1076"/>
        <pc:sldMkLst>
          <pc:docMk/>
          <pc:sldMk cId="1886940625" sldId="267"/>
        </pc:sldMkLst>
        <pc:spChg chg="mod">
          <ac:chgData name="Wael" userId="97126fac-0aa5-41d3-a48c-3a0c6da4216b" providerId="ADAL" clId="{48C7124F-C628-4773-86DE-A0611460C0DC}" dt="2020-06-24T06:18:57.905" v="505" actId="20577"/>
          <ac:spMkLst>
            <pc:docMk/>
            <pc:sldMk cId="1886940625" sldId="267"/>
            <ac:spMk id="2" creationId="{019FB408-9308-46FB-B720-ECA4384E8012}"/>
          </ac:spMkLst>
        </pc:spChg>
        <pc:graphicFrameChg chg="mod">
          <ac:chgData name="Wael" userId="97126fac-0aa5-41d3-a48c-3a0c6da4216b" providerId="ADAL" clId="{48C7124F-C628-4773-86DE-A0611460C0DC}" dt="2020-06-24T06:24:29.782" v="850" actId="1076"/>
          <ac:graphicFrameMkLst>
            <pc:docMk/>
            <pc:sldMk cId="1886940625" sldId="267"/>
            <ac:graphicFrameMk id="25" creationId="{3A48726E-37A8-49B9-85AC-0730A9AB2BDC}"/>
          </ac:graphicFrameMkLst>
        </pc:graphicFrameChg>
      </pc:sldChg>
      <pc:sldChg chg="addSp delSp modSp new mod ord">
        <pc:chgData name="Wael" userId="97126fac-0aa5-41d3-a48c-3a0c6da4216b" providerId="ADAL" clId="{48C7124F-C628-4773-86DE-A0611460C0DC}" dt="2020-06-26T05:51:21.867" v="8746"/>
        <pc:sldMkLst>
          <pc:docMk/>
          <pc:sldMk cId="1034874634" sldId="268"/>
        </pc:sldMkLst>
        <pc:spChg chg="mod">
          <ac:chgData name="Wael" userId="97126fac-0aa5-41d3-a48c-3a0c6da4216b" providerId="ADAL" clId="{48C7124F-C628-4773-86DE-A0611460C0DC}" dt="2020-06-24T06:33:03.923" v="888" actId="20577"/>
          <ac:spMkLst>
            <pc:docMk/>
            <pc:sldMk cId="1034874634" sldId="268"/>
            <ac:spMk id="2" creationId="{5F2B76A7-1B89-4C71-A14D-4AA285DAC4CF}"/>
          </ac:spMkLst>
        </pc:spChg>
        <pc:spChg chg="del">
          <ac:chgData name="Wael" userId="97126fac-0aa5-41d3-a48c-3a0c6da4216b" providerId="ADAL" clId="{48C7124F-C628-4773-86DE-A0611460C0DC}" dt="2020-06-24T06:33:38.852" v="890" actId="478"/>
          <ac:spMkLst>
            <pc:docMk/>
            <pc:sldMk cId="1034874634" sldId="268"/>
            <ac:spMk id="3" creationId="{730280DE-4027-4301-8DC4-228731DF330F}"/>
          </ac:spMkLst>
        </pc:spChg>
        <pc:spChg chg="add mod">
          <ac:chgData name="Wael" userId="97126fac-0aa5-41d3-a48c-3a0c6da4216b" providerId="ADAL" clId="{48C7124F-C628-4773-86DE-A0611460C0DC}" dt="2020-06-24T14:37:24.480" v="2001" actId="20577"/>
          <ac:spMkLst>
            <pc:docMk/>
            <pc:sldMk cId="1034874634" sldId="268"/>
            <ac:spMk id="7" creationId="{CDCC6288-9F51-41FC-8624-322360B004E7}"/>
          </ac:spMkLst>
        </pc:spChg>
        <pc:spChg chg="add mod">
          <ac:chgData name="Wael" userId="97126fac-0aa5-41d3-a48c-3a0c6da4216b" providerId="ADAL" clId="{48C7124F-C628-4773-86DE-A0611460C0DC}" dt="2020-06-24T06:36:50.732" v="900" actId="207"/>
          <ac:spMkLst>
            <pc:docMk/>
            <pc:sldMk cId="1034874634" sldId="268"/>
            <ac:spMk id="8" creationId="{5AC5CE76-F754-4BD7-800F-E3A2FB8162A5}"/>
          </ac:spMkLst>
        </pc:spChg>
        <pc:spChg chg="add mod">
          <ac:chgData name="Wael" userId="97126fac-0aa5-41d3-a48c-3a0c6da4216b" providerId="ADAL" clId="{48C7124F-C628-4773-86DE-A0611460C0DC}" dt="2020-06-24T06:33:30.041" v="889"/>
          <ac:spMkLst>
            <pc:docMk/>
            <pc:sldMk cId="1034874634" sldId="268"/>
            <ac:spMk id="9" creationId="{4227D827-2741-4D31-950E-EC26411981A2}"/>
          </ac:spMkLst>
        </pc:spChg>
        <pc:spChg chg="add mod">
          <ac:chgData name="Wael" userId="97126fac-0aa5-41d3-a48c-3a0c6da4216b" providerId="ADAL" clId="{48C7124F-C628-4773-86DE-A0611460C0DC}" dt="2020-06-24T06:33:30.041" v="889"/>
          <ac:spMkLst>
            <pc:docMk/>
            <pc:sldMk cId="1034874634" sldId="268"/>
            <ac:spMk id="10" creationId="{902D0F77-08A7-4FF6-A034-6D20F81B20EC}"/>
          </ac:spMkLst>
        </pc:spChg>
        <pc:spChg chg="add mod">
          <ac:chgData name="Wael" userId="97126fac-0aa5-41d3-a48c-3a0c6da4216b" providerId="ADAL" clId="{48C7124F-C628-4773-86DE-A0611460C0DC}" dt="2020-06-24T06:33:30.041" v="889"/>
          <ac:spMkLst>
            <pc:docMk/>
            <pc:sldMk cId="1034874634" sldId="268"/>
            <ac:spMk id="11" creationId="{0714600D-0689-4AE2-A014-3489EBD6B00D}"/>
          </ac:spMkLst>
        </pc:spChg>
        <pc:spChg chg="add mod">
          <ac:chgData name="Wael" userId="97126fac-0aa5-41d3-a48c-3a0c6da4216b" providerId="ADAL" clId="{48C7124F-C628-4773-86DE-A0611460C0DC}" dt="2020-06-24T06:33:30.041" v="889"/>
          <ac:spMkLst>
            <pc:docMk/>
            <pc:sldMk cId="1034874634" sldId="268"/>
            <ac:spMk id="12" creationId="{D16A9504-5CDD-4E27-B3BC-6F3C2CA79B3E}"/>
          </ac:spMkLst>
        </pc:spChg>
        <pc:spChg chg="add mod">
          <ac:chgData name="Wael" userId="97126fac-0aa5-41d3-a48c-3a0c6da4216b" providerId="ADAL" clId="{48C7124F-C628-4773-86DE-A0611460C0DC}" dt="2020-06-24T06:33:30.041" v="889"/>
          <ac:spMkLst>
            <pc:docMk/>
            <pc:sldMk cId="1034874634" sldId="268"/>
            <ac:spMk id="13" creationId="{402D6D67-0E5C-4432-82EE-350B7F5B9905}"/>
          </ac:spMkLst>
        </pc:spChg>
        <pc:spChg chg="add mod">
          <ac:chgData name="Wael" userId="97126fac-0aa5-41d3-a48c-3a0c6da4216b" providerId="ADAL" clId="{48C7124F-C628-4773-86DE-A0611460C0DC}" dt="2020-06-24T06:33:30.041" v="889"/>
          <ac:spMkLst>
            <pc:docMk/>
            <pc:sldMk cId="1034874634" sldId="268"/>
            <ac:spMk id="14" creationId="{5B05789B-5690-4295-91B6-1D8DCD042970}"/>
          </ac:spMkLst>
        </pc:spChg>
        <pc:spChg chg="add mod">
          <ac:chgData name="Wael" userId="97126fac-0aa5-41d3-a48c-3a0c6da4216b" providerId="ADAL" clId="{48C7124F-C628-4773-86DE-A0611460C0DC}" dt="2020-06-24T06:33:30.041" v="889"/>
          <ac:spMkLst>
            <pc:docMk/>
            <pc:sldMk cId="1034874634" sldId="268"/>
            <ac:spMk id="24" creationId="{F914245D-BC68-4BC0-81A9-3C3AB8B59212}"/>
          </ac:spMkLst>
        </pc:spChg>
        <pc:spChg chg="add mod">
          <ac:chgData name="Wael" userId="97126fac-0aa5-41d3-a48c-3a0c6da4216b" providerId="ADAL" clId="{48C7124F-C628-4773-86DE-A0611460C0DC}" dt="2020-06-24T06:33:30.041" v="889"/>
          <ac:spMkLst>
            <pc:docMk/>
            <pc:sldMk cId="1034874634" sldId="268"/>
            <ac:spMk id="25" creationId="{52CB70CE-4EA2-44F5-9214-C087729194D5}"/>
          </ac:spMkLst>
        </pc:spChg>
        <pc:spChg chg="add mod">
          <ac:chgData name="Wael" userId="97126fac-0aa5-41d3-a48c-3a0c6da4216b" providerId="ADAL" clId="{48C7124F-C628-4773-86DE-A0611460C0DC}" dt="2020-06-24T06:33:30.041" v="889"/>
          <ac:spMkLst>
            <pc:docMk/>
            <pc:sldMk cId="1034874634" sldId="268"/>
            <ac:spMk id="26" creationId="{EE8D2D39-D577-4CD1-88FA-DA59B2EFFDE7}"/>
          </ac:spMkLst>
        </pc:spChg>
        <pc:spChg chg="add mod">
          <ac:chgData name="Wael" userId="97126fac-0aa5-41d3-a48c-3a0c6da4216b" providerId="ADAL" clId="{48C7124F-C628-4773-86DE-A0611460C0DC}" dt="2020-06-24T06:33:30.041" v="889"/>
          <ac:spMkLst>
            <pc:docMk/>
            <pc:sldMk cId="1034874634" sldId="268"/>
            <ac:spMk id="28" creationId="{DCFE046F-967E-4F91-9ECF-144AD43A9CEE}"/>
          </ac:spMkLst>
        </pc:spChg>
        <pc:spChg chg="add mod">
          <ac:chgData name="Wael" userId="97126fac-0aa5-41d3-a48c-3a0c6da4216b" providerId="ADAL" clId="{48C7124F-C628-4773-86DE-A0611460C0DC}" dt="2020-06-24T06:33:30.041" v="889"/>
          <ac:spMkLst>
            <pc:docMk/>
            <pc:sldMk cId="1034874634" sldId="268"/>
            <ac:spMk id="29" creationId="{E9E3ACCB-35CE-4C01-B150-13EE4BB0DE6F}"/>
          </ac:spMkLst>
        </pc:spChg>
        <pc:spChg chg="add mod">
          <ac:chgData name="Wael" userId="97126fac-0aa5-41d3-a48c-3a0c6da4216b" providerId="ADAL" clId="{48C7124F-C628-4773-86DE-A0611460C0DC}" dt="2020-06-24T06:33:30.041" v="889"/>
          <ac:spMkLst>
            <pc:docMk/>
            <pc:sldMk cId="1034874634" sldId="268"/>
            <ac:spMk id="30" creationId="{0500EC58-6B1A-4D7D-A5E9-C48071DBA8EB}"/>
          </ac:spMkLst>
        </pc:spChg>
        <pc:grpChg chg="add mod">
          <ac:chgData name="Wael" userId="97126fac-0aa5-41d3-a48c-3a0c6da4216b" providerId="ADAL" clId="{48C7124F-C628-4773-86DE-A0611460C0DC}" dt="2020-06-24T06:37:46.120" v="941" actId="1035"/>
          <ac:grpSpMkLst>
            <pc:docMk/>
            <pc:sldMk cId="1034874634" sldId="268"/>
            <ac:grpSpMk id="4" creationId="{F2F5511B-B80E-45FB-BC45-7EE5418E8E01}"/>
          </ac:grpSpMkLst>
        </pc:grpChg>
        <pc:grpChg chg="add mod">
          <ac:chgData name="Wael" userId="97126fac-0aa5-41d3-a48c-3a0c6da4216b" providerId="ADAL" clId="{48C7124F-C628-4773-86DE-A0611460C0DC}" dt="2020-06-24T06:33:30.041" v="889"/>
          <ac:grpSpMkLst>
            <pc:docMk/>
            <pc:sldMk cId="1034874634" sldId="268"/>
            <ac:grpSpMk id="5" creationId="{550CE3A1-D76A-4C88-AB28-08BA8FDF850B}"/>
          </ac:grpSpMkLst>
        </pc:grpChg>
        <pc:grpChg chg="add mod">
          <ac:chgData name="Wael" userId="97126fac-0aa5-41d3-a48c-3a0c6da4216b" providerId="ADAL" clId="{48C7124F-C628-4773-86DE-A0611460C0DC}" dt="2020-06-24T06:33:30.041" v="889"/>
          <ac:grpSpMkLst>
            <pc:docMk/>
            <pc:sldMk cId="1034874634" sldId="268"/>
            <ac:grpSpMk id="23" creationId="{F6D7B3AB-0997-424E-9E85-C7D9ECA9552C}"/>
          </ac:grpSpMkLst>
        </pc:grpChg>
        <pc:grpChg chg="add mod">
          <ac:chgData name="Wael" userId="97126fac-0aa5-41d3-a48c-3a0c6da4216b" providerId="ADAL" clId="{48C7124F-C628-4773-86DE-A0611460C0DC}" dt="2020-06-24T06:33:30.041" v="889"/>
          <ac:grpSpMkLst>
            <pc:docMk/>
            <pc:sldMk cId="1034874634" sldId="268"/>
            <ac:grpSpMk id="27" creationId="{BBB0845A-A968-40DB-B8C9-989317C4D046}"/>
          </ac:grpSpMkLst>
        </pc:grpChg>
        <pc:picChg chg="add del mod">
          <ac:chgData name="Wael" userId="97126fac-0aa5-41d3-a48c-3a0c6da4216b" providerId="ADAL" clId="{48C7124F-C628-4773-86DE-A0611460C0DC}" dt="2020-06-24T06:34:50.361" v="891" actId="478"/>
          <ac:picMkLst>
            <pc:docMk/>
            <pc:sldMk cId="1034874634" sldId="268"/>
            <ac:picMk id="6" creationId="{070FFAFD-A183-4E1C-AFCF-053F2A0D3A51}"/>
          </ac:picMkLst>
        </pc:picChg>
        <pc:picChg chg="add mod">
          <ac:chgData name="Wael" userId="97126fac-0aa5-41d3-a48c-3a0c6da4216b" providerId="ADAL" clId="{48C7124F-C628-4773-86DE-A0611460C0DC}" dt="2020-06-24T06:33:30.041" v="889"/>
          <ac:picMkLst>
            <pc:docMk/>
            <pc:sldMk cId="1034874634" sldId="268"/>
            <ac:picMk id="16" creationId="{7381CE5F-E574-4893-AEA0-E1B60496C4D5}"/>
          </ac:picMkLst>
        </pc:picChg>
        <pc:picChg chg="add del mod">
          <ac:chgData name="Wael" userId="97126fac-0aa5-41d3-a48c-3a0c6da4216b" providerId="ADAL" clId="{48C7124F-C628-4773-86DE-A0611460C0DC}" dt="2020-06-24T06:35:59.756" v="896" actId="478"/>
          <ac:picMkLst>
            <pc:docMk/>
            <pc:sldMk cId="1034874634" sldId="268"/>
            <ac:picMk id="17" creationId="{F30F8719-F71E-4A75-A1A7-8910E6384F03}"/>
          </ac:picMkLst>
        </pc:picChg>
        <pc:picChg chg="add mod">
          <ac:chgData name="Wael" userId="97126fac-0aa5-41d3-a48c-3a0c6da4216b" providerId="ADAL" clId="{48C7124F-C628-4773-86DE-A0611460C0DC}" dt="2020-06-24T06:33:30.041" v="889"/>
          <ac:picMkLst>
            <pc:docMk/>
            <pc:sldMk cId="1034874634" sldId="268"/>
            <ac:picMk id="18" creationId="{50D04073-0FEE-40AD-8C8E-F7F5A8A94F7B}"/>
          </ac:picMkLst>
        </pc:picChg>
        <pc:picChg chg="add mod">
          <ac:chgData name="Wael" userId="97126fac-0aa5-41d3-a48c-3a0c6da4216b" providerId="ADAL" clId="{48C7124F-C628-4773-86DE-A0611460C0DC}" dt="2020-06-24T06:35:22.463" v="895" actId="14100"/>
          <ac:picMkLst>
            <pc:docMk/>
            <pc:sldMk cId="1034874634" sldId="268"/>
            <ac:picMk id="31" creationId="{B2BF4A46-6FE8-4436-8668-64A3CC23E3E9}"/>
          </ac:picMkLst>
        </pc:picChg>
        <pc:picChg chg="add mod">
          <ac:chgData name="Wael" userId="97126fac-0aa5-41d3-a48c-3a0c6da4216b" providerId="ADAL" clId="{48C7124F-C628-4773-86DE-A0611460C0DC}" dt="2020-06-24T06:36:15.086" v="898" actId="1076"/>
          <ac:picMkLst>
            <pc:docMk/>
            <pc:sldMk cId="1034874634" sldId="268"/>
            <ac:picMk id="32" creationId="{2024F99D-39CB-45D5-B1A5-76BBC2677340}"/>
          </ac:picMkLst>
        </pc:picChg>
        <pc:cxnChg chg="add mod">
          <ac:chgData name="Wael" userId="97126fac-0aa5-41d3-a48c-3a0c6da4216b" providerId="ADAL" clId="{48C7124F-C628-4773-86DE-A0611460C0DC}" dt="2020-06-24T06:37:06.089" v="901" actId="208"/>
          <ac:cxnSpMkLst>
            <pc:docMk/>
            <pc:sldMk cId="1034874634" sldId="268"/>
            <ac:cxnSpMk id="15" creationId="{7304A031-A597-453F-9849-61B40818DC0A}"/>
          </ac:cxnSpMkLst>
        </pc:cxnChg>
        <pc:cxnChg chg="add mod">
          <ac:chgData name="Wael" userId="97126fac-0aa5-41d3-a48c-3a0c6da4216b" providerId="ADAL" clId="{48C7124F-C628-4773-86DE-A0611460C0DC}" dt="2020-06-24T06:37:17.767" v="902" actId="208"/>
          <ac:cxnSpMkLst>
            <pc:docMk/>
            <pc:sldMk cId="1034874634" sldId="268"/>
            <ac:cxnSpMk id="19" creationId="{EDECB749-DB89-4B8B-A273-90B352F19D3D}"/>
          </ac:cxnSpMkLst>
        </pc:cxnChg>
        <pc:cxnChg chg="add mod">
          <ac:chgData name="Wael" userId="97126fac-0aa5-41d3-a48c-3a0c6da4216b" providerId="ADAL" clId="{48C7124F-C628-4773-86DE-A0611460C0DC}" dt="2020-06-24T06:37:22.813" v="903" actId="208"/>
          <ac:cxnSpMkLst>
            <pc:docMk/>
            <pc:sldMk cId="1034874634" sldId="268"/>
            <ac:cxnSpMk id="20" creationId="{0333A31E-7053-4AE5-9F29-CF33A9215075}"/>
          </ac:cxnSpMkLst>
        </pc:cxnChg>
        <pc:cxnChg chg="add mod">
          <ac:chgData name="Wael" userId="97126fac-0aa5-41d3-a48c-3a0c6da4216b" providerId="ADAL" clId="{48C7124F-C628-4773-86DE-A0611460C0DC}" dt="2020-06-24T06:37:26.989" v="904" actId="208"/>
          <ac:cxnSpMkLst>
            <pc:docMk/>
            <pc:sldMk cId="1034874634" sldId="268"/>
            <ac:cxnSpMk id="21" creationId="{3696E492-73B7-4AF2-AF35-2A2E697FA83B}"/>
          </ac:cxnSpMkLst>
        </pc:cxnChg>
        <pc:cxnChg chg="add mod">
          <ac:chgData name="Wael" userId="97126fac-0aa5-41d3-a48c-3a0c6da4216b" providerId="ADAL" clId="{48C7124F-C628-4773-86DE-A0611460C0DC}" dt="2020-06-24T06:37:46.120" v="941" actId="1035"/>
          <ac:cxnSpMkLst>
            <pc:docMk/>
            <pc:sldMk cId="1034874634" sldId="268"/>
            <ac:cxnSpMk id="22" creationId="{5168181E-0486-48E3-96B8-1827E43352E8}"/>
          </ac:cxnSpMkLst>
        </pc:cxnChg>
      </pc:sldChg>
      <pc:sldChg chg="add ord modNotesTx">
        <pc:chgData name="Wael" userId="97126fac-0aa5-41d3-a48c-3a0c6da4216b" providerId="ADAL" clId="{48C7124F-C628-4773-86DE-A0611460C0DC}" dt="2020-06-26T05:52:09.138" v="8750"/>
        <pc:sldMkLst>
          <pc:docMk/>
          <pc:sldMk cId="3869242743" sldId="269"/>
        </pc:sldMkLst>
      </pc:sldChg>
      <pc:sldChg chg="modSp add mod ord">
        <pc:chgData name="Wael" userId="97126fac-0aa5-41d3-a48c-3a0c6da4216b" providerId="ADAL" clId="{48C7124F-C628-4773-86DE-A0611460C0DC}" dt="2020-06-24T15:53:25.419" v="3151" actId="20577"/>
        <pc:sldMkLst>
          <pc:docMk/>
          <pc:sldMk cId="2981839088" sldId="270"/>
        </pc:sldMkLst>
        <pc:spChg chg="mod">
          <ac:chgData name="Wael" userId="97126fac-0aa5-41d3-a48c-3a0c6da4216b" providerId="ADAL" clId="{48C7124F-C628-4773-86DE-A0611460C0DC}" dt="2020-06-24T15:53:17.927" v="3133" actId="20577"/>
          <ac:spMkLst>
            <pc:docMk/>
            <pc:sldMk cId="2981839088" sldId="270"/>
            <ac:spMk id="2" creationId="{94674AA9-E9E5-4455-9DBF-8B04E9C07F86}"/>
          </ac:spMkLst>
        </pc:spChg>
        <pc:spChg chg="mod">
          <ac:chgData name="Wael" userId="97126fac-0aa5-41d3-a48c-3a0c6da4216b" providerId="ADAL" clId="{48C7124F-C628-4773-86DE-A0611460C0DC}" dt="2020-06-24T15:53:25.419" v="3151" actId="20577"/>
          <ac:spMkLst>
            <pc:docMk/>
            <pc:sldMk cId="2981839088" sldId="270"/>
            <ac:spMk id="3" creationId="{19E08C4F-55F3-461D-AE59-9A1F8CB32278}"/>
          </ac:spMkLst>
        </pc:spChg>
      </pc:sldChg>
      <pc:sldChg chg="addSp modSp add del ord modAnim">
        <pc:chgData name="Wael" userId="97126fac-0aa5-41d3-a48c-3a0c6da4216b" providerId="ADAL" clId="{48C7124F-C628-4773-86DE-A0611460C0DC}" dt="2020-06-24T15:04:05.899" v="2159" actId="47"/>
        <pc:sldMkLst>
          <pc:docMk/>
          <pc:sldMk cId="2623898894" sldId="271"/>
        </pc:sldMkLst>
        <pc:spChg chg="add mod">
          <ac:chgData name="Wael" userId="97126fac-0aa5-41d3-a48c-3a0c6da4216b" providerId="ADAL" clId="{48C7124F-C628-4773-86DE-A0611460C0DC}" dt="2020-06-24T15:03:25.844" v="2158" actId="20577"/>
          <ac:spMkLst>
            <pc:docMk/>
            <pc:sldMk cId="2623898894" sldId="271"/>
            <ac:spMk id="23" creationId="{A5CA1788-D9DC-4826-83C8-B2CB6DFCF7A0}"/>
          </ac:spMkLst>
        </pc:spChg>
      </pc:sldChg>
      <pc:sldChg chg="addSp delSp modSp add mod ord addAnim delAnim modAnim">
        <pc:chgData name="Wael" userId="97126fac-0aa5-41d3-a48c-3a0c6da4216b" providerId="ADAL" clId="{48C7124F-C628-4773-86DE-A0611460C0DC}" dt="2020-06-26T05:56:10.253" v="8759"/>
        <pc:sldMkLst>
          <pc:docMk/>
          <pc:sldMk cId="3173310372" sldId="271"/>
        </pc:sldMkLst>
        <pc:spChg chg="mod">
          <ac:chgData name="Wael" userId="97126fac-0aa5-41d3-a48c-3a0c6da4216b" providerId="ADAL" clId="{48C7124F-C628-4773-86DE-A0611460C0DC}" dt="2020-06-24T15:20:26.338" v="2602" actId="20577"/>
          <ac:spMkLst>
            <pc:docMk/>
            <pc:sldMk cId="3173310372" sldId="271"/>
            <ac:spMk id="2" creationId="{465C5617-9454-4FDA-B4FB-8381A4881998}"/>
          </ac:spMkLst>
        </pc:spChg>
        <pc:spChg chg="mod">
          <ac:chgData name="Wael" userId="97126fac-0aa5-41d3-a48c-3a0c6da4216b" providerId="ADAL" clId="{48C7124F-C628-4773-86DE-A0611460C0DC}" dt="2020-06-24T15:32:54.071" v="3009" actId="1076"/>
          <ac:spMkLst>
            <pc:docMk/>
            <pc:sldMk cId="3173310372" sldId="271"/>
            <ac:spMk id="4" creationId="{C1106814-B9CC-4B37-97BD-7B29B40B4693}"/>
          </ac:spMkLst>
        </pc:spChg>
        <pc:spChg chg="del">
          <ac:chgData name="Wael" userId="97126fac-0aa5-41d3-a48c-3a0c6da4216b" providerId="ADAL" clId="{48C7124F-C628-4773-86DE-A0611460C0DC}" dt="2020-06-24T15:05:03.276" v="2203" actId="478"/>
          <ac:spMkLst>
            <pc:docMk/>
            <pc:sldMk cId="3173310372" sldId="271"/>
            <ac:spMk id="6" creationId="{CC0986B9-E1F8-4505-8AA1-D658C360D68E}"/>
          </ac:spMkLst>
        </pc:spChg>
        <pc:spChg chg="mod">
          <ac:chgData name="Wael" userId="97126fac-0aa5-41d3-a48c-3a0c6da4216b" providerId="ADAL" clId="{48C7124F-C628-4773-86DE-A0611460C0DC}" dt="2020-06-24T15:30:59.862" v="2956" actId="1038"/>
          <ac:spMkLst>
            <pc:docMk/>
            <pc:sldMk cId="3173310372" sldId="271"/>
            <ac:spMk id="7" creationId="{CF1DEDFD-41E8-46B2-90A9-FE6C8A660FBE}"/>
          </ac:spMkLst>
        </pc:spChg>
        <pc:spChg chg="del topLvl">
          <ac:chgData name="Wael" userId="97126fac-0aa5-41d3-a48c-3a0c6da4216b" providerId="ADAL" clId="{48C7124F-C628-4773-86DE-A0611460C0DC}" dt="2020-06-24T15:08:45.927" v="2266" actId="478"/>
          <ac:spMkLst>
            <pc:docMk/>
            <pc:sldMk cId="3173310372" sldId="271"/>
            <ac:spMk id="11" creationId="{D2E53AB0-2112-4681-B7D6-48BDD549E0A8}"/>
          </ac:spMkLst>
        </pc:spChg>
        <pc:spChg chg="mod">
          <ac:chgData name="Wael" userId="97126fac-0aa5-41d3-a48c-3a0c6da4216b" providerId="ADAL" clId="{48C7124F-C628-4773-86DE-A0611460C0DC}" dt="2020-06-24T15:30:59.862" v="2956" actId="1038"/>
          <ac:spMkLst>
            <pc:docMk/>
            <pc:sldMk cId="3173310372" sldId="271"/>
            <ac:spMk id="14" creationId="{6B0744BD-0838-4684-B072-86655D9AA5D5}"/>
          </ac:spMkLst>
        </pc:spChg>
        <pc:spChg chg="del">
          <ac:chgData name="Wael" userId="97126fac-0aa5-41d3-a48c-3a0c6da4216b" providerId="ADAL" clId="{48C7124F-C628-4773-86DE-A0611460C0DC}" dt="2020-06-24T15:05:03.276" v="2203" actId="478"/>
          <ac:spMkLst>
            <pc:docMk/>
            <pc:sldMk cId="3173310372" sldId="271"/>
            <ac:spMk id="30" creationId="{543C59E4-BB50-495E-ADB1-7E7E082476C4}"/>
          </ac:spMkLst>
        </pc:spChg>
        <pc:spChg chg="add mod">
          <ac:chgData name="Wael" userId="97126fac-0aa5-41d3-a48c-3a0c6da4216b" providerId="ADAL" clId="{48C7124F-C628-4773-86DE-A0611460C0DC}" dt="2020-06-24T15:27:57.589" v="2813" actId="1038"/>
          <ac:spMkLst>
            <pc:docMk/>
            <pc:sldMk cId="3173310372" sldId="271"/>
            <ac:spMk id="50" creationId="{E4FF14AB-5C25-4166-9B30-8EC6FFE83AFA}"/>
          </ac:spMkLst>
        </pc:spChg>
        <pc:spChg chg="add mod">
          <ac:chgData name="Wael" userId="97126fac-0aa5-41d3-a48c-3a0c6da4216b" providerId="ADAL" clId="{48C7124F-C628-4773-86DE-A0611460C0DC}" dt="2020-06-24T15:27:57.589" v="2813" actId="1038"/>
          <ac:spMkLst>
            <pc:docMk/>
            <pc:sldMk cId="3173310372" sldId="271"/>
            <ac:spMk id="66" creationId="{23673D30-75F8-494E-AB71-1965041F4927}"/>
          </ac:spMkLst>
        </pc:spChg>
        <pc:spChg chg="add mod">
          <ac:chgData name="Wael" userId="97126fac-0aa5-41d3-a48c-3a0c6da4216b" providerId="ADAL" clId="{48C7124F-C628-4773-86DE-A0611460C0DC}" dt="2020-06-24T15:33:38.095" v="3055" actId="20577"/>
          <ac:spMkLst>
            <pc:docMk/>
            <pc:sldMk cId="3173310372" sldId="271"/>
            <ac:spMk id="67" creationId="{9C23F383-2EF8-4EBB-B3C1-92812B11B572}"/>
          </ac:spMkLst>
        </pc:spChg>
        <pc:spChg chg="add mod">
          <ac:chgData name="Wael" userId="97126fac-0aa5-41d3-a48c-3a0c6da4216b" providerId="ADAL" clId="{48C7124F-C628-4773-86DE-A0611460C0DC}" dt="2020-06-24T15:28:49.664" v="2871" actId="1076"/>
          <ac:spMkLst>
            <pc:docMk/>
            <pc:sldMk cId="3173310372" sldId="271"/>
            <ac:spMk id="68" creationId="{18A65C92-8B35-4A5E-8AA4-B116FD73A00A}"/>
          </ac:spMkLst>
        </pc:spChg>
        <pc:spChg chg="add mod">
          <ac:chgData name="Wael" userId="97126fac-0aa5-41d3-a48c-3a0c6da4216b" providerId="ADAL" clId="{48C7124F-C628-4773-86DE-A0611460C0DC}" dt="2020-06-24T15:31:17.765" v="2985" actId="20577"/>
          <ac:spMkLst>
            <pc:docMk/>
            <pc:sldMk cId="3173310372" sldId="271"/>
            <ac:spMk id="69" creationId="{D1D178FB-0E95-472E-8416-381FBA68A2DE}"/>
          </ac:spMkLst>
        </pc:spChg>
        <pc:spChg chg="add mod">
          <ac:chgData name="Wael" userId="97126fac-0aa5-41d3-a48c-3a0c6da4216b" providerId="ADAL" clId="{48C7124F-C628-4773-86DE-A0611460C0DC}" dt="2020-06-24T15:32:58.369" v="3010" actId="1076"/>
          <ac:spMkLst>
            <pc:docMk/>
            <pc:sldMk cId="3173310372" sldId="271"/>
            <ac:spMk id="71" creationId="{C4E651FD-9A8A-4B84-A26B-C9CF9F3DA430}"/>
          </ac:spMkLst>
        </pc:spChg>
        <pc:spChg chg="add mod">
          <ac:chgData name="Wael" userId="97126fac-0aa5-41d3-a48c-3a0c6da4216b" providerId="ADAL" clId="{48C7124F-C628-4773-86DE-A0611460C0DC}" dt="2020-06-24T15:54:07.398" v="3154"/>
          <ac:spMkLst>
            <pc:docMk/>
            <pc:sldMk cId="3173310372" sldId="271"/>
            <ac:spMk id="74" creationId="{D651093C-1D63-41A1-AB27-78716BA643E4}"/>
          </ac:spMkLst>
        </pc:spChg>
        <pc:spChg chg="add mod">
          <ac:chgData name="Wael" userId="97126fac-0aa5-41d3-a48c-3a0c6da4216b" providerId="ADAL" clId="{48C7124F-C628-4773-86DE-A0611460C0DC}" dt="2020-06-24T15:54:07.398" v="3154"/>
          <ac:spMkLst>
            <pc:docMk/>
            <pc:sldMk cId="3173310372" sldId="271"/>
            <ac:spMk id="76" creationId="{D27EAC05-DDFA-417B-9809-3BA9B098A173}"/>
          </ac:spMkLst>
        </pc:spChg>
        <pc:spChg chg="add mod">
          <ac:chgData name="Wael" userId="97126fac-0aa5-41d3-a48c-3a0c6da4216b" providerId="ADAL" clId="{48C7124F-C628-4773-86DE-A0611460C0DC}" dt="2020-06-24T15:54:47.422" v="3167" actId="1076"/>
          <ac:spMkLst>
            <pc:docMk/>
            <pc:sldMk cId="3173310372" sldId="271"/>
            <ac:spMk id="78" creationId="{8C575198-5B93-4230-8422-C146590B983F}"/>
          </ac:spMkLst>
        </pc:spChg>
        <pc:spChg chg="del mod topLvl">
          <ac:chgData name="Wael" userId="97126fac-0aa5-41d3-a48c-3a0c6da4216b" providerId="ADAL" clId="{48C7124F-C628-4773-86DE-A0611460C0DC}" dt="2020-06-24T15:08:58.072" v="2268" actId="478"/>
          <ac:spMkLst>
            <pc:docMk/>
            <pc:sldMk cId="3173310372" sldId="271"/>
            <ac:spMk id="86" creationId="{B218F8B5-4865-491F-842A-AEC5CFE0E7B7}"/>
          </ac:spMkLst>
        </pc:spChg>
        <pc:spChg chg="del mod topLvl">
          <ac:chgData name="Wael" userId="97126fac-0aa5-41d3-a48c-3a0c6da4216b" providerId="ADAL" clId="{48C7124F-C628-4773-86DE-A0611460C0DC}" dt="2020-06-24T15:08:00.515" v="2259" actId="478"/>
          <ac:spMkLst>
            <pc:docMk/>
            <pc:sldMk cId="3173310372" sldId="271"/>
            <ac:spMk id="90" creationId="{84225DE5-2B0D-40DE-9DAF-9F74982F5AE5}"/>
          </ac:spMkLst>
        </pc:spChg>
        <pc:spChg chg="del topLvl">
          <ac:chgData name="Wael" userId="97126fac-0aa5-41d3-a48c-3a0c6da4216b" providerId="ADAL" clId="{48C7124F-C628-4773-86DE-A0611460C0DC}" dt="2020-06-24T15:09:44.129" v="2276" actId="478"/>
          <ac:spMkLst>
            <pc:docMk/>
            <pc:sldMk cId="3173310372" sldId="271"/>
            <ac:spMk id="96" creationId="{7493245D-D626-4FAF-B10C-E1F22B70D8A4}"/>
          </ac:spMkLst>
        </pc:spChg>
        <pc:spChg chg="del topLvl">
          <ac:chgData name="Wael" userId="97126fac-0aa5-41d3-a48c-3a0c6da4216b" providerId="ADAL" clId="{48C7124F-C628-4773-86DE-A0611460C0DC}" dt="2020-06-24T15:08:33.806" v="2264" actId="478"/>
          <ac:spMkLst>
            <pc:docMk/>
            <pc:sldMk cId="3173310372" sldId="271"/>
            <ac:spMk id="106" creationId="{A1404EAD-C644-4AA3-A375-40B34DC634C5}"/>
          </ac:spMkLst>
        </pc:spChg>
        <pc:spChg chg="del mod topLvl">
          <ac:chgData name="Wael" userId="97126fac-0aa5-41d3-a48c-3a0c6da4216b" providerId="ADAL" clId="{48C7124F-C628-4773-86DE-A0611460C0DC}" dt="2020-06-24T15:09:03.798" v="2269" actId="478"/>
          <ac:spMkLst>
            <pc:docMk/>
            <pc:sldMk cId="3173310372" sldId="271"/>
            <ac:spMk id="107" creationId="{60288BB6-AB12-4A51-9EFE-0343C266EFEE}"/>
          </ac:spMkLst>
        </pc:spChg>
        <pc:spChg chg="del">
          <ac:chgData name="Wael" userId="97126fac-0aa5-41d3-a48c-3a0c6da4216b" providerId="ADAL" clId="{48C7124F-C628-4773-86DE-A0611460C0DC}" dt="2020-06-24T15:05:03.276" v="2203" actId="478"/>
          <ac:spMkLst>
            <pc:docMk/>
            <pc:sldMk cId="3173310372" sldId="271"/>
            <ac:spMk id="113" creationId="{A80B8C2E-C50B-478B-A592-18984F038CDA}"/>
          </ac:spMkLst>
        </pc:spChg>
        <pc:spChg chg="del">
          <ac:chgData name="Wael" userId="97126fac-0aa5-41d3-a48c-3a0c6da4216b" providerId="ADAL" clId="{48C7124F-C628-4773-86DE-A0611460C0DC}" dt="2020-06-24T15:05:03.276" v="2203" actId="478"/>
          <ac:spMkLst>
            <pc:docMk/>
            <pc:sldMk cId="3173310372" sldId="271"/>
            <ac:spMk id="139" creationId="{FC21F76B-741B-4B21-8F49-47A45578290B}"/>
          </ac:spMkLst>
        </pc:spChg>
        <pc:spChg chg="del">
          <ac:chgData name="Wael" userId="97126fac-0aa5-41d3-a48c-3a0c6da4216b" providerId="ADAL" clId="{48C7124F-C628-4773-86DE-A0611460C0DC}" dt="2020-06-24T15:05:03.276" v="2203" actId="478"/>
          <ac:spMkLst>
            <pc:docMk/>
            <pc:sldMk cId="3173310372" sldId="271"/>
            <ac:spMk id="142" creationId="{43EE744E-C053-46C8-A6D4-0D41500656B5}"/>
          </ac:spMkLst>
        </pc:spChg>
        <pc:grpChg chg="del">
          <ac:chgData name="Wael" userId="97126fac-0aa5-41d3-a48c-3a0c6da4216b" providerId="ADAL" clId="{48C7124F-C628-4773-86DE-A0611460C0DC}" dt="2020-06-24T15:08:45.927" v="2266" actId="478"/>
          <ac:grpSpMkLst>
            <pc:docMk/>
            <pc:sldMk cId="3173310372" sldId="271"/>
            <ac:grpSpMk id="9" creationId="{B90F827F-E4FE-4467-B4E0-CDBE0A09CBC3}"/>
          </ac:grpSpMkLst>
        </pc:grpChg>
        <pc:grpChg chg="mod topLvl">
          <ac:chgData name="Wael" userId="97126fac-0aa5-41d3-a48c-3a0c6da4216b" providerId="ADAL" clId="{48C7124F-C628-4773-86DE-A0611460C0DC}" dt="2020-06-24T15:27:57.589" v="2813" actId="1038"/>
          <ac:grpSpMkLst>
            <pc:docMk/>
            <pc:sldMk cId="3173310372" sldId="271"/>
            <ac:grpSpMk id="10" creationId="{2042B9A1-7EEA-4BE6-84E5-68AC708E6E19}"/>
          </ac:grpSpMkLst>
        </pc:grpChg>
        <pc:grpChg chg="del">
          <ac:chgData name="Wael" userId="97126fac-0aa5-41d3-a48c-3a0c6da4216b" providerId="ADAL" clId="{48C7124F-C628-4773-86DE-A0611460C0DC}" dt="2020-06-24T15:05:03.276" v="2203" actId="478"/>
          <ac:grpSpMkLst>
            <pc:docMk/>
            <pc:sldMk cId="3173310372" sldId="271"/>
            <ac:grpSpMk id="54" creationId="{91EE691F-65DA-4625-9BB2-1FF3E05823F3}"/>
          </ac:grpSpMkLst>
        </pc:grpChg>
        <pc:grpChg chg="del">
          <ac:chgData name="Wael" userId="97126fac-0aa5-41d3-a48c-3a0c6da4216b" providerId="ADAL" clId="{48C7124F-C628-4773-86DE-A0611460C0DC}" dt="2020-06-24T15:07:54.429" v="2257" actId="478"/>
          <ac:grpSpMkLst>
            <pc:docMk/>
            <pc:sldMk cId="3173310372" sldId="271"/>
            <ac:grpSpMk id="128" creationId="{1BBA68A2-7A0C-4503-ADEC-54237E45A2E3}"/>
          </ac:grpSpMkLst>
        </pc:grpChg>
        <pc:grpChg chg="del">
          <ac:chgData name="Wael" userId="97126fac-0aa5-41d3-a48c-3a0c6da4216b" providerId="ADAL" clId="{48C7124F-C628-4773-86DE-A0611460C0DC}" dt="2020-06-24T15:09:40.971" v="2275" actId="478"/>
          <ac:grpSpMkLst>
            <pc:docMk/>
            <pc:sldMk cId="3173310372" sldId="271"/>
            <ac:grpSpMk id="129" creationId="{9E0F878D-5C54-46E0-B507-E0CF5DAF8C30}"/>
          </ac:grpSpMkLst>
        </pc:grpChg>
        <pc:grpChg chg="del mod">
          <ac:chgData name="Wael" userId="97126fac-0aa5-41d3-a48c-3a0c6da4216b" providerId="ADAL" clId="{48C7124F-C628-4773-86DE-A0611460C0DC}" dt="2020-06-24T15:08:33.806" v="2264" actId="478"/>
          <ac:grpSpMkLst>
            <pc:docMk/>
            <pc:sldMk cId="3173310372" sldId="271"/>
            <ac:grpSpMk id="130" creationId="{3C6704DA-F6D9-4724-A280-99F8665A3DE2}"/>
          </ac:grpSpMkLst>
        </pc:grpChg>
        <pc:grpChg chg="add del mod">
          <ac:chgData name="Wael" userId="97126fac-0aa5-41d3-a48c-3a0c6da4216b" providerId="ADAL" clId="{48C7124F-C628-4773-86DE-A0611460C0DC}" dt="2020-06-24T15:09:03.798" v="2269" actId="478"/>
          <ac:grpSpMkLst>
            <pc:docMk/>
            <pc:sldMk cId="3173310372" sldId="271"/>
            <ac:grpSpMk id="131" creationId="{5652BC7E-767F-42BF-ADAF-66BC53F7194D}"/>
          </ac:grpSpMkLst>
        </pc:grpChg>
        <pc:grpChg chg="del">
          <ac:chgData name="Wael" userId="97126fac-0aa5-41d3-a48c-3a0c6da4216b" providerId="ADAL" clId="{48C7124F-C628-4773-86DE-A0611460C0DC}" dt="2020-06-24T15:05:07.938" v="2204" actId="478"/>
          <ac:grpSpMkLst>
            <pc:docMk/>
            <pc:sldMk cId="3173310372" sldId="271"/>
            <ac:grpSpMk id="132" creationId="{A1ED882A-8315-4C8B-B475-A0E1DF223103}"/>
          </ac:grpSpMkLst>
        </pc:grpChg>
        <pc:grpChg chg="del">
          <ac:chgData name="Wael" userId="97126fac-0aa5-41d3-a48c-3a0c6da4216b" providerId="ADAL" clId="{48C7124F-C628-4773-86DE-A0611460C0DC}" dt="2020-06-24T15:05:03.276" v="2203" actId="478"/>
          <ac:grpSpMkLst>
            <pc:docMk/>
            <pc:sldMk cId="3173310372" sldId="271"/>
            <ac:grpSpMk id="133" creationId="{6174A5F0-4D3D-48BB-95B2-D822E64575C9}"/>
          </ac:grpSpMkLst>
        </pc:grpChg>
        <pc:grpChg chg="del">
          <ac:chgData name="Wael" userId="97126fac-0aa5-41d3-a48c-3a0c6da4216b" providerId="ADAL" clId="{48C7124F-C628-4773-86DE-A0611460C0DC}" dt="2020-06-24T15:05:03.276" v="2203" actId="478"/>
          <ac:grpSpMkLst>
            <pc:docMk/>
            <pc:sldMk cId="3173310372" sldId="271"/>
            <ac:grpSpMk id="134" creationId="{22C26FA0-FA1C-4342-B6B9-7DF030533838}"/>
          </ac:grpSpMkLst>
        </pc:grpChg>
        <pc:grpChg chg="del">
          <ac:chgData name="Wael" userId="97126fac-0aa5-41d3-a48c-3a0c6da4216b" providerId="ADAL" clId="{48C7124F-C628-4773-86DE-A0611460C0DC}" dt="2020-06-24T15:05:03.276" v="2203" actId="478"/>
          <ac:grpSpMkLst>
            <pc:docMk/>
            <pc:sldMk cId="3173310372" sldId="271"/>
            <ac:grpSpMk id="135" creationId="{A2B4E1F2-F8C2-41AB-A389-0495531CC686}"/>
          </ac:grpSpMkLst>
        </pc:grpChg>
        <pc:grpChg chg="del mod">
          <ac:chgData name="Wael" userId="97126fac-0aa5-41d3-a48c-3a0c6da4216b" providerId="ADAL" clId="{48C7124F-C628-4773-86DE-A0611460C0DC}" dt="2020-06-24T15:08:58.072" v="2268" actId="478"/>
          <ac:grpSpMkLst>
            <pc:docMk/>
            <pc:sldMk cId="3173310372" sldId="271"/>
            <ac:grpSpMk id="143" creationId="{09569A45-770C-4924-A758-5A894D972816}"/>
          </ac:grpSpMkLst>
        </pc:grpChg>
        <pc:cxnChg chg="add mod">
          <ac:chgData name="Wael" userId="97126fac-0aa5-41d3-a48c-3a0c6da4216b" providerId="ADAL" clId="{48C7124F-C628-4773-86DE-A0611460C0DC}" dt="2020-06-24T15:30:59.862" v="2956" actId="1038"/>
          <ac:cxnSpMkLst>
            <pc:docMk/>
            <pc:sldMk cId="3173310372" sldId="271"/>
            <ac:cxnSpMk id="59" creationId="{6C2CDBC4-84F1-4BEC-92A8-DDA6FF9AAE39}"/>
          </ac:cxnSpMkLst>
        </pc:cxnChg>
        <pc:cxnChg chg="add mod">
          <ac:chgData name="Wael" userId="97126fac-0aa5-41d3-a48c-3a0c6da4216b" providerId="ADAL" clId="{48C7124F-C628-4773-86DE-A0611460C0DC}" dt="2020-06-24T15:32:54.071" v="3009" actId="1076"/>
          <ac:cxnSpMkLst>
            <pc:docMk/>
            <pc:sldMk cId="3173310372" sldId="271"/>
            <ac:cxnSpMk id="62" creationId="{B8A82FF4-1C06-499C-A0ED-12EBC7934E80}"/>
          </ac:cxnSpMkLst>
        </pc:cxnChg>
        <pc:cxnChg chg="add del mod">
          <ac:chgData name="Wael" userId="97126fac-0aa5-41d3-a48c-3a0c6da4216b" providerId="ADAL" clId="{48C7124F-C628-4773-86DE-A0611460C0DC}" dt="2020-06-24T15:12:40.912" v="2456"/>
          <ac:cxnSpMkLst>
            <pc:docMk/>
            <pc:sldMk cId="3173310372" sldId="271"/>
            <ac:cxnSpMk id="65" creationId="{9F495FAA-1914-4D88-A5D0-7693BE18AD27}"/>
          </ac:cxnSpMkLst>
        </pc:cxnChg>
        <pc:cxnChg chg="add mod">
          <ac:chgData name="Wael" userId="97126fac-0aa5-41d3-a48c-3a0c6da4216b" providerId="ADAL" clId="{48C7124F-C628-4773-86DE-A0611460C0DC}" dt="2020-06-24T15:54:07.398" v="3154"/>
          <ac:cxnSpMkLst>
            <pc:docMk/>
            <pc:sldMk cId="3173310372" sldId="271"/>
            <ac:cxnSpMk id="73" creationId="{63CA72D0-32AD-40CD-AD92-0EA658666B69}"/>
          </ac:cxnSpMkLst>
        </pc:cxnChg>
        <pc:cxnChg chg="add mod">
          <ac:chgData name="Wael" userId="97126fac-0aa5-41d3-a48c-3a0c6da4216b" providerId="ADAL" clId="{48C7124F-C628-4773-86DE-A0611460C0DC}" dt="2020-06-24T15:54:07.398" v="3154"/>
          <ac:cxnSpMkLst>
            <pc:docMk/>
            <pc:sldMk cId="3173310372" sldId="271"/>
            <ac:cxnSpMk id="75" creationId="{5B1BE196-C49D-4F21-908B-FDC625061B65}"/>
          </ac:cxnSpMkLst>
        </pc:cxnChg>
        <pc:cxnChg chg="add mod">
          <ac:chgData name="Wael" userId="97126fac-0aa5-41d3-a48c-3a0c6da4216b" providerId="ADAL" clId="{48C7124F-C628-4773-86DE-A0611460C0DC}" dt="2020-06-24T15:55:03.329" v="3168" actId="693"/>
          <ac:cxnSpMkLst>
            <pc:docMk/>
            <pc:sldMk cId="3173310372" sldId="271"/>
            <ac:cxnSpMk id="77" creationId="{87FE2494-8421-421B-9CB8-E73F9E38261C}"/>
          </ac:cxnSpMkLst>
        </pc:cxnChg>
        <pc:cxnChg chg="mod topLvl">
          <ac:chgData name="Wael" userId="97126fac-0aa5-41d3-a48c-3a0c6da4216b" providerId="ADAL" clId="{48C7124F-C628-4773-86DE-A0611460C0DC}" dt="2020-06-24T15:32:25.193" v="3006" actId="14100"/>
          <ac:cxnSpMkLst>
            <pc:docMk/>
            <pc:sldMk cId="3173310372" sldId="271"/>
            <ac:cxnSpMk id="82" creationId="{B5612893-5F0C-49BD-969B-F93572667FBF}"/>
          </ac:cxnSpMkLst>
        </pc:cxnChg>
        <pc:cxnChg chg="del mod topLvl">
          <ac:chgData name="Wael" userId="97126fac-0aa5-41d3-a48c-3a0c6da4216b" providerId="ADAL" clId="{48C7124F-C628-4773-86DE-A0611460C0DC}" dt="2020-06-24T15:07:54.429" v="2257" actId="478"/>
          <ac:cxnSpMkLst>
            <pc:docMk/>
            <pc:sldMk cId="3173310372" sldId="271"/>
            <ac:cxnSpMk id="89" creationId="{E45E72FE-0BC8-4D3F-A51D-E47B17878FDB}"/>
          </ac:cxnSpMkLst>
        </pc:cxnChg>
        <pc:cxnChg chg="del mod topLvl">
          <ac:chgData name="Wael" userId="97126fac-0aa5-41d3-a48c-3a0c6da4216b" providerId="ADAL" clId="{48C7124F-C628-4773-86DE-A0611460C0DC}" dt="2020-06-24T15:09:40.971" v="2275" actId="478"/>
          <ac:cxnSpMkLst>
            <pc:docMk/>
            <pc:sldMk cId="3173310372" sldId="271"/>
            <ac:cxnSpMk id="93" creationId="{B3A34183-4B0D-4C7B-8B62-48BA57792364}"/>
          </ac:cxnSpMkLst>
        </pc:cxnChg>
        <pc:cxnChg chg="mod topLvl">
          <ac:chgData name="Wael" userId="97126fac-0aa5-41d3-a48c-3a0c6da4216b" providerId="ADAL" clId="{48C7124F-C628-4773-86DE-A0611460C0DC}" dt="2020-06-24T15:27:57.589" v="2813" actId="1038"/>
          <ac:cxnSpMkLst>
            <pc:docMk/>
            <pc:sldMk cId="3173310372" sldId="271"/>
            <ac:cxnSpMk id="97" creationId="{1797C331-1E1D-4375-9022-8CB54D2F6247}"/>
          </ac:cxnSpMkLst>
        </pc:cxnChg>
        <pc:cxnChg chg="mod topLvl">
          <ac:chgData name="Wael" userId="97126fac-0aa5-41d3-a48c-3a0c6da4216b" providerId="ADAL" clId="{48C7124F-C628-4773-86DE-A0611460C0DC}" dt="2020-06-24T15:30:59.862" v="2956" actId="1038"/>
          <ac:cxnSpMkLst>
            <pc:docMk/>
            <pc:sldMk cId="3173310372" sldId="271"/>
            <ac:cxnSpMk id="101" creationId="{FDE67D3F-8412-4BB3-9359-BF7CED152EEF}"/>
          </ac:cxnSpMkLst>
        </pc:cxnChg>
        <pc:cxnChg chg="mod">
          <ac:chgData name="Wael" userId="97126fac-0aa5-41d3-a48c-3a0c6da4216b" providerId="ADAL" clId="{48C7124F-C628-4773-86DE-A0611460C0DC}" dt="2020-06-24T15:05:03.276" v="2203" actId="478"/>
          <ac:cxnSpMkLst>
            <pc:docMk/>
            <pc:sldMk cId="3173310372" sldId="271"/>
            <ac:cxnSpMk id="109" creationId="{A387A267-A20F-48B2-A024-1A359693ADFD}"/>
          </ac:cxnSpMkLst>
        </pc:cxnChg>
        <pc:cxnChg chg="mod">
          <ac:chgData name="Wael" userId="97126fac-0aa5-41d3-a48c-3a0c6da4216b" providerId="ADAL" clId="{48C7124F-C628-4773-86DE-A0611460C0DC}" dt="2020-06-24T15:05:03.276" v="2203" actId="478"/>
          <ac:cxnSpMkLst>
            <pc:docMk/>
            <pc:sldMk cId="3173310372" sldId="271"/>
            <ac:cxnSpMk id="114" creationId="{36A729AA-EE05-4695-865D-FBCF73F39424}"/>
          </ac:cxnSpMkLst>
        </pc:cxnChg>
        <pc:cxnChg chg="mod">
          <ac:chgData name="Wael" userId="97126fac-0aa5-41d3-a48c-3a0c6da4216b" providerId="ADAL" clId="{48C7124F-C628-4773-86DE-A0611460C0DC}" dt="2020-06-24T15:05:03.276" v="2203" actId="478"/>
          <ac:cxnSpMkLst>
            <pc:docMk/>
            <pc:sldMk cId="3173310372" sldId="271"/>
            <ac:cxnSpMk id="117" creationId="{EB70D0BF-9FC9-40F0-8F8D-88BC22D37451}"/>
          </ac:cxnSpMkLst>
        </pc:cxnChg>
        <pc:cxnChg chg="mod">
          <ac:chgData name="Wael" userId="97126fac-0aa5-41d3-a48c-3a0c6da4216b" providerId="ADAL" clId="{48C7124F-C628-4773-86DE-A0611460C0DC}" dt="2020-06-24T15:05:07.938" v="2204" actId="478"/>
          <ac:cxnSpMkLst>
            <pc:docMk/>
            <pc:sldMk cId="3173310372" sldId="271"/>
            <ac:cxnSpMk id="124" creationId="{5B86AD62-5B23-4104-B81F-DE1644B95158}"/>
          </ac:cxnSpMkLst>
        </pc:cxnChg>
        <pc:cxnChg chg="del">
          <ac:chgData name="Wael" userId="97126fac-0aa5-41d3-a48c-3a0c6da4216b" providerId="ADAL" clId="{48C7124F-C628-4773-86DE-A0611460C0DC}" dt="2020-06-24T15:05:03.276" v="2203" actId="478"/>
          <ac:cxnSpMkLst>
            <pc:docMk/>
            <pc:sldMk cId="3173310372" sldId="271"/>
            <ac:cxnSpMk id="136" creationId="{CF02CDAC-511D-45BE-BD9F-7B3B03CABBA8}"/>
          </ac:cxnSpMkLst>
        </pc:cxnChg>
        <pc:cxnChg chg="del">
          <ac:chgData name="Wael" userId="97126fac-0aa5-41d3-a48c-3a0c6da4216b" providerId="ADAL" clId="{48C7124F-C628-4773-86DE-A0611460C0DC}" dt="2020-06-24T15:05:03.276" v="2203" actId="478"/>
          <ac:cxnSpMkLst>
            <pc:docMk/>
            <pc:sldMk cId="3173310372" sldId="271"/>
            <ac:cxnSpMk id="141" creationId="{5C89AAA0-14CF-4FC3-8F31-0DDE278B7245}"/>
          </ac:cxnSpMkLst>
        </pc:cxnChg>
      </pc:sldChg>
      <pc:sldChg chg="addSp delSp modSp add mod ord modAnim addCm delCm">
        <pc:chgData name="Wael" userId="97126fac-0aa5-41d3-a48c-3a0c6da4216b" providerId="ADAL" clId="{48C7124F-C628-4773-86DE-A0611460C0DC}" dt="2020-06-26T05:56:02.027" v="8758"/>
        <pc:sldMkLst>
          <pc:docMk/>
          <pc:sldMk cId="643467198" sldId="272"/>
        </pc:sldMkLst>
        <pc:spChg chg="mod">
          <ac:chgData name="Wael" userId="97126fac-0aa5-41d3-a48c-3a0c6da4216b" providerId="ADAL" clId="{48C7124F-C628-4773-86DE-A0611460C0DC}" dt="2020-06-24T15:20:18.822" v="2594" actId="20577"/>
          <ac:spMkLst>
            <pc:docMk/>
            <pc:sldMk cId="643467198" sldId="272"/>
            <ac:spMk id="2" creationId="{465C5617-9454-4FDA-B4FB-8381A4881998}"/>
          </ac:spMkLst>
        </pc:spChg>
        <pc:spChg chg="mod">
          <ac:chgData name="Wael" userId="97126fac-0aa5-41d3-a48c-3a0c6da4216b" providerId="ADAL" clId="{48C7124F-C628-4773-86DE-A0611460C0DC}" dt="2020-06-24T15:34:07.569" v="3080" actId="1038"/>
          <ac:spMkLst>
            <pc:docMk/>
            <pc:sldMk cId="643467198" sldId="272"/>
            <ac:spMk id="4" creationId="{C1106814-B9CC-4B37-97BD-7B29B40B4693}"/>
          </ac:spMkLst>
        </pc:spChg>
        <pc:spChg chg="mod">
          <ac:chgData name="Wael" userId="97126fac-0aa5-41d3-a48c-3a0c6da4216b" providerId="ADAL" clId="{48C7124F-C628-4773-86DE-A0611460C0DC}" dt="2020-06-24T15:34:07.569" v="3080" actId="1038"/>
          <ac:spMkLst>
            <pc:docMk/>
            <pc:sldMk cId="643467198" sldId="272"/>
            <ac:spMk id="7" creationId="{CF1DEDFD-41E8-46B2-90A9-FE6C8A660FBE}"/>
          </ac:spMkLst>
        </pc:spChg>
        <pc:spChg chg="mod">
          <ac:chgData name="Wael" userId="97126fac-0aa5-41d3-a48c-3a0c6da4216b" providerId="ADAL" clId="{48C7124F-C628-4773-86DE-A0611460C0DC}" dt="2020-06-24T15:34:07.569" v="3080" actId="1038"/>
          <ac:spMkLst>
            <pc:docMk/>
            <pc:sldMk cId="643467198" sldId="272"/>
            <ac:spMk id="14" creationId="{6B0744BD-0838-4684-B072-86655D9AA5D5}"/>
          </ac:spMkLst>
        </pc:spChg>
        <pc:spChg chg="add mod">
          <ac:chgData name="Wael" userId="97126fac-0aa5-41d3-a48c-3a0c6da4216b" providerId="ADAL" clId="{48C7124F-C628-4773-86DE-A0611460C0DC}" dt="2020-06-24T15:34:07.569" v="3080" actId="1038"/>
          <ac:spMkLst>
            <pc:docMk/>
            <pc:sldMk cId="643467198" sldId="272"/>
            <ac:spMk id="26" creationId="{B2D3287A-FB86-4F5C-90DC-B5FDCB05AC37}"/>
          </ac:spMkLst>
        </pc:spChg>
        <pc:spChg chg="add mod">
          <ac:chgData name="Wael" userId="97126fac-0aa5-41d3-a48c-3a0c6da4216b" providerId="ADAL" clId="{48C7124F-C628-4773-86DE-A0611460C0DC}" dt="2020-06-24T15:34:07.569" v="3080" actId="1038"/>
          <ac:spMkLst>
            <pc:docMk/>
            <pc:sldMk cId="643467198" sldId="272"/>
            <ac:spMk id="35" creationId="{CF0C9293-AE2C-4233-A62E-1A76D622C89A}"/>
          </ac:spMkLst>
        </pc:spChg>
        <pc:spChg chg="add mod">
          <ac:chgData name="Wael" userId="97126fac-0aa5-41d3-a48c-3a0c6da4216b" providerId="ADAL" clId="{48C7124F-C628-4773-86DE-A0611460C0DC}" dt="2020-06-24T15:34:07.569" v="3080" actId="1038"/>
          <ac:spMkLst>
            <pc:docMk/>
            <pc:sldMk cId="643467198" sldId="272"/>
            <ac:spMk id="36" creationId="{D5F8E15F-E685-47AA-90A6-9FD4FF02C471}"/>
          </ac:spMkLst>
        </pc:spChg>
        <pc:spChg chg="add mod">
          <ac:chgData name="Wael" userId="97126fac-0aa5-41d3-a48c-3a0c6da4216b" providerId="ADAL" clId="{48C7124F-C628-4773-86DE-A0611460C0DC}" dt="2020-06-24T15:34:07.569" v="3080" actId="1038"/>
          <ac:spMkLst>
            <pc:docMk/>
            <pc:sldMk cId="643467198" sldId="272"/>
            <ac:spMk id="37" creationId="{82AAB471-E63A-45E4-A3ED-8B100FE78657}"/>
          </ac:spMkLst>
        </pc:spChg>
        <pc:spChg chg="add mod">
          <ac:chgData name="Wael" userId="97126fac-0aa5-41d3-a48c-3a0c6da4216b" providerId="ADAL" clId="{48C7124F-C628-4773-86DE-A0611460C0DC}" dt="2020-06-24T15:34:07.569" v="3080" actId="1038"/>
          <ac:spMkLst>
            <pc:docMk/>
            <pc:sldMk cId="643467198" sldId="272"/>
            <ac:spMk id="38" creationId="{24AC2A63-6177-45B3-8C5D-16176CC55378}"/>
          </ac:spMkLst>
        </pc:spChg>
        <pc:spChg chg="add mod">
          <ac:chgData name="Wael" userId="97126fac-0aa5-41d3-a48c-3a0c6da4216b" providerId="ADAL" clId="{48C7124F-C628-4773-86DE-A0611460C0DC}" dt="2020-06-24T15:34:07.569" v="3080" actId="1038"/>
          <ac:spMkLst>
            <pc:docMk/>
            <pc:sldMk cId="643467198" sldId="272"/>
            <ac:spMk id="39" creationId="{711866E4-3098-479E-AB2A-DCA9AF8D6C96}"/>
          </ac:spMkLst>
        </pc:spChg>
        <pc:spChg chg="add mod">
          <ac:chgData name="Wael" userId="97126fac-0aa5-41d3-a48c-3a0c6da4216b" providerId="ADAL" clId="{48C7124F-C628-4773-86DE-A0611460C0DC}" dt="2020-06-24T15:34:07.569" v="3080" actId="1038"/>
          <ac:spMkLst>
            <pc:docMk/>
            <pc:sldMk cId="643467198" sldId="272"/>
            <ac:spMk id="41" creationId="{D79F85CF-17C1-46B1-A9F5-D86490652375}"/>
          </ac:spMkLst>
        </pc:spChg>
        <pc:spChg chg="add mod">
          <ac:chgData name="Wael" userId="97126fac-0aa5-41d3-a48c-3a0c6da4216b" providerId="ADAL" clId="{48C7124F-C628-4773-86DE-A0611460C0DC}" dt="2020-06-24T15:34:07.569" v="3080" actId="1038"/>
          <ac:spMkLst>
            <pc:docMk/>
            <pc:sldMk cId="643467198" sldId="272"/>
            <ac:spMk id="45" creationId="{5250BFE2-C6F9-4F50-89AF-7402701F3591}"/>
          </ac:spMkLst>
        </pc:spChg>
        <pc:spChg chg="add mod">
          <ac:chgData name="Wael" userId="97126fac-0aa5-41d3-a48c-3a0c6da4216b" providerId="ADAL" clId="{48C7124F-C628-4773-86DE-A0611460C0DC}" dt="2020-06-24T15:54:03.101" v="3153" actId="1076"/>
          <ac:spMkLst>
            <pc:docMk/>
            <pc:sldMk cId="643467198" sldId="272"/>
            <ac:spMk id="47" creationId="{67FA4519-7F47-4FAA-B673-57F6E2AB7F83}"/>
          </ac:spMkLst>
        </pc:spChg>
        <pc:spChg chg="add mod">
          <ac:chgData name="Wael" userId="97126fac-0aa5-41d3-a48c-3a0c6da4216b" providerId="ADAL" clId="{48C7124F-C628-4773-86DE-A0611460C0DC}" dt="2020-06-24T15:54:03.101" v="3153" actId="1076"/>
          <ac:spMkLst>
            <pc:docMk/>
            <pc:sldMk cId="643467198" sldId="272"/>
            <ac:spMk id="49" creationId="{885BE775-4C5C-41D4-8FC7-28E814EFEF2F}"/>
          </ac:spMkLst>
        </pc:spChg>
        <pc:spChg chg="mod">
          <ac:chgData name="Wael" userId="97126fac-0aa5-41d3-a48c-3a0c6da4216b" providerId="ADAL" clId="{48C7124F-C628-4773-86DE-A0611460C0DC}" dt="2020-06-24T15:34:07.569" v="3080" actId="1038"/>
          <ac:spMkLst>
            <pc:docMk/>
            <pc:sldMk cId="643467198" sldId="272"/>
            <ac:spMk id="50" creationId="{E4FF14AB-5C25-4166-9B30-8EC6FFE83AFA}"/>
          </ac:spMkLst>
        </pc:spChg>
        <pc:grpChg chg="mod">
          <ac:chgData name="Wael" userId="97126fac-0aa5-41d3-a48c-3a0c6da4216b" providerId="ADAL" clId="{48C7124F-C628-4773-86DE-A0611460C0DC}" dt="2020-06-24T15:34:07.569" v="3080" actId="1038"/>
          <ac:grpSpMkLst>
            <pc:docMk/>
            <pc:sldMk cId="643467198" sldId="272"/>
            <ac:grpSpMk id="10" creationId="{2042B9A1-7EEA-4BE6-84E5-68AC708E6E19}"/>
          </ac:grpSpMkLst>
        </pc:grpChg>
        <pc:cxnChg chg="add mod">
          <ac:chgData name="Wael" userId="97126fac-0aa5-41d3-a48c-3a0c6da4216b" providerId="ADAL" clId="{48C7124F-C628-4773-86DE-A0611460C0DC}" dt="2020-06-24T15:34:07.569" v="3080" actId="1038"/>
          <ac:cxnSpMkLst>
            <pc:docMk/>
            <pc:sldMk cId="643467198" sldId="272"/>
            <ac:cxnSpMk id="22" creationId="{42B31570-4A74-47B8-BAF5-6484E665F0EB}"/>
          </ac:cxnSpMkLst>
        </pc:cxnChg>
        <pc:cxnChg chg="add mod">
          <ac:chgData name="Wael" userId="97126fac-0aa5-41d3-a48c-3a0c6da4216b" providerId="ADAL" clId="{48C7124F-C628-4773-86DE-A0611460C0DC}" dt="2020-06-24T15:34:07.569" v="3080" actId="1038"/>
          <ac:cxnSpMkLst>
            <pc:docMk/>
            <pc:sldMk cId="643467198" sldId="272"/>
            <ac:cxnSpMk id="27" creationId="{2D7C504A-D5AE-479E-85FD-651A614EC183}"/>
          </ac:cxnSpMkLst>
        </pc:cxnChg>
        <pc:cxnChg chg="add mod">
          <ac:chgData name="Wael" userId="97126fac-0aa5-41d3-a48c-3a0c6da4216b" providerId="ADAL" clId="{48C7124F-C628-4773-86DE-A0611460C0DC}" dt="2020-06-24T15:34:07.569" v="3080" actId="1038"/>
          <ac:cxnSpMkLst>
            <pc:docMk/>
            <pc:sldMk cId="643467198" sldId="272"/>
            <ac:cxnSpMk id="42" creationId="{FC034FFF-E44C-4629-B28D-F2EFD85EA12D}"/>
          </ac:cxnSpMkLst>
        </pc:cxnChg>
        <pc:cxnChg chg="add mod">
          <ac:chgData name="Wael" userId="97126fac-0aa5-41d3-a48c-3a0c6da4216b" providerId="ADAL" clId="{48C7124F-C628-4773-86DE-A0611460C0DC}" dt="2020-06-24T15:54:03.101" v="3153" actId="1076"/>
          <ac:cxnSpMkLst>
            <pc:docMk/>
            <pc:sldMk cId="643467198" sldId="272"/>
            <ac:cxnSpMk id="46" creationId="{394A8839-EE10-486A-A062-80CDA276A827}"/>
          </ac:cxnSpMkLst>
        </pc:cxnChg>
        <pc:cxnChg chg="add mod">
          <ac:chgData name="Wael" userId="97126fac-0aa5-41d3-a48c-3a0c6da4216b" providerId="ADAL" clId="{48C7124F-C628-4773-86DE-A0611460C0DC}" dt="2020-06-24T15:54:03.101" v="3153" actId="1076"/>
          <ac:cxnSpMkLst>
            <pc:docMk/>
            <pc:sldMk cId="643467198" sldId="272"/>
            <ac:cxnSpMk id="48" creationId="{4AF8C464-AC03-460A-83DA-09D8C6C55327}"/>
          </ac:cxnSpMkLst>
        </pc:cxnChg>
        <pc:cxnChg chg="mod">
          <ac:chgData name="Wael" userId="97126fac-0aa5-41d3-a48c-3a0c6da4216b" providerId="ADAL" clId="{48C7124F-C628-4773-86DE-A0611460C0DC}" dt="2020-06-24T15:34:07.569" v="3080" actId="1038"/>
          <ac:cxnSpMkLst>
            <pc:docMk/>
            <pc:sldMk cId="643467198" sldId="272"/>
            <ac:cxnSpMk id="59" creationId="{6C2CDBC4-84F1-4BEC-92A8-DDA6FF9AAE39}"/>
          </ac:cxnSpMkLst>
        </pc:cxnChg>
        <pc:cxnChg chg="mod">
          <ac:chgData name="Wael" userId="97126fac-0aa5-41d3-a48c-3a0c6da4216b" providerId="ADAL" clId="{48C7124F-C628-4773-86DE-A0611460C0DC}" dt="2020-06-24T15:34:07.569" v="3080" actId="1038"/>
          <ac:cxnSpMkLst>
            <pc:docMk/>
            <pc:sldMk cId="643467198" sldId="272"/>
            <ac:cxnSpMk id="62" creationId="{B8A82FF4-1C06-499C-A0ED-12EBC7934E80}"/>
          </ac:cxnSpMkLst>
        </pc:cxnChg>
        <pc:cxnChg chg="mod">
          <ac:chgData name="Wael" userId="97126fac-0aa5-41d3-a48c-3a0c6da4216b" providerId="ADAL" clId="{48C7124F-C628-4773-86DE-A0611460C0DC}" dt="2020-06-24T15:34:07.569" v="3080" actId="1038"/>
          <ac:cxnSpMkLst>
            <pc:docMk/>
            <pc:sldMk cId="643467198" sldId="272"/>
            <ac:cxnSpMk id="82" creationId="{B5612893-5F0C-49BD-969B-F93572667FBF}"/>
          </ac:cxnSpMkLst>
        </pc:cxnChg>
        <pc:cxnChg chg="mod">
          <ac:chgData name="Wael" userId="97126fac-0aa5-41d3-a48c-3a0c6da4216b" providerId="ADAL" clId="{48C7124F-C628-4773-86DE-A0611460C0DC}" dt="2020-06-24T15:34:07.569" v="3080" actId="1038"/>
          <ac:cxnSpMkLst>
            <pc:docMk/>
            <pc:sldMk cId="643467198" sldId="272"/>
            <ac:cxnSpMk id="97" creationId="{1797C331-1E1D-4375-9022-8CB54D2F6247}"/>
          </ac:cxnSpMkLst>
        </pc:cxnChg>
        <pc:cxnChg chg="del mod">
          <ac:chgData name="Wael" userId="97126fac-0aa5-41d3-a48c-3a0c6da4216b" providerId="ADAL" clId="{48C7124F-C628-4773-86DE-A0611460C0DC}" dt="2020-06-24T15:13:19.976" v="2479" actId="478"/>
          <ac:cxnSpMkLst>
            <pc:docMk/>
            <pc:sldMk cId="643467198" sldId="272"/>
            <ac:cxnSpMk id="101" creationId="{FDE67D3F-8412-4BB3-9359-BF7CED152EEF}"/>
          </ac:cxnSpMkLst>
        </pc:cxnChg>
      </pc:sldChg>
      <pc:sldChg chg="modSp add mod ord">
        <pc:chgData name="Wael" userId="97126fac-0aa5-41d3-a48c-3a0c6da4216b" providerId="ADAL" clId="{48C7124F-C628-4773-86DE-A0611460C0DC}" dt="2020-06-24T15:56:21.943" v="3283" actId="20577"/>
        <pc:sldMkLst>
          <pc:docMk/>
          <pc:sldMk cId="2959694985" sldId="273"/>
        </pc:sldMkLst>
        <pc:spChg chg="mod">
          <ac:chgData name="Wael" userId="97126fac-0aa5-41d3-a48c-3a0c6da4216b" providerId="ADAL" clId="{48C7124F-C628-4773-86DE-A0611460C0DC}" dt="2020-06-24T15:56:10.392" v="3250" actId="20577"/>
          <ac:spMkLst>
            <pc:docMk/>
            <pc:sldMk cId="2959694985" sldId="273"/>
            <ac:spMk id="2" creationId="{94674AA9-E9E5-4455-9DBF-8B04E9C07F86}"/>
          </ac:spMkLst>
        </pc:spChg>
        <pc:spChg chg="mod">
          <ac:chgData name="Wael" userId="97126fac-0aa5-41d3-a48c-3a0c6da4216b" providerId="ADAL" clId="{48C7124F-C628-4773-86DE-A0611460C0DC}" dt="2020-06-24T15:56:21.943" v="3283" actId="20577"/>
          <ac:spMkLst>
            <pc:docMk/>
            <pc:sldMk cId="2959694985" sldId="273"/>
            <ac:spMk id="3" creationId="{19E08C4F-55F3-461D-AE59-9A1F8CB32278}"/>
          </ac:spMkLst>
        </pc:spChg>
      </pc:sldChg>
      <pc:sldChg chg="addSp delSp modSp add mod delAnim modAnim">
        <pc:chgData name="Wael" userId="97126fac-0aa5-41d3-a48c-3a0c6da4216b" providerId="ADAL" clId="{48C7124F-C628-4773-86DE-A0611460C0DC}" dt="2020-06-26T05:56:20.986" v="8760"/>
        <pc:sldMkLst>
          <pc:docMk/>
          <pc:sldMk cId="2996134348" sldId="274"/>
        </pc:sldMkLst>
        <pc:spChg chg="mod">
          <ac:chgData name="Wael" userId="97126fac-0aa5-41d3-a48c-3a0c6da4216b" providerId="ADAL" clId="{48C7124F-C628-4773-86DE-A0611460C0DC}" dt="2020-06-24T19:56:06.635" v="4998" actId="20577"/>
          <ac:spMkLst>
            <pc:docMk/>
            <pc:sldMk cId="2996134348" sldId="274"/>
            <ac:spMk id="2" creationId="{019FB408-9308-46FB-B720-ECA4384E8012}"/>
          </ac:spMkLst>
        </pc:spChg>
        <pc:spChg chg="mod">
          <ac:chgData name="Wael" userId="97126fac-0aa5-41d3-a48c-3a0c6da4216b" providerId="ADAL" clId="{48C7124F-C628-4773-86DE-A0611460C0DC}" dt="2020-06-24T16:13:51.747" v="3377" actId="14100"/>
          <ac:spMkLst>
            <pc:docMk/>
            <pc:sldMk cId="2996134348" sldId="274"/>
            <ac:spMk id="4" creationId="{E0321A9D-7045-4E09-AFCD-70CDBB591E18}"/>
          </ac:spMkLst>
        </pc:spChg>
        <pc:spChg chg="mod">
          <ac:chgData name="Wael" userId="97126fac-0aa5-41d3-a48c-3a0c6da4216b" providerId="ADAL" clId="{48C7124F-C628-4773-86DE-A0611460C0DC}" dt="2020-06-24T16:25:28.968" v="3567" actId="20577"/>
          <ac:spMkLst>
            <pc:docMk/>
            <pc:sldMk cId="2996134348" sldId="274"/>
            <ac:spMk id="5" creationId="{89E942B5-8DDF-4D67-ACCC-3B2108D7DCE3}"/>
          </ac:spMkLst>
        </pc:spChg>
        <pc:spChg chg="mod">
          <ac:chgData name="Wael" userId="97126fac-0aa5-41d3-a48c-3a0c6da4216b" providerId="ADAL" clId="{48C7124F-C628-4773-86DE-A0611460C0DC}" dt="2020-06-24T16:16:52.542" v="3415" actId="20577"/>
          <ac:spMkLst>
            <pc:docMk/>
            <pc:sldMk cId="2996134348" sldId="274"/>
            <ac:spMk id="8" creationId="{7DF5B49C-CE40-47C5-8711-D602E20419D7}"/>
          </ac:spMkLst>
        </pc:spChg>
        <pc:spChg chg="mod">
          <ac:chgData name="Wael" userId="97126fac-0aa5-41d3-a48c-3a0c6da4216b" providerId="ADAL" clId="{48C7124F-C628-4773-86DE-A0611460C0DC}" dt="2020-06-24T16:18:41.905" v="3431" actId="20577"/>
          <ac:spMkLst>
            <pc:docMk/>
            <pc:sldMk cId="2996134348" sldId="274"/>
            <ac:spMk id="11" creationId="{C996B7AE-2394-4382-ABDB-D32A6616D193}"/>
          </ac:spMkLst>
        </pc:spChg>
        <pc:spChg chg="mod">
          <ac:chgData name="Wael" userId="97126fac-0aa5-41d3-a48c-3a0c6da4216b" providerId="ADAL" clId="{48C7124F-C628-4773-86DE-A0611460C0DC}" dt="2020-06-24T16:25:16.722" v="3554" actId="20577"/>
          <ac:spMkLst>
            <pc:docMk/>
            <pc:sldMk cId="2996134348" sldId="274"/>
            <ac:spMk id="13" creationId="{235AAD4F-D4FB-4627-8AF9-2F0F40B92FB3}"/>
          </ac:spMkLst>
        </pc:spChg>
        <pc:spChg chg="del mod">
          <ac:chgData name="Wael" userId="97126fac-0aa5-41d3-a48c-3a0c6da4216b" providerId="ADAL" clId="{48C7124F-C628-4773-86DE-A0611460C0DC}" dt="2020-06-24T16:23:19.054" v="3502" actId="478"/>
          <ac:spMkLst>
            <pc:docMk/>
            <pc:sldMk cId="2996134348" sldId="274"/>
            <ac:spMk id="14" creationId="{176BB0EE-56FF-4B36-AAFF-85247F208244}"/>
          </ac:spMkLst>
        </pc:spChg>
        <pc:spChg chg="del mod">
          <ac:chgData name="Wael" userId="97126fac-0aa5-41d3-a48c-3a0c6da4216b" providerId="ADAL" clId="{48C7124F-C628-4773-86DE-A0611460C0DC}" dt="2020-06-24T16:23:19.054" v="3502" actId="478"/>
          <ac:spMkLst>
            <pc:docMk/>
            <pc:sldMk cId="2996134348" sldId="274"/>
            <ac:spMk id="15" creationId="{98E4BF77-B236-4D7A-8D7D-44502EB334C3}"/>
          </ac:spMkLst>
        </pc:spChg>
        <pc:spChg chg="del">
          <ac:chgData name="Wael" userId="97126fac-0aa5-41d3-a48c-3a0c6da4216b" providerId="ADAL" clId="{48C7124F-C628-4773-86DE-A0611460C0DC}" dt="2020-06-24T16:10:57.368" v="3333" actId="478"/>
          <ac:spMkLst>
            <pc:docMk/>
            <pc:sldMk cId="2996134348" sldId="274"/>
            <ac:spMk id="18" creationId="{69A1D79D-7E53-4A38-8633-AF95F78CF816}"/>
          </ac:spMkLst>
        </pc:spChg>
        <pc:spChg chg="del">
          <ac:chgData name="Wael" userId="97126fac-0aa5-41d3-a48c-3a0c6da4216b" providerId="ADAL" clId="{48C7124F-C628-4773-86DE-A0611460C0DC}" dt="2020-06-24T16:11:58.092" v="3366" actId="478"/>
          <ac:spMkLst>
            <pc:docMk/>
            <pc:sldMk cId="2996134348" sldId="274"/>
            <ac:spMk id="19" creationId="{1FD06A1E-7FFD-4475-B02C-8570AF86FA52}"/>
          </ac:spMkLst>
        </pc:spChg>
        <pc:spChg chg="del mod">
          <ac:chgData name="Wael" userId="97126fac-0aa5-41d3-a48c-3a0c6da4216b" providerId="ADAL" clId="{48C7124F-C628-4773-86DE-A0611460C0DC}" dt="2020-06-24T16:12:05.841" v="3370" actId="478"/>
          <ac:spMkLst>
            <pc:docMk/>
            <pc:sldMk cId="2996134348" sldId="274"/>
            <ac:spMk id="20" creationId="{2139E0CA-54CB-41E3-A9E3-77C1A625AA12}"/>
          </ac:spMkLst>
        </pc:spChg>
        <pc:spChg chg="del">
          <ac:chgData name="Wael" userId="97126fac-0aa5-41d3-a48c-3a0c6da4216b" providerId="ADAL" clId="{48C7124F-C628-4773-86DE-A0611460C0DC}" dt="2020-06-24T16:11:27.788" v="3362" actId="478"/>
          <ac:spMkLst>
            <pc:docMk/>
            <pc:sldMk cId="2996134348" sldId="274"/>
            <ac:spMk id="21" creationId="{7E06E47D-440E-4FD2-A059-ED3AE9C34E56}"/>
          </ac:spMkLst>
        </pc:spChg>
        <pc:spChg chg="del mod">
          <ac:chgData name="Wael" userId="97126fac-0aa5-41d3-a48c-3a0c6da4216b" providerId="ADAL" clId="{48C7124F-C628-4773-86DE-A0611460C0DC}" dt="2020-06-24T16:12:01.635" v="3368" actId="478"/>
          <ac:spMkLst>
            <pc:docMk/>
            <pc:sldMk cId="2996134348" sldId="274"/>
            <ac:spMk id="22" creationId="{BA41A50B-6EA9-4DE4-9A16-4DB752D9788E}"/>
          </ac:spMkLst>
        </pc:spChg>
        <pc:spChg chg="add mod">
          <ac:chgData name="Wael" userId="97126fac-0aa5-41d3-a48c-3a0c6da4216b" providerId="ADAL" clId="{48C7124F-C628-4773-86DE-A0611460C0DC}" dt="2020-06-24T16:25:40.269" v="3594" actId="20577"/>
          <ac:spMkLst>
            <pc:docMk/>
            <pc:sldMk cId="2996134348" sldId="274"/>
            <ac:spMk id="24" creationId="{FD0FE8B5-6ACA-4A9B-83FA-3D2F5B6BAF08}"/>
          </ac:spMkLst>
        </pc:spChg>
        <pc:spChg chg="add mod">
          <ac:chgData name="Wael" userId="97126fac-0aa5-41d3-a48c-3a0c6da4216b" providerId="ADAL" clId="{48C7124F-C628-4773-86DE-A0611460C0DC}" dt="2020-06-24T16:25:49.095" v="3619" actId="20577"/>
          <ac:spMkLst>
            <pc:docMk/>
            <pc:sldMk cId="2996134348" sldId="274"/>
            <ac:spMk id="25" creationId="{DD01963D-0D39-4896-B0E2-3304D0D5A67D}"/>
          </ac:spMkLst>
        </pc:spChg>
        <pc:spChg chg="del mod">
          <ac:chgData name="Wael" userId="97126fac-0aa5-41d3-a48c-3a0c6da4216b" providerId="ADAL" clId="{48C7124F-C628-4773-86DE-A0611460C0DC}" dt="2020-06-24T16:11:55.063" v="3365" actId="478"/>
          <ac:spMkLst>
            <pc:docMk/>
            <pc:sldMk cId="2996134348" sldId="274"/>
            <ac:spMk id="30" creationId="{6CB5DD38-B53D-48C3-B40E-26FB0FEF92E2}"/>
          </ac:spMkLst>
        </pc:spChg>
        <pc:spChg chg="mod">
          <ac:chgData name="Wael" userId="97126fac-0aa5-41d3-a48c-3a0c6da4216b" providerId="ADAL" clId="{48C7124F-C628-4773-86DE-A0611460C0DC}" dt="2020-06-24T16:17:33.013" v="3422" actId="20577"/>
          <ac:spMkLst>
            <pc:docMk/>
            <pc:sldMk cId="2996134348" sldId="274"/>
            <ac:spMk id="31" creationId="{BF0FFA36-B075-4D18-AFC4-989D095694EE}"/>
          </ac:spMkLst>
        </pc:spChg>
        <pc:spChg chg="mod">
          <ac:chgData name="Wael" userId="97126fac-0aa5-41d3-a48c-3a0c6da4216b" providerId="ADAL" clId="{48C7124F-C628-4773-86DE-A0611460C0DC}" dt="2020-06-24T16:17:03.122" v="3416"/>
          <ac:spMkLst>
            <pc:docMk/>
            <pc:sldMk cId="2996134348" sldId="274"/>
            <ac:spMk id="32" creationId="{7D212143-BE31-4095-8260-ADF47170CA7E}"/>
          </ac:spMkLst>
        </pc:spChg>
        <pc:spChg chg="mod">
          <ac:chgData name="Wael" userId="97126fac-0aa5-41d3-a48c-3a0c6da4216b" providerId="ADAL" clId="{48C7124F-C628-4773-86DE-A0611460C0DC}" dt="2020-06-24T16:17:03.122" v="3416"/>
          <ac:spMkLst>
            <pc:docMk/>
            <pc:sldMk cId="2996134348" sldId="274"/>
            <ac:spMk id="33" creationId="{1706D7F2-4BE5-4C33-9B42-FE90A13004F0}"/>
          </ac:spMkLst>
        </pc:spChg>
        <pc:grpChg chg="mod">
          <ac:chgData name="Wael" userId="97126fac-0aa5-41d3-a48c-3a0c6da4216b" providerId="ADAL" clId="{48C7124F-C628-4773-86DE-A0611460C0DC}" dt="2020-06-24T16:24:45.633" v="3525" actId="1035"/>
          <ac:grpSpMkLst>
            <pc:docMk/>
            <pc:sldMk cId="2996134348" sldId="274"/>
            <ac:grpSpMk id="6" creationId="{963F7200-A6E8-422F-A221-9AA43481061C}"/>
          </ac:grpSpMkLst>
        </pc:grpChg>
        <pc:grpChg chg="add mod">
          <ac:chgData name="Wael" userId="97126fac-0aa5-41d3-a48c-3a0c6da4216b" providerId="ADAL" clId="{48C7124F-C628-4773-86DE-A0611460C0DC}" dt="2020-06-24T16:24:11.958" v="3510" actId="1076"/>
          <ac:grpSpMkLst>
            <pc:docMk/>
            <pc:sldMk cId="2996134348" sldId="274"/>
            <ac:grpSpMk id="28" creationId="{7CA8FDC2-8554-4274-BFEE-3BF3BB19A31D}"/>
          </ac:grpSpMkLst>
        </pc:grpChg>
        <pc:grpChg chg="mod">
          <ac:chgData name="Wael" userId="97126fac-0aa5-41d3-a48c-3a0c6da4216b" providerId="ADAL" clId="{48C7124F-C628-4773-86DE-A0611460C0DC}" dt="2020-06-24T16:17:03.122" v="3416"/>
          <ac:grpSpMkLst>
            <pc:docMk/>
            <pc:sldMk cId="2996134348" sldId="274"/>
            <ac:grpSpMk id="29" creationId="{3045464E-2A38-4354-B1AB-36329D625645}"/>
          </ac:grpSpMkLst>
        </pc:grpChg>
        <pc:cxnChg chg="mod">
          <ac:chgData name="Wael" userId="97126fac-0aa5-41d3-a48c-3a0c6da4216b" providerId="ADAL" clId="{48C7124F-C628-4773-86DE-A0611460C0DC}" dt="2020-06-24T16:24:45.633" v="3525" actId="1035"/>
          <ac:cxnSpMkLst>
            <pc:docMk/>
            <pc:sldMk cId="2996134348" sldId="274"/>
            <ac:cxnSpMk id="12" creationId="{29ABB038-3B8D-49F8-BB85-15822CC5CE7E}"/>
          </ac:cxnSpMkLst>
        </pc:cxnChg>
        <pc:cxnChg chg="del mod">
          <ac:chgData name="Wael" userId="97126fac-0aa5-41d3-a48c-3a0c6da4216b" providerId="ADAL" clId="{48C7124F-C628-4773-86DE-A0611460C0DC}" dt="2020-06-24T16:23:21.981" v="3503" actId="478"/>
          <ac:cxnSpMkLst>
            <pc:docMk/>
            <pc:sldMk cId="2996134348" sldId="274"/>
            <ac:cxnSpMk id="16" creationId="{9BBF689C-FEC2-4843-BAEF-AD6C14DB0A17}"/>
          </ac:cxnSpMkLst>
        </pc:cxnChg>
        <pc:cxnChg chg="add mod">
          <ac:chgData name="Wael" userId="97126fac-0aa5-41d3-a48c-3a0c6da4216b" providerId="ADAL" clId="{48C7124F-C628-4773-86DE-A0611460C0DC}" dt="2020-06-24T16:24:11.958" v="3510" actId="1076"/>
          <ac:cxnSpMkLst>
            <pc:docMk/>
            <pc:sldMk cId="2996134348" sldId="274"/>
            <ac:cxnSpMk id="34" creationId="{37C4D376-49E2-4363-B859-DF5C89F6A775}"/>
          </ac:cxnSpMkLst>
        </pc:cxnChg>
        <pc:cxnChg chg="add mod">
          <ac:chgData name="Wael" userId="97126fac-0aa5-41d3-a48c-3a0c6da4216b" providerId="ADAL" clId="{48C7124F-C628-4773-86DE-A0611460C0DC}" dt="2020-06-24T16:25:05.639" v="3528" actId="14100"/>
          <ac:cxnSpMkLst>
            <pc:docMk/>
            <pc:sldMk cId="2996134348" sldId="274"/>
            <ac:cxnSpMk id="37" creationId="{B090FDD6-1D2D-444B-8578-6977ADA237B9}"/>
          </ac:cxnSpMkLst>
        </pc:cxnChg>
      </pc:sldChg>
      <pc:sldChg chg="addSp delSp modSp add mod delAnim modAnim">
        <pc:chgData name="Wael" userId="97126fac-0aa5-41d3-a48c-3a0c6da4216b" providerId="ADAL" clId="{48C7124F-C628-4773-86DE-A0611460C0DC}" dt="2020-06-26T05:56:27.916" v="8761"/>
        <pc:sldMkLst>
          <pc:docMk/>
          <pc:sldMk cId="2601988769" sldId="275"/>
        </pc:sldMkLst>
        <pc:spChg chg="mod">
          <ac:chgData name="Wael" userId="97126fac-0aa5-41d3-a48c-3a0c6da4216b" providerId="ADAL" clId="{48C7124F-C628-4773-86DE-A0611460C0DC}" dt="2020-06-24T19:56:14.600" v="5004" actId="20577"/>
          <ac:spMkLst>
            <pc:docMk/>
            <pc:sldMk cId="2601988769" sldId="275"/>
            <ac:spMk id="2" creationId="{019FB408-9308-46FB-B720-ECA4384E8012}"/>
          </ac:spMkLst>
        </pc:spChg>
        <pc:spChg chg="mod">
          <ac:chgData name="Wael" userId="97126fac-0aa5-41d3-a48c-3a0c6da4216b" providerId="ADAL" clId="{48C7124F-C628-4773-86DE-A0611460C0DC}" dt="2020-06-24T16:26:22.132" v="3679"/>
          <ac:spMkLst>
            <pc:docMk/>
            <pc:sldMk cId="2601988769" sldId="275"/>
            <ac:spMk id="5" creationId="{89E942B5-8DDF-4D67-ACCC-3B2108D7DCE3}"/>
          </ac:spMkLst>
        </pc:spChg>
        <pc:spChg chg="mod">
          <ac:chgData name="Wael" userId="97126fac-0aa5-41d3-a48c-3a0c6da4216b" providerId="ADAL" clId="{48C7124F-C628-4773-86DE-A0611460C0DC}" dt="2020-06-24T16:20:20.407" v="3463" actId="14100"/>
          <ac:spMkLst>
            <pc:docMk/>
            <pc:sldMk cId="2601988769" sldId="275"/>
            <ac:spMk id="11" creationId="{C996B7AE-2394-4382-ABDB-D32A6616D193}"/>
          </ac:spMkLst>
        </pc:spChg>
        <pc:spChg chg="mod">
          <ac:chgData name="Wael" userId="97126fac-0aa5-41d3-a48c-3a0c6da4216b" providerId="ADAL" clId="{48C7124F-C628-4773-86DE-A0611460C0DC}" dt="2020-06-24T16:26:08.595" v="3649" actId="20577"/>
          <ac:spMkLst>
            <pc:docMk/>
            <pc:sldMk cId="2601988769" sldId="275"/>
            <ac:spMk id="13" creationId="{235AAD4F-D4FB-4627-8AF9-2F0F40B92FB3}"/>
          </ac:spMkLst>
        </pc:spChg>
        <pc:spChg chg="mod">
          <ac:chgData name="Wael" userId="97126fac-0aa5-41d3-a48c-3a0c6da4216b" providerId="ADAL" clId="{48C7124F-C628-4773-86DE-A0611460C0DC}" dt="2020-06-24T16:25:59.645" v="3633" actId="20577"/>
          <ac:spMkLst>
            <pc:docMk/>
            <pc:sldMk cId="2601988769" sldId="275"/>
            <ac:spMk id="15" creationId="{98E4BF77-B236-4D7A-8D7D-44502EB334C3}"/>
          </ac:spMkLst>
        </pc:spChg>
        <pc:spChg chg="mod">
          <ac:chgData name="Wael" userId="97126fac-0aa5-41d3-a48c-3a0c6da4216b" providerId="ADAL" clId="{48C7124F-C628-4773-86DE-A0611460C0DC}" dt="2020-06-24T16:26:29.493" v="3694"/>
          <ac:spMkLst>
            <pc:docMk/>
            <pc:sldMk cId="2601988769" sldId="275"/>
            <ac:spMk id="24" creationId="{FD0FE8B5-6ACA-4A9B-83FA-3D2F5B6BAF08}"/>
          </ac:spMkLst>
        </pc:spChg>
        <pc:spChg chg="mod">
          <ac:chgData name="Wael" userId="97126fac-0aa5-41d3-a48c-3a0c6da4216b" providerId="ADAL" clId="{48C7124F-C628-4773-86DE-A0611460C0DC}" dt="2020-06-24T16:26:34.530" v="3709"/>
          <ac:spMkLst>
            <pc:docMk/>
            <pc:sldMk cId="2601988769" sldId="275"/>
            <ac:spMk id="25" creationId="{DD01963D-0D39-4896-B0E2-3304D0D5A67D}"/>
          </ac:spMkLst>
        </pc:spChg>
        <pc:spChg chg="add mod">
          <ac:chgData name="Wael" userId="97126fac-0aa5-41d3-a48c-3a0c6da4216b" providerId="ADAL" clId="{48C7124F-C628-4773-86DE-A0611460C0DC}" dt="2020-06-24T16:26:16.988" v="3664"/>
          <ac:spMkLst>
            <pc:docMk/>
            <pc:sldMk cId="2601988769" sldId="275"/>
            <ac:spMk id="26" creationId="{9D39844F-4B1D-4233-A81F-0857D13BA00F}"/>
          </ac:spMkLst>
        </pc:spChg>
        <pc:grpChg chg="mod">
          <ac:chgData name="Wael" userId="97126fac-0aa5-41d3-a48c-3a0c6da4216b" providerId="ADAL" clId="{48C7124F-C628-4773-86DE-A0611460C0DC}" dt="2020-06-24T16:22:14.135" v="3496" actId="1036"/>
          <ac:grpSpMkLst>
            <pc:docMk/>
            <pc:sldMk cId="2601988769" sldId="275"/>
            <ac:grpSpMk id="6" creationId="{963F7200-A6E8-422F-A221-9AA43481061C}"/>
          </ac:grpSpMkLst>
        </pc:grpChg>
        <pc:grpChg chg="mod">
          <ac:chgData name="Wael" userId="97126fac-0aa5-41d3-a48c-3a0c6da4216b" providerId="ADAL" clId="{48C7124F-C628-4773-86DE-A0611460C0DC}" dt="2020-06-24T16:22:42.937" v="3499" actId="1076"/>
          <ac:grpSpMkLst>
            <pc:docMk/>
            <pc:sldMk cId="2601988769" sldId="275"/>
            <ac:grpSpMk id="28" creationId="{7CA8FDC2-8554-4274-BFEE-3BF3BB19A31D}"/>
          </ac:grpSpMkLst>
        </pc:grpChg>
        <pc:cxnChg chg="mod">
          <ac:chgData name="Wael" userId="97126fac-0aa5-41d3-a48c-3a0c6da4216b" providerId="ADAL" clId="{48C7124F-C628-4773-86DE-A0611460C0DC}" dt="2020-06-24T16:22:14.135" v="3496" actId="1036"/>
          <ac:cxnSpMkLst>
            <pc:docMk/>
            <pc:sldMk cId="2601988769" sldId="275"/>
            <ac:cxnSpMk id="12" creationId="{29ABB038-3B8D-49F8-BB85-15822CC5CE7E}"/>
          </ac:cxnSpMkLst>
        </pc:cxnChg>
        <pc:cxnChg chg="del mod">
          <ac:chgData name="Wael" userId="97126fac-0aa5-41d3-a48c-3a0c6da4216b" providerId="ADAL" clId="{48C7124F-C628-4773-86DE-A0611460C0DC}" dt="2020-06-24T16:21:03.564" v="3466" actId="478"/>
          <ac:cxnSpMkLst>
            <pc:docMk/>
            <pc:sldMk cId="2601988769" sldId="275"/>
            <ac:cxnSpMk id="17" creationId="{7CDC345B-3DB7-4E99-8D79-FE443543C47D}"/>
          </ac:cxnSpMkLst>
        </pc:cxnChg>
        <pc:cxnChg chg="add mod">
          <ac:chgData name="Wael" userId="97126fac-0aa5-41d3-a48c-3a0c6da4216b" providerId="ADAL" clId="{48C7124F-C628-4773-86DE-A0611460C0DC}" dt="2020-06-24T16:22:14.135" v="3496" actId="1036"/>
          <ac:cxnSpMkLst>
            <pc:docMk/>
            <pc:sldMk cId="2601988769" sldId="275"/>
            <ac:cxnSpMk id="27" creationId="{07C3288C-0DE3-4890-B5BA-80414A799A87}"/>
          </ac:cxnSpMkLst>
        </pc:cxnChg>
        <pc:cxnChg chg="add mod">
          <ac:chgData name="Wael" userId="97126fac-0aa5-41d3-a48c-3a0c6da4216b" providerId="ADAL" clId="{48C7124F-C628-4773-86DE-A0611460C0DC}" dt="2020-06-24T16:22:14.135" v="3496" actId="1036"/>
          <ac:cxnSpMkLst>
            <pc:docMk/>
            <pc:sldMk cId="2601988769" sldId="275"/>
            <ac:cxnSpMk id="30" creationId="{981AAB4F-D3BD-4A48-A46C-8D3F21005DD3}"/>
          </ac:cxnSpMkLst>
        </pc:cxnChg>
        <pc:cxnChg chg="mod">
          <ac:chgData name="Wael" userId="97126fac-0aa5-41d3-a48c-3a0c6da4216b" providerId="ADAL" clId="{48C7124F-C628-4773-86DE-A0611460C0DC}" dt="2020-06-24T16:22:42.937" v="3499" actId="1076"/>
          <ac:cxnSpMkLst>
            <pc:docMk/>
            <pc:sldMk cId="2601988769" sldId="275"/>
            <ac:cxnSpMk id="34" creationId="{37C4D376-49E2-4363-B859-DF5C89F6A775}"/>
          </ac:cxnSpMkLst>
        </pc:cxnChg>
      </pc:sldChg>
      <pc:sldChg chg="addSp delSp modSp add mod delAnim modAnim">
        <pc:chgData name="Wael" userId="97126fac-0aa5-41d3-a48c-3a0c6da4216b" providerId="ADAL" clId="{48C7124F-C628-4773-86DE-A0611460C0DC}" dt="2020-06-26T05:56:34.287" v="8762"/>
        <pc:sldMkLst>
          <pc:docMk/>
          <pc:sldMk cId="3522402644" sldId="276"/>
        </pc:sldMkLst>
        <pc:spChg chg="mod">
          <ac:chgData name="Wael" userId="97126fac-0aa5-41d3-a48c-3a0c6da4216b" providerId="ADAL" clId="{48C7124F-C628-4773-86DE-A0611460C0DC}" dt="2020-06-24T19:56:21.749" v="5010" actId="20577"/>
          <ac:spMkLst>
            <pc:docMk/>
            <pc:sldMk cId="3522402644" sldId="276"/>
            <ac:spMk id="2" creationId="{019FB408-9308-46FB-B720-ECA4384E8012}"/>
          </ac:spMkLst>
        </pc:spChg>
        <pc:spChg chg="mod">
          <ac:chgData name="Wael" userId="97126fac-0aa5-41d3-a48c-3a0c6da4216b" providerId="ADAL" clId="{48C7124F-C628-4773-86DE-A0611460C0DC}" dt="2020-06-24T18:22:26.076" v="3724" actId="14100"/>
          <ac:spMkLst>
            <pc:docMk/>
            <pc:sldMk cId="3522402644" sldId="276"/>
            <ac:spMk id="4" creationId="{E0321A9D-7045-4E09-AFCD-70CDBB591E18}"/>
          </ac:spMkLst>
        </pc:spChg>
        <pc:spChg chg="mod">
          <ac:chgData name="Wael" userId="97126fac-0aa5-41d3-a48c-3a0c6da4216b" providerId="ADAL" clId="{48C7124F-C628-4773-86DE-A0611460C0DC}" dt="2020-06-24T18:24:15.827" v="3773" actId="20577"/>
          <ac:spMkLst>
            <pc:docMk/>
            <pc:sldMk cId="3522402644" sldId="276"/>
            <ac:spMk id="5" creationId="{89E942B5-8DDF-4D67-ACCC-3B2108D7DCE3}"/>
          </ac:spMkLst>
        </pc:spChg>
        <pc:spChg chg="del">
          <ac:chgData name="Wael" userId="97126fac-0aa5-41d3-a48c-3a0c6da4216b" providerId="ADAL" clId="{48C7124F-C628-4773-86DE-A0611460C0DC}" dt="2020-06-24T18:21:46.678" v="3714" actId="478"/>
          <ac:spMkLst>
            <pc:docMk/>
            <pc:sldMk cId="3522402644" sldId="276"/>
            <ac:spMk id="24" creationId="{FD0FE8B5-6ACA-4A9B-83FA-3D2F5B6BAF08}"/>
          </ac:spMkLst>
        </pc:spChg>
        <pc:spChg chg="mod">
          <ac:chgData name="Wael" userId="97126fac-0aa5-41d3-a48c-3a0c6da4216b" providerId="ADAL" clId="{48C7124F-C628-4773-86DE-A0611460C0DC}" dt="2020-06-24T18:24:18.737" v="3778" actId="20577"/>
          <ac:spMkLst>
            <pc:docMk/>
            <pc:sldMk cId="3522402644" sldId="276"/>
            <ac:spMk id="25" creationId="{DD01963D-0D39-4896-B0E2-3304D0D5A67D}"/>
          </ac:spMkLst>
        </pc:spChg>
        <pc:spChg chg="del">
          <ac:chgData name="Wael" userId="97126fac-0aa5-41d3-a48c-3a0c6da4216b" providerId="ADAL" clId="{48C7124F-C628-4773-86DE-A0611460C0DC}" dt="2020-06-24T18:21:33.655" v="3712" actId="478"/>
          <ac:spMkLst>
            <pc:docMk/>
            <pc:sldMk cId="3522402644" sldId="276"/>
            <ac:spMk id="26" creationId="{9D39844F-4B1D-4233-A81F-0857D13BA00F}"/>
          </ac:spMkLst>
        </pc:spChg>
        <pc:spChg chg="add mod ord">
          <ac:chgData name="Wael" userId="97126fac-0aa5-41d3-a48c-3a0c6da4216b" providerId="ADAL" clId="{48C7124F-C628-4773-86DE-A0611460C0DC}" dt="2020-06-24T18:22:51.586" v="3728" actId="167"/>
          <ac:spMkLst>
            <pc:docMk/>
            <pc:sldMk cId="3522402644" sldId="276"/>
            <ac:spMk id="35" creationId="{A082E91E-A1E2-4F68-B471-0A89F9DBEE29}"/>
          </ac:spMkLst>
        </pc:spChg>
        <pc:grpChg chg="mod">
          <ac:chgData name="Wael" userId="97126fac-0aa5-41d3-a48c-3a0c6da4216b" providerId="ADAL" clId="{48C7124F-C628-4773-86DE-A0611460C0DC}" dt="2020-06-24T18:22:18.053" v="3723" actId="1076"/>
          <ac:grpSpMkLst>
            <pc:docMk/>
            <pc:sldMk cId="3522402644" sldId="276"/>
            <ac:grpSpMk id="6" creationId="{963F7200-A6E8-422F-A221-9AA43481061C}"/>
          </ac:grpSpMkLst>
        </pc:grpChg>
        <pc:grpChg chg="mod">
          <ac:chgData name="Wael" userId="97126fac-0aa5-41d3-a48c-3a0c6da4216b" providerId="ADAL" clId="{48C7124F-C628-4773-86DE-A0611460C0DC}" dt="2020-06-24T18:23:11.173" v="3733" actId="1076"/>
          <ac:grpSpMkLst>
            <pc:docMk/>
            <pc:sldMk cId="3522402644" sldId="276"/>
            <ac:grpSpMk id="28" creationId="{7CA8FDC2-8554-4274-BFEE-3BF3BB19A31D}"/>
          </ac:grpSpMkLst>
        </pc:grpChg>
        <pc:cxnChg chg="mod">
          <ac:chgData name="Wael" userId="97126fac-0aa5-41d3-a48c-3a0c6da4216b" providerId="ADAL" clId="{48C7124F-C628-4773-86DE-A0611460C0DC}" dt="2020-06-24T18:22:18.053" v="3723" actId="1076"/>
          <ac:cxnSpMkLst>
            <pc:docMk/>
            <pc:sldMk cId="3522402644" sldId="276"/>
            <ac:cxnSpMk id="12" creationId="{29ABB038-3B8D-49F8-BB85-15822CC5CE7E}"/>
          </ac:cxnSpMkLst>
        </pc:cxnChg>
        <pc:cxnChg chg="del mod">
          <ac:chgData name="Wael" userId="97126fac-0aa5-41d3-a48c-3a0c6da4216b" providerId="ADAL" clId="{48C7124F-C628-4773-86DE-A0611460C0DC}" dt="2020-06-24T18:21:40.441" v="3713" actId="478"/>
          <ac:cxnSpMkLst>
            <pc:docMk/>
            <pc:sldMk cId="3522402644" sldId="276"/>
            <ac:cxnSpMk id="27" creationId="{07C3288C-0DE3-4890-B5BA-80414A799A87}"/>
          </ac:cxnSpMkLst>
        </pc:cxnChg>
        <pc:cxnChg chg="del mod">
          <ac:chgData name="Wael" userId="97126fac-0aa5-41d3-a48c-3a0c6da4216b" providerId="ADAL" clId="{48C7124F-C628-4773-86DE-A0611460C0DC}" dt="2020-06-24T18:21:30.534" v="3711" actId="478"/>
          <ac:cxnSpMkLst>
            <pc:docMk/>
            <pc:sldMk cId="3522402644" sldId="276"/>
            <ac:cxnSpMk id="30" creationId="{981AAB4F-D3BD-4A48-A46C-8D3F21005DD3}"/>
          </ac:cxnSpMkLst>
        </pc:cxnChg>
        <pc:cxnChg chg="mod">
          <ac:chgData name="Wael" userId="97126fac-0aa5-41d3-a48c-3a0c6da4216b" providerId="ADAL" clId="{48C7124F-C628-4773-86DE-A0611460C0DC}" dt="2020-06-24T18:23:11.173" v="3733" actId="1076"/>
          <ac:cxnSpMkLst>
            <pc:docMk/>
            <pc:sldMk cId="3522402644" sldId="276"/>
            <ac:cxnSpMk id="34" creationId="{37C4D376-49E2-4363-B859-DF5C89F6A775}"/>
          </ac:cxnSpMkLst>
        </pc:cxnChg>
        <pc:cxnChg chg="add mod">
          <ac:chgData name="Wael" userId="97126fac-0aa5-41d3-a48c-3a0c6da4216b" providerId="ADAL" clId="{48C7124F-C628-4773-86DE-A0611460C0DC}" dt="2020-06-24T18:23:45.468" v="3764" actId="14100"/>
          <ac:cxnSpMkLst>
            <pc:docMk/>
            <pc:sldMk cId="3522402644" sldId="276"/>
            <ac:cxnSpMk id="36" creationId="{36344BE6-1FB9-4B7E-92BF-AA29B0CF4397}"/>
          </ac:cxnSpMkLst>
        </pc:cxnChg>
        <pc:cxnChg chg="add mod">
          <ac:chgData name="Wael" userId="97126fac-0aa5-41d3-a48c-3a0c6da4216b" providerId="ADAL" clId="{48C7124F-C628-4773-86DE-A0611460C0DC}" dt="2020-06-24T18:24:01.882" v="3768" actId="14100"/>
          <ac:cxnSpMkLst>
            <pc:docMk/>
            <pc:sldMk cId="3522402644" sldId="276"/>
            <ac:cxnSpMk id="37" creationId="{5CCF872D-8939-4062-AF92-79B6A9DB67E7}"/>
          </ac:cxnSpMkLst>
        </pc:cxnChg>
      </pc:sldChg>
      <pc:sldChg chg="addSp delSp modSp new mod">
        <pc:chgData name="Wael" userId="97126fac-0aa5-41d3-a48c-3a0c6da4216b" providerId="ADAL" clId="{48C7124F-C628-4773-86DE-A0611460C0DC}" dt="2020-06-24T19:44:11.646" v="4692" actId="20577"/>
        <pc:sldMkLst>
          <pc:docMk/>
          <pc:sldMk cId="4260937599" sldId="277"/>
        </pc:sldMkLst>
        <pc:spChg chg="mod">
          <ac:chgData name="Wael" userId="97126fac-0aa5-41d3-a48c-3a0c6da4216b" providerId="ADAL" clId="{48C7124F-C628-4773-86DE-A0611460C0DC}" dt="2020-06-24T19:26:13.156" v="3877" actId="20577"/>
          <ac:spMkLst>
            <pc:docMk/>
            <pc:sldMk cId="4260937599" sldId="277"/>
            <ac:spMk id="2" creationId="{0EC7DED6-405B-4DAE-9E1D-CC62746555ED}"/>
          </ac:spMkLst>
        </pc:spChg>
        <pc:spChg chg="del">
          <ac:chgData name="Wael" userId="97126fac-0aa5-41d3-a48c-3a0c6da4216b" providerId="ADAL" clId="{48C7124F-C628-4773-86DE-A0611460C0DC}" dt="2020-06-24T19:25:37.214" v="3861" actId="478"/>
          <ac:spMkLst>
            <pc:docMk/>
            <pc:sldMk cId="4260937599" sldId="277"/>
            <ac:spMk id="3" creationId="{0B9A3564-C425-4CD5-B902-AAC065A9C530}"/>
          </ac:spMkLst>
        </pc:spChg>
        <pc:graphicFrameChg chg="add mod modGraphic">
          <ac:chgData name="Wael" userId="97126fac-0aa5-41d3-a48c-3a0c6da4216b" providerId="ADAL" clId="{48C7124F-C628-4773-86DE-A0611460C0DC}" dt="2020-06-24T19:44:11.646" v="4692" actId="20577"/>
          <ac:graphicFrameMkLst>
            <pc:docMk/>
            <pc:sldMk cId="4260937599" sldId="277"/>
            <ac:graphicFrameMk id="5" creationId="{F13BFC3D-0638-499B-A019-2D6E96DE0FD2}"/>
          </ac:graphicFrameMkLst>
        </pc:graphicFrameChg>
        <pc:picChg chg="add del mod">
          <ac:chgData name="Wael" userId="97126fac-0aa5-41d3-a48c-3a0c6da4216b" providerId="ADAL" clId="{48C7124F-C628-4773-86DE-A0611460C0DC}" dt="2020-06-24T19:26:54.777" v="3878" actId="478"/>
          <ac:picMkLst>
            <pc:docMk/>
            <pc:sldMk cId="4260937599" sldId="277"/>
            <ac:picMk id="4" creationId="{3ECC490C-827D-4E20-A306-A30338194A2A}"/>
          </ac:picMkLst>
        </pc:picChg>
      </pc:sldChg>
      <pc:sldChg chg="modSp add mod">
        <pc:chgData name="Wael" userId="97126fac-0aa5-41d3-a48c-3a0c6da4216b" providerId="ADAL" clId="{48C7124F-C628-4773-86DE-A0611460C0DC}" dt="2020-06-24T19:46:45.023" v="4713" actId="2165"/>
        <pc:sldMkLst>
          <pc:docMk/>
          <pc:sldMk cId="2153860997" sldId="278"/>
        </pc:sldMkLst>
        <pc:spChg chg="mod">
          <ac:chgData name="Wael" userId="97126fac-0aa5-41d3-a48c-3a0c6da4216b" providerId="ADAL" clId="{48C7124F-C628-4773-86DE-A0611460C0DC}" dt="2020-06-24T19:40:14.493" v="4533"/>
          <ac:spMkLst>
            <pc:docMk/>
            <pc:sldMk cId="2153860997" sldId="278"/>
            <ac:spMk id="2" creationId="{0EC7DED6-405B-4DAE-9E1D-CC62746555ED}"/>
          </ac:spMkLst>
        </pc:spChg>
        <pc:graphicFrameChg chg="modGraphic">
          <ac:chgData name="Wael" userId="97126fac-0aa5-41d3-a48c-3a0c6da4216b" providerId="ADAL" clId="{48C7124F-C628-4773-86DE-A0611460C0DC}" dt="2020-06-24T19:46:45.023" v="4713" actId="2165"/>
          <ac:graphicFrameMkLst>
            <pc:docMk/>
            <pc:sldMk cId="2153860997" sldId="278"/>
            <ac:graphicFrameMk id="5" creationId="{F13BFC3D-0638-499B-A019-2D6E96DE0FD2}"/>
          </ac:graphicFrameMkLst>
        </pc:graphicFrameChg>
      </pc:sldChg>
      <pc:sldChg chg="modSp add mod">
        <pc:chgData name="Wael" userId="97126fac-0aa5-41d3-a48c-3a0c6da4216b" providerId="ADAL" clId="{48C7124F-C628-4773-86DE-A0611460C0DC}" dt="2020-06-24T19:54:24.147" v="4980" actId="20577"/>
        <pc:sldMkLst>
          <pc:docMk/>
          <pc:sldMk cId="1631312625" sldId="279"/>
        </pc:sldMkLst>
        <pc:spChg chg="mod">
          <ac:chgData name="Wael" userId="97126fac-0aa5-41d3-a48c-3a0c6da4216b" providerId="ADAL" clId="{48C7124F-C628-4773-86DE-A0611460C0DC}" dt="2020-06-24T19:47:08.051" v="4715"/>
          <ac:spMkLst>
            <pc:docMk/>
            <pc:sldMk cId="1631312625" sldId="279"/>
            <ac:spMk id="2" creationId="{0EC7DED6-405B-4DAE-9E1D-CC62746555ED}"/>
          </ac:spMkLst>
        </pc:spChg>
        <pc:graphicFrameChg chg="mod modGraphic">
          <ac:chgData name="Wael" userId="97126fac-0aa5-41d3-a48c-3a0c6da4216b" providerId="ADAL" clId="{48C7124F-C628-4773-86DE-A0611460C0DC}" dt="2020-06-24T19:54:24.147" v="4980" actId="20577"/>
          <ac:graphicFrameMkLst>
            <pc:docMk/>
            <pc:sldMk cId="1631312625" sldId="279"/>
            <ac:graphicFrameMk id="5" creationId="{F13BFC3D-0638-499B-A019-2D6E96DE0FD2}"/>
          </ac:graphicFrameMkLst>
        </pc:graphicFrameChg>
      </pc:sldChg>
      <pc:sldChg chg="addSp delSp modSp add mod modAnim">
        <pc:chgData name="Wael" userId="97126fac-0aa5-41d3-a48c-3a0c6da4216b" providerId="ADAL" clId="{48C7124F-C628-4773-86DE-A0611460C0DC}" dt="2020-06-25T05:52:03.323" v="5045" actId="20577"/>
        <pc:sldMkLst>
          <pc:docMk/>
          <pc:sldMk cId="483449971" sldId="280"/>
        </pc:sldMkLst>
        <pc:spChg chg="mod">
          <ac:chgData name="Wael" userId="97126fac-0aa5-41d3-a48c-3a0c6da4216b" providerId="ADAL" clId="{48C7124F-C628-4773-86DE-A0611460C0DC}" dt="2020-06-25T05:42:08.100" v="5027" actId="20577"/>
          <ac:spMkLst>
            <pc:docMk/>
            <pc:sldMk cId="483449971" sldId="280"/>
            <ac:spMk id="2" creationId="{98D08DEF-651E-4C3A-9740-D618A7C0A1EC}"/>
          </ac:spMkLst>
        </pc:spChg>
        <pc:spChg chg="mod">
          <ac:chgData name="Wael" userId="97126fac-0aa5-41d3-a48c-3a0c6da4216b" providerId="ADAL" clId="{48C7124F-C628-4773-86DE-A0611460C0DC}" dt="2020-06-25T05:52:03.323" v="5045" actId="20577"/>
          <ac:spMkLst>
            <pc:docMk/>
            <pc:sldMk cId="483449971" sldId="280"/>
            <ac:spMk id="3" creationId="{16E68E86-531E-44CC-9EA0-572251F4EEED}"/>
          </ac:spMkLst>
        </pc:spChg>
        <pc:picChg chg="del">
          <ac:chgData name="Wael" userId="97126fac-0aa5-41d3-a48c-3a0c6da4216b" providerId="ADAL" clId="{48C7124F-C628-4773-86DE-A0611460C0DC}" dt="2020-06-25T05:42:12.571" v="5028" actId="478"/>
          <ac:picMkLst>
            <pc:docMk/>
            <pc:sldMk cId="483449971" sldId="280"/>
            <ac:picMk id="4" creationId="{5852BF1A-F68D-455B-A8D8-8188E1F0693A}"/>
          </ac:picMkLst>
        </pc:picChg>
        <pc:picChg chg="del">
          <ac:chgData name="Wael" userId="97126fac-0aa5-41d3-a48c-3a0c6da4216b" providerId="ADAL" clId="{48C7124F-C628-4773-86DE-A0611460C0DC}" dt="2020-06-25T05:51:37.216" v="5039" actId="478"/>
          <ac:picMkLst>
            <pc:docMk/>
            <pc:sldMk cId="483449971" sldId="280"/>
            <ac:picMk id="5" creationId="{F84840B0-3BB4-469E-A913-F0D33BE8C2C2}"/>
          </ac:picMkLst>
        </pc:picChg>
        <pc:picChg chg="add mod">
          <ac:chgData name="Wael" userId="97126fac-0aa5-41d3-a48c-3a0c6da4216b" providerId="ADAL" clId="{48C7124F-C628-4773-86DE-A0611460C0DC}" dt="2020-06-25T05:51:56.722" v="5043" actId="1076"/>
          <ac:picMkLst>
            <pc:docMk/>
            <pc:sldMk cId="483449971" sldId="280"/>
            <ac:picMk id="7" creationId="{D73CEB01-35A4-4F38-B176-EF28AE49B02F}"/>
          </ac:picMkLst>
        </pc:picChg>
        <pc:picChg chg="add mod">
          <ac:chgData name="Wael" userId="97126fac-0aa5-41d3-a48c-3a0c6da4216b" providerId="ADAL" clId="{48C7124F-C628-4773-86DE-A0611460C0DC}" dt="2020-06-25T05:42:51.485" v="5032" actId="1076"/>
          <ac:picMkLst>
            <pc:docMk/>
            <pc:sldMk cId="483449971" sldId="280"/>
            <ac:picMk id="1026" creationId="{144E228A-4DA0-41BF-BDEB-5343E1BBA749}"/>
          </ac:picMkLst>
        </pc:picChg>
      </pc:sldChg>
      <pc:sldChg chg="add modAnim">
        <pc:chgData name="Wael" userId="97126fac-0aa5-41d3-a48c-3a0c6da4216b" providerId="ADAL" clId="{48C7124F-C628-4773-86DE-A0611460C0DC}" dt="2020-06-26T05:55:24.627" v="8757"/>
        <pc:sldMkLst>
          <pc:docMk/>
          <pc:sldMk cId="339851132" sldId="281"/>
        </pc:sldMkLst>
      </pc:sldChg>
      <pc:sldChg chg="modSp add mod">
        <pc:chgData name="Wael" userId="97126fac-0aa5-41d3-a48c-3a0c6da4216b" providerId="ADAL" clId="{48C7124F-C628-4773-86DE-A0611460C0DC}" dt="2020-06-25T13:38:39.956" v="6621" actId="1076"/>
        <pc:sldMkLst>
          <pc:docMk/>
          <pc:sldMk cId="824517042" sldId="282"/>
        </pc:sldMkLst>
        <pc:spChg chg="mod">
          <ac:chgData name="Wael" userId="97126fac-0aa5-41d3-a48c-3a0c6da4216b" providerId="ADAL" clId="{48C7124F-C628-4773-86DE-A0611460C0DC}" dt="2020-06-25T13:30:10.192" v="6620" actId="20577"/>
          <ac:spMkLst>
            <pc:docMk/>
            <pc:sldMk cId="824517042" sldId="282"/>
            <ac:spMk id="3" creationId="{A7F47405-303A-409D-BACC-517124A7D4E6}"/>
          </ac:spMkLst>
        </pc:spChg>
        <pc:picChg chg="mod">
          <ac:chgData name="Wael" userId="97126fac-0aa5-41d3-a48c-3a0c6da4216b" providerId="ADAL" clId="{48C7124F-C628-4773-86DE-A0611460C0DC}" dt="2020-06-25T13:38:39.956" v="6621" actId="1076"/>
          <ac:picMkLst>
            <pc:docMk/>
            <pc:sldMk cId="824517042" sldId="282"/>
            <ac:picMk id="4" creationId="{7521EBCF-DA6F-4F51-8424-41AAD9AFDDB7}"/>
          </ac:picMkLst>
        </pc:picChg>
      </pc:sldChg>
      <pc:sldChg chg="add">
        <pc:chgData name="Wael" userId="97126fac-0aa5-41d3-a48c-3a0c6da4216b" providerId="ADAL" clId="{48C7124F-C628-4773-86DE-A0611460C0DC}" dt="2020-06-25T06:10:57.217" v="5048"/>
        <pc:sldMkLst>
          <pc:docMk/>
          <pc:sldMk cId="3972860004" sldId="283"/>
        </pc:sldMkLst>
      </pc:sldChg>
      <pc:sldChg chg="add">
        <pc:chgData name="Wael" userId="97126fac-0aa5-41d3-a48c-3a0c6da4216b" providerId="ADAL" clId="{48C7124F-C628-4773-86DE-A0611460C0DC}" dt="2020-06-25T06:10:57.217" v="5048"/>
        <pc:sldMkLst>
          <pc:docMk/>
          <pc:sldMk cId="1536370300" sldId="284"/>
        </pc:sldMkLst>
      </pc:sldChg>
      <pc:sldChg chg="add">
        <pc:chgData name="Wael" userId="97126fac-0aa5-41d3-a48c-3a0c6da4216b" providerId="ADAL" clId="{48C7124F-C628-4773-86DE-A0611460C0DC}" dt="2020-06-25T06:10:57.217" v="5048"/>
        <pc:sldMkLst>
          <pc:docMk/>
          <pc:sldMk cId="3363249634" sldId="285"/>
        </pc:sldMkLst>
      </pc:sldChg>
      <pc:sldChg chg="add">
        <pc:chgData name="Wael" userId="97126fac-0aa5-41d3-a48c-3a0c6da4216b" providerId="ADAL" clId="{48C7124F-C628-4773-86DE-A0611460C0DC}" dt="2020-06-25T06:10:57.217" v="5048"/>
        <pc:sldMkLst>
          <pc:docMk/>
          <pc:sldMk cId="4062832707" sldId="286"/>
        </pc:sldMkLst>
      </pc:sldChg>
      <pc:sldChg chg="modSp add mod modClrScheme chgLayout">
        <pc:chgData name="Wael" userId="97126fac-0aa5-41d3-a48c-3a0c6da4216b" providerId="ADAL" clId="{48C7124F-C628-4773-86DE-A0611460C0DC}" dt="2020-07-01T07:21:07.717" v="8774" actId="700"/>
        <pc:sldMkLst>
          <pc:docMk/>
          <pc:sldMk cId="975439791" sldId="287"/>
        </pc:sldMkLst>
        <pc:spChg chg="mod ord">
          <ac:chgData name="Wael" userId="97126fac-0aa5-41d3-a48c-3a0c6da4216b" providerId="ADAL" clId="{48C7124F-C628-4773-86DE-A0611460C0DC}" dt="2020-07-01T07:21:07.717" v="8774" actId="700"/>
          <ac:spMkLst>
            <pc:docMk/>
            <pc:sldMk cId="975439791" sldId="287"/>
            <ac:spMk id="2" creationId="{7DFCE908-60C5-4D91-9AAE-569ECDD26956}"/>
          </ac:spMkLst>
        </pc:spChg>
        <pc:spChg chg="mod ord">
          <ac:chgData name="Wael" userId="97126fac-0aa5-41d3-a48c-3a0c6da4216b" providerId="ADAL" clId="{48C7124F-C628-4773-86DE-A0611460C0DC}" dt="2020-07-01T07:21:07.717" v="8774" actId="700"/>
          <ac:spMkLst>
            <pc:docMk/>
            <pc:sldMk cId="975439791" sldId="287"/>
            <ac:spMk id="3" creationId="{6559F0CE-1063-4649-B3A0-79A2083A3DED}"/>
          </ac:spMkLst>
        </pc:spChg>
      </pc:sldChg>
      <pc:sldChg chg="modSp add mod ord">
        <pc:chgData name="Wael" userId="97126fac-0aa5-41d3-a48c-3a0c6da4216b" providerId="ADAL" clId="{48C7124F-C628-4773-86DE-A0611460C0DC}" dt="2020-06-25T06:12:18.519" v="5091" actId="20577"/>
        <pc:sldMkLst>
          <pc:docMk/>
          <pc:sldMk cId="1937866473" sldId="288"/>
        </pc:sldMkLst>
        <pc:spChg chg="mod">
          <ac:chgData name="Wael" userId="97126fac-0aa5-41d3-a48c-3a0c6da4216b" providerId="ADAL" clId="{48C7124F-C628-4773-86DE-A0611460C0DC}" dt="2020-06-25T06:12:06.568" v="5072" actId="20577"/>
          <ac:spMkLst>
            <pc:docMk/>
            <pc:sldMk cId="1937866473" sldId="288"/>
            <ac:spMk id="2" creationId="{94674AA9-E9E5-4455-9DBF-8B04E9C07F86}"/>
          </ac:spMkLst>
        </pc:spChg>
        <pc:spChg chg="mod">
          <ac:chgData name="Wael" userId="97126fac-0aa5-41d3-a48c-3a0c6da4216b" providerId="ADAL" clId="{48C7124F-C628-4773-86DE-A0611460C0DC}" dt="2020-06-25T06:12:18.519" v="5091" actId="20577"/>
          <ac:spMkLst>
            <pc:docMk/>
            <pc:sldMk cId="1937866473" sldId="288"/>
            <ac:spMk id="3" creationId="{19E08C4F-55F3-461D-AE59-9A1F8CB32278}"/>
          </ac:spMkLst>
        </pc:spChg>
      </pc:sldChg>
      <pc:sldChg chg="modSp add mod">
        <pc:chgData name="Wael" userId="97126fac-0aa5-41d3-a48c-3a0c6da4216b" providerId="ADAL" clId="{48C7124F-C628-4773-86DE-A0611460C0DC}" dt="2020-06-25T07:08:03.907" v="6534" actId="1076"/>
        <pc:sldMkLst>
          <pc:docMk/>
          <pc:sldMk cId="3543894020" sldId="289"/>
        </pc:sldMkLst>
        <pc:spChg chg="mod">
          <ac:chgData name="Wael" userId="97126fac-0aa5-41d3-a48c-3a0c6da4216b" providerId="ADAL" clId="{48C7124F-C628-4773-86DE-A0611460C0DC}" dt="2020-06-25T07:06:47.494" v="6468"/>
          <ac:spMkLst>
            <pc:docMk/>
            <pc:sldMk cId="3543894020" sldId="289"/>
            <ac:spMk id="2" creationId="{0EC7DED6-405B-4DAE-9E1D-CC62746555ED}"/>
          </ac:spMkLst>
        </pc:spChg>
        <pc:graphicFrameChg chg="mod modGraphic">
          <ac:chgData name="Wael" userId="97126fac-0aa5-41d3-a48c-3a0c6da4216b" providerId="ADAL" clId="{48C7124F-C628-4773-86DE-A0611460C0DC}" dt="2020-06-25T07:08:03.907" v="6534" actId="1076"/>
          <ac:graphicFrameMkLst>
            <pc:docMk/>
            <pc:sldMk cId="3543894020" sldId="289"/>
            <ac:graphicFrameMk id="5" creationId="{F13BFC3D-0638-499B-A019-2D6E96DE0FD2}"/>
          </ac:graphicFrameMkLst>
        </pc:graphicFrameChg>
      </pc:sldChg>
      <pc:sldChg chg="modSp new mod">
        <pc:chgData name="Wael" userId="97126fac-0aa5-41d3-a48c-3a0c6da4216b" providerId="ADAL" clId="{48C7124F-C628-4773-86DE-A0611460C0DC}" dt="2020-06-25T15:41:43.390" v="7426" actId="20577"/>
        <pc:sldMkLst>
          <pc:docMk/>
          <pc:sldMk cId="2189621227" sldId="290"/>
        </pc:sldMkLst>
        <pc:spChg chg="mod">
          <ac:chgData name="Wael" userId="97126fac-0aa5-41d3-a48c-3a0c6da4216b" providerId="ADAL" clId="{48C7124F-C628-4773-86DE-A0611460C0DC}" dt="2020-06-25T07:08:50.664" v="6555" actId="20577"/>
          <ac:spMkLst>
            <pc:docMk/>
            <pc:sldMk cId="2189621227" sldId="290"/>
            <ac:spMk id="2" creationId="{C001B81B-1C63-43B6-ACE1-7B3E893755FF}"/>
          </ac:spMkLst>
        </pc:spChg>
        <pc:spChg chg="mod">
          <ac:chgData name="Wael" userId="97126fac-0aa5-41d3-a48c-3a0c6da4216b" providerId="ADAL" clId="{48C7124F-C628-4773-86DE-A0611460C0DC}" dt="2020-06-25T15:41:43.390" v="7426" actId="20577"/>
          <ac:spMkLst>
            <pc:docMk/>
            <pc:sldMk cId="2189621227" sldId="290"/>
            <ac:spMk id="3" creationId="{D52F0C2A-D1BC-46C5-A510-E93707822668}"/>
          </ac:spMkLst>
        </pc:spChg>
      </pc:sldChg>
      <pc:sldChg chg="modSp new mod">
        <pc:chgData name="Wael" userId="97126fac-0aa5-41d3-a48c-3a0c6da4216b" providerId="ADAL" clId="{48C7124F-C628-4773-86DE-A0611460C0DC}" dt="2020-06-25T15:38:33.287" v="7371" actId="113"/>
        <pc:sldMkLst>
          <pc:docMk/>
          <pc:sldMk cId="3259172282" sldId="291"/>
        </pc:sldMkLst>
        <pc:spChg chg="mod">
          <ac:chgData name="Wael" userId="97126fac-0aa5-41d3-a48c-3a0c6da4216b" providerId="ADAL" clId="{48C7124F-C628-4773-86DE-A0611460C0DC}" dt="2020-06-25T15:34:35.322" v="7130" actId="20577"/>
          <ac:spMkLst>
            <pc:docMk/>
            <pc:sldMk cId="3259172282" sldId="291"/>
            <ac:spMk id="2" creationId="{193AD8A8-355B-483A-B265-0DFE3954782D}"/>
          </ac:spMkLst>
        </pc:spChg>
        <pc:spChg chg="mod">
          <ac:chgData name="Wael" userId="97126fac-0aa5-41d3-a48c-3a0c6da4216b" providerId="ADAL" clId="{48C7124F-C628-4773-86DE-A0611460C0DC}" dt="2020-06-25T15:38:33.287" v="7371" actId="113"/>
          <ac:spMkLst>
            <pc:docMk/>
            <pc:sldMk cId="3259172282" sldId="291"/>
            <ac:spMk id="3" creationId="{64B76BB2-6666-4FF0-A87D-767F6D7CDD24}"/>
          </ac:spMkLst>
        </pc:spChg>
      </pc:sldChg>
      <pc:sldChg chg="modSp new mod">
        <pc:chgData name="Wael" userId="97126fac-0aa5-41d3-a48c-3a0c6da4216b" providerId="ADAL" clId="{48C7124F-C628-4773-86DE-A0611460C0DC}" dt="2020-06-25T18:11:07.639" v="7851" actId="113"/>
        <pc:sldMkLst>
          <pc:docMk/>
          <pc:sldMk cId="1037890066" sldId="292"/>
        </pc:sldMkLst>
        <pc:spChg chg="mod">
          <ac:chgData name="Wael" userId="97126fac-0aa5-41d3-a48c-3a0c6da4216b" providerId="ADAL" clId="{48C7124F-C628-4773-86DE-A0611460C0DC}" dt="2020-06-25T18:01:38.041" v="7444" actId="20577"/>
          <ac:spMkLst>
            <pc:docMk/>
            <pc:sldMk cId="1037890066" sldId="292"/>
            <ac:spMk id="2" creationId="{84898558-F59B-4C6C-BBD9-DDE0B0C6DC04}"/>
          </ac:spMkLst>
        </pc:spChg>
        <pc:spChg chg="mod">
          <ac:chgData name="Wael" userId="97126fac-0aa5-41d3-a48c-3a0c6da4216b" providerId="ADAL" clId="{48C7124F-C628-4773-86DE-A0611460C0DC}" dt="2020-06-25T18:11:07.639" v="7851" actId="113"/>
          <ac:spMkLst>
            <pc:docMk/>
            <pc:sldMk cId="1037890066" sldId="292"/>
            <ac:spMk id="3" creationId="{A797D290-D0E9-4766-8E36-DE2D5013D405}"/>
          </ac:spMkLst>
        </pc:spChg>
      </pc:sldChg>
      <pc:sldChg chg="addSp delSp modSp new mod ord delAnim modAnim">
        <pc:chgData name="Wael" userId="97126fac-0aa5-41d3-a48c-3a0c6da4216b" providerId="ADAL" clId="{48C7124F-C628-4773-86DE-A0611460C0DC}" dt="2020-06-26T05:52:30.455" v="8752"/>
        <pc:sldMkLst>
          <pc:docMk/>
          <pc:sldMk cId="2910392025" sldId="293"/>
        </pc:sldMkLst>
        <pc:spChg chg="mod">
          <ac:chgData name="Wael" userId="97126fac-0aa5-41d3-a48c-3a0c6da4216b" providerId="ADAL" clId="{48C7124F-C628-4773-86DE-A0611460C0DC}" dt="2020-06-25T18:47:26.363" v="7877" actId="20577"/>
          <ac:spMkLst>
            <pc:docMk/>
            <pc:sldMk cId="2910392025" sldId="293"/>
            <ac:spMk id="2" creationId="{77EF82C0-ECE5-4F53-82D9-83BF6F176383}"/>
          </ac:spMkLst>
        </pc:spChg>
        <pc:spChg chg="mod">
          <ac:chgData name="Wael" userId="97126fac-0aa5-41d3-a48c-3a0c6da4216b" providerId="ADAL" clId="{48C7124F-C628-4773-86DE-A0611460C0DC}" dt="2020-06-25T19:23:49.429" v="8637" actId="14100"/>
          <ac:spMkLst>
            <pc:docMk/>
            <pc:sldMk cId="2910392025" sldId="293"/>
            <ac:spMk id="3" creationId="{803E307E-DB69-4A5E-8179-AF0652647528}"/>
          </ac:spMkLst>
        </pc:spChg>
        <pc:spChg chg="add del mod">
          <ac:chgData name="Wael" userId="97126fac-0aa5-41d3-a48c-3a0c6da4216b" providerId="ADAL" clId="{48C7124F-C628-4773-86DE-A0611460C0DC}" dt="2020-06-25T19:20:44.606" v="8618" actId="478"/>
          <ac:spMkLst>
            <pc:docMk/>
            <pc:sldMk cId="2910392025" sldId="293"/>
            <ac:spMk id="4" creationId="{A09256A9-7AF8-4355-8E89-639957E58BD4}"/>
          </ac:spMkLst>
        </pc:spChg>
        <pc:spChg chg="add del mod">
          <ac:chgData name="Wael" userId="97126fac-0aa5-41d3-a48c-3a0c6da4216b" providerId="ADAL" clId="{48C7124F-C628-4773-86DE-A0611460C0DC}" dt="2020-06-25T19:20:44.606" v="8618" actId="478"/>
          <ac:spMkLst>
            <pc:docMk/>
            <pc:sldMk cId="2910392025" sldId="293"/>
            <ac:spMk id="5" creationId="{6B873E6E-0398-4504-9CEF-7246D0B5603B}"/>
          </ac:spMkLst>
        </pc:spChg>
        <pc:spChg chg="add del mod">
          <ac:chgData name="Wael" userId="97126fac-0aa5-41d3-a48c-3a0c6da4216b" providerId="ADAL" clId="{48C7124F-C628-4773-86DE-A0611460C0DC}" dt="2020-06-25T19:20:44.606" v="8618" actId="478"/>
          <ac:spMkLst>
            <pc:docMk/>
            <pc:sldMk cId="2910392025" sldId="293"/>
            <ac:spMk id="6" creationId="{3FD33B37-6AEF-43F5-99DF-D6690FF11EAC}"/>
          </ac:spMkLst>
        </pc:spChg>
        <pc:spChg chg="add del mod">
          <ac:chgData name="Wael" userId="97126fac-0aa5-41d3-a48c-3a0c6da4216b" providerId="ADAL" clId="{48C7124F-C628-4773-86DE-A0611460C0DC}" dt="2020-06-25T19:23:30.010" v="8635"/>
          <ac:spMkLst>
            <pc:docMk/>
            <pc:sldMk cId="2910392025" sldId="293"/>
            <ac:spMk id="7" creationId="{F0CEBC1C-C699-49A0-B062-C8C2F3EA2D05}"/>
          </ac:spMkLst>
        </pc:spChg>
        <pc:spChg chg="add mod">
          <ac:chgData name="Wael" userId="97126fac-0aa5-41d3-a48c-3a0c6da4216b" providerId="ADAL" clId="{48C7124F-C628-4773-86DE-A0611460C0DC}" dt="2020-06-25T19:27:28.596" v="8683" actId="207"/>
          <ac:spMkLst>
            <pc:docMk/>
            <pc:sldMk cId="2910392025" sldId="293"/>
            <ac:spMk id="8" creationId="{4E03B06D-8550-4F1C-B919-7295D5B769E2}"/>
          </ac:spMkLst>
        </pc:spChg>
        <pc:spChg chg="add mod">
          <ac:chgData name="Wael" userId="97126fac-0aa5-41d3-a48c-3a0c6da4216b" providerId="ADAL" clId="{48C7124F-C628-4773-86DE-A0611460C0DC}" dt="2020-06-25T19:27:34.848" v="8684" actId="207"/>
          <ac:spMkLst>
            <pc:docMk/>
            <pc:sldMk cId="2910392025" sldId="293"/>
            <ac:spMk id="9" creationId="{870DD28A-7F3F-49E9-A02E-22DDC1F5961E}"/>
          </ac:spMkLst>
        </pc:spChg>
      </pc:sldChg>
      <pc:sldChg chg="new del">
        <pc:chgData name="Wael" userId="97126fac-0aa5-41d3-a48c-3a0c6da4216b" providerId="ADAL" clId="{48C7124F-C628-4773-86DE-A0611460C0DC}" dt="2020-06-25T18:46:56.324" v="7853" actId="680"/>
        <pc:sldMkLst>
          <pc:docMk/>
          <pc:sldMk cId="2994705253" sldId="293"/>
        </pc:sldMkLst>
      </pc:sldChg>
      <pc:sldChg chg="addSp delSp modSp add mod ord modAnim">
        <pc:chgData name="Wael" userId="97126fac-0aa5-41d3-a48c-3a0c6da4216b" providerId="ADAL" clId="{48C7124F-C628-4773-86DE-A0611460C0DC}" dt="2020-06-26T05:55:09.754" v="8756"/>
        <pc:sldMkLst>
          <pc:docMk/>
          <pc:sldMk cId="1255395929" sldId="294"/>
        </pc:sldMkLst>
        <pc:spChg chg="del">
          <ac:chgData name="Wael" userId="97126fac-0aa5-41d3-a48c-3a0c6da4216b" providerId="ADAL" clId="{48C7124F-C628-4773-86DE-A0611460C0DC}" dt="2020-06-25T18:54:56.084" v="7963" actId="478"/>
          <ac:spMkLst>
            <pc:docMk/>
            <pc:sldMk cId="1255395929" sldId="294"/>
            <ac:spMk id="3" creationId="{803E307E-DB69-4A5E-8179-AF0652647528}"/>
          </ac:spMkLst>
        </pc:spChg>
        <pc:spChg chg="mod">
          <ac:chgData name="Wael" userId="97126fac-0aa5-41d3-a48c-3a0c6da4216b" providerId="ADAL" clId="{48C7124F-C628-4773-86DE-A0611460C0DC}" dt="2020-06-25T19:18:18.942" v="8596" actId="1076"/>
          <ac:spMkLst>
            <pc:docMk/>
            <pc:sldMk cId="1255395929" sldId="294"/>
            <ac:spMk id="4" creationId="{A09256A9-7AF8-4355-8E89-639957E58BD4}"/>
          </ac:spMkLst>
        </pc:spChg>
        <pc:spChg chg="mod">
          <ac:chgData name="Wael" userId="97126fac-0aa5-41d3-a48c-3a0c6da4216b" providerId="ADAL" clId="{48C7124F-C628-4773-86DE-A0611460C0DC}" dt="2020-06-25T19:17:49.988" v="8592" actId="20577"/>
          <ac:spMkLst>
            <pc:docMk/>
            <pc:sldMk cId="1255395929" sldId="294"/>
            <ac:spMk id="5" creationId="{6B873E6E-0398-4504-9CEF-7246D0B5603B}"/>
          </ac:spMkLst>
        </pc:spChg>
        <pc:spChg chg="mod">
          <ac:chgData name="Wael" userId="97126fac-0aa5-41d3-a48c-3a0c6da4216b" providerId="ADAL" clId="{48C7124F-C628-4773-86DE-A0611460C0DC}" dt="2020-06-25T19:18:26.433" v="8597" actId="1076"/>
          <ac:spMkLst>
            <pc:docMk/>
            <pc:sldMk cId="1255395929" sldId="294"/>
            <ac:spMk id="6" creationId="{3FD33B37-6AEF-43F5-99DF-D6690FF11EAC}"/>
          </ac:spMkLst>
        </pc:spChg>
        <pc:spChg chg="add del mod">
          <ac:chgData name="Wael" userId="97126fac-0aa5-41d3-a48c-3a0c6da4216b" providerId="ADAL" clId="{48C7124F-C628-4773-86DE-A0611460C0DC}" dt="2020-06-25T18:54:58.497" v="7964" actId="478"/>
          <ac:spMkLst>
            <pc:docMk/>
            <pc:sldMk cId="1255395929" sldId="294"/>
            <ac:spMk id="8" creationId="{06AD69E6-26E1-4BA7-A937-44DBFB935E55}"/>
          </ac:spMkLst>
        </pc:spChg>
        <pc:spChg chg="add mod">
          <ac:chgData name="Wael" userId="97126fac-0aa5-41d3-a48c-3a0c6da4216b" providerId="ADAL" clId="{48C7124F-C628-4773-86DE-A0611460C0DC}" dt="2020-06-25T19:16:15.207" v="8469" actId="1076"/>
          <ac:spMkLst>
            <pc:docMk/>
            <pc:sldMk cId="1255395929" sldId="294"/>
            <ac:spMk id="9" creationId="{8D6AD183-40B7-42F5-AAA3-3737711C0B7C}"/>
          </ac:spMkLst>
        </pc:spChg>
        <pc:spChg chg="add mod">
          <ac:chgData name="Wael" userId="97126fac-0aa5-41d3-a48c-3a0c6da4216b" providerId="ADAL" clId="{48C7124F-C628-4773-86DE-A0611460C0DC}" dt="2020-06-25T19:15:19.179" v="8460" actId="1076"/>
          <ac:spMkLst>
            <pc:docMk/>
            <pc:sldMk cId="1255395929" sldId="294"/>
            <ac:spMk id="20" creationId="{521101B5-6EA3-44C7-B928-0104D71B160A}"/>
          </ac:spMkLst>
        </pc:spChg>
        <pc:spChg chg="add mod">
          <ac:chgData name="Wael" userId="97126fac-0aa5-41d3-a48c-3a0c6da4216b" providerId="ADAL" clId="{48C7124F-C628-4773-86DE-A0611460C0DC}" dt="2020-06-25T19:15:19.179" v="8460" actId="1076"/>
          <ac:spMkLst>
            <pc:docMk/>
            <pc:sldMk cId="1255395929" sldId="294"/>
            <ac:spMk id="21" creationId="{F826DF96-A353-4253-A261-764E110E3859}"/>
          </ac:spMkLst>
        </pc:spChg>
        <pc:spChg chg="add mod">
          <ac:chgData name="Wael" userId="97126fac-0aa5-41d3-a48c-3a0c6da4216b" providerId="ADAL" clId="{48C7124F-C628-4773-86DE-A0611460C0DC}" dt="2020-06-25T19:15:19.179" v="8460" actId="1076"/>
          <ac:spMkLst>
            <pc:docMk/>
            <pc:sldMk cId="1255395929" sldId="294"/>
            <ac:spMk id="22" creationId="{BA8B5F4E-C54E-4CBC-B993-044B12B05EAA}"/>
          </ac:spMkLst>
        </pc:spChg>
        <pc:spChg chg="add mod">
          <ac:chgData name="Wael" userId="97126fac-0aa5-41d3-a48c-3a0c6da4216b" providerId="ADAL" clId="{48C7124F-C628-4773-86DE-A0611460C0DC}" dt="2020-06-25T19:15:19.179" v="8460" actId="1076"/>
          <ac:spMkLst>
            <pc:docMk/>
            <pc:sldMk cId="1255395929" sldId="294"/>
            <ac:spMk id="23" creationId="{E163AFB5-F5E8-4A68-A17D-262C4E268B86}"/>
          </ac:spMkLst>
        </pc:spChg>
        <pc:spChg chg="add mod">
          <ac:chgData name="Wael" userId="97126fac-0aa5-41d3-a48c-3a0c6da4216b" providerId="ADAL" clId="{48C7124F-C628-4773-86DE-A0611460C0DC}" dt="2020-06-25T19:15:19.179" v="8460" actId="1076"/>
          <ac:spMkLst>
            <pc:docMk/>
            <pc:sldMk cId="1255395929" sldId="294"/>
            <ac:spMk id="24" creationId="{1012869C-80E2-4135-9313-AF5A359FB000}"/>
          </ac:spMkLst>
        </pc:spChg>
        <pc:spChg chg="add mod">
          <ac:chgData name="Wael" userId="97126fac-0aa5-41d3-a48c-3a0c6da4216b" providerId="ADAL" clId="{48C7124F-C628-4773-86DE-A0611460C0DC}" dt="2020-06-25T19:15:19.179" v="8460" actId="1076"/>
          <ac:spMkLst>
            <pc:docMk/>
            <pc:sldMk cId="1255395929" sldId="294"/>
            <ac:spMk id="25" creationId="{C31E718B-550F-4019-A81D-0BDB6D0B3401}"/>
          </ac:spMkLst>
        </pc:spChg>
        <pc:spChg chg="add mod ord">
          <ac:chgData name="Wael" userId="97126fac-0aa5-41d3-a48c-3a0c6da4216b" providerId="ADAL" clId="{48C7124F-C628-4773-86DE-A0611460C0DC}" dt="2020-06-25T19:18:10.299" v="8595" actId="1076"/>
          <ac:spMkLst>
            <pc:docMk/>
            <pc:sldMk cId="1255395929" sldId="294"/>
            <ac:spMk id="40" creationId="{B8A32AAB-A15E-44C8-B700-BF23C6894619}"/>
          </ac:spMkLst>
        </pc:spChg>
        <pc:spChg chg="add mod">
          <ac:chgData name="Wael" userId="97126fac-0aa5-41d3-a48c-3a0c6da4216b" providerId="ADAL" clId="{48C7124F-C628-4773-86DE-A0611460C0DC}" dt="2020-06-25T19:16:29.911" v="8471" actId="1076"/>
          <ac:spMkLst>
            <pc:docMk/>
            <pc:sldMk cId="1255395929" sldId="294"/>
            <ac:spMk id="41" creationId="{DDE8DBBD-300F-485F-BBEC-339FB40035A5}"/>
          </ac:spMkLst>
        </pc:spChg>
        <pc:spChg chg="add mod">
          <ac:chgData name="Wael" userId="97126fac-0aa5-41d3-a48c-3a0c6da4216b" providerId="ADAL" clId="{48C7124F-C628-4773-86DE-A0611460C0DC}" dt="2020-06-25T19:18:01.136" v="8594"/>
          <ac:spMkLst>
            <pc:docMk/>
            <pc:sldMk cId="1255395929" sldId="294"/>
            <ac:spMk id="42" creationId="{7DD66629-2CE0-44BE-9FC9-F4545C2248B8}"/>
          </ac:spMkLst>
        </pc:spChg>
        <pc:spChg chg="add mod ord">
          <ac:chgData name="Wael" userId="97126fac-0aa5-41d3-a48c-3a0c6da4216b" providerId="ADAL" clId="{48C7124F-C628-4773-86DE-A0611460C0DC}" dt="2020-06-25T19:15:19.179" v="8460" actId="1076"/>
          <ac:spMkLst>
            <pc:docMk/>
            <pc:sldMk cId="1255395929" sldId="294"/>
            <ac:spMk id="43" creationId="{3D0B6489-F1F9-495A-9074-664E7A3B874E}"/>
          </ac:spMkLst>
        </pc:spChg>
        <pc:cxnChg chg="add mod">
          <ac:chgData name="Wael" userId="97126fac-0aa5-41d3-a48c-3a0c6da4216b" providerId="ADAL" clId="{48C7124F-C628-4773-86DE-A0611460C0DC}" dt="2020-06-25T19:20:03.244" v="8610" actId="14100"/>
          <ac:cxnSpMkLst>
            <pc:docMk/>
            <pc:sldMk cId="1255395929" sldId="294"/>
            <ac:cxnSpMk id="10" creationId="{12F77F7E-CD1F-46A7-A4D3-EE8D351FC8E4}"/>
          </ac:cxnSpMkLst>
        </pc:cxnChg>
        <pc:cxnChg chg="add del mod">
          <ac:chgData name="Wael" userId="97126fac-0aa5-41d3-a48c-3a0c6da4216b" providerId="ADAL" clId="{48C7124F-C628-4773-86DE-A0611460C0DC}" dt="2020-06-25T19:11:08.098" v="8321" actId="478"/>
          <ac:cxnSpMkLst>
            <pc:docMk/>
            <pc:sldMk cId="1255395929" sldId="294"/>
            <ac:cxnSpMk id="13" creationId="{50F81FD2-1AD5-4C8D-8DFF-E5F67E1BA91A}"/>
          </ac:cxnSpMkLst>
        </pc:cxnChg>
        <pc:cxnChg chg="add del mod">
          <ac:chgData name="Wael" userId="97126fac-0aa5-41d3-a48c-3a0c6da4216b" providerId="ADAL" clId="{48C7124F-C628-4773-86DE-A0611460C0DC}" dt="2020-06-25T19:11:05.510" v="8320" actId="478"/>
          <ac:cxnSpMkLst>
            <pc:docMk/>
            <pc:sldMk cId="1255395929" sldId="294"/>
            <ac:cxnSpMk id="17" creationId="{08579802-394E-4853-9805-082EAB5D79A3}"/>
          </ac:cxnSpMkLst>
        </pc:cxnChg>
        <pc:cxnChg chg="add mod">
          <ac:chgData name="Wael" userId="97126fac-0aa5-41d3-a48c-3a0c6da4216b" providerId="ADAL" clId="{48C7124F-C628-4773-86DE-A0611460C0DC}" dt="2020-06-25T19:16:15.207" v="8469" actId="1076"/>
          <ac:cxnSpMkLst>
            <pc:docMk/>
            <pc:sldMk cId="1255395929" sldId="294"/>
            <ac:cxnSpMk id="26" creationId="{A29638C4-5A5A-4DE2-8FB6-61E6474599A5}"/>
          </ac:cxnSpMkLst>
        </pc:cxnChg>
        <pc:cxnChg chg="add mod">
          <ac:chgData name="Wael" userId="97126fac-0aa5-41d3-a48c-3a0c6da4216b" providerId="ADAL" clId="{48C7124F-C628-4773-86DE-A0611460C0DC}" dt="2020-06-25T19:16:45.776" v="8475" actId="14100"/>
          <ac:cxnSpMkLst>
            <pc:docMk/>
            <pc:sldMk cId="1255395929" sldId="294"/>
            <ac:cxnSpMk id="52" creationId="{7F74E42D-24C3-4493-9AF6-7E2AAD8EC3FD}"/>
          </ac:cxnSpMkLst>
        </pc:cxnChg>
        <pc:cxnChg chg="add mod">
          <ac:chgData name="Wael" userId="97126fac-0aa5-41d3-a48c-3a0c6da4216b" providerId="ADAL" clId="{48C7124F-C628-4773-86DE-A0611460C0DC}" dt="2020-06-25T19:16:54.036" v="8478" actId="14100"/>
          <ac:cxnSpMkLst>
            <pc:docMk/>
            <pc:sldMk cId="1255395929" sldId="294"/>
            <ac:cxnSpMk id="55" creationId="{1FF35A16-8F21-4E40-B6BB-A33DD48ACA57}"/>
          </ac:cxnSpMkLst>
        </pc:cxnChg>
        <pc:cxnChg chg="add mod">
          <ac:chgData name="Wael" userId="97126fac-0aa5-41d3-a48c-3a0c6da4216b" providerId="ADAL" clId="{48C7124F-C628-4773-86DE-A0611460C0DC}" dt="2020-06-25T19:20:19.715" v="8613" actId="14100"/>
          <ac:cxnSpMkLst>
            <pc:docMk/>
            <pc:sldMk cId="1255395929" sldId="294"/>
            <ac:cxnSpMk id="58" creationId="{1CC78477-1C6E-42F2-9AA9-295337096F75}"/>
          </ac:cxnSpMkLst>
        </pc:cxnChg>
        <pc:cxnChg chg="add mod">
          <ac:chgData name="Wael" userId="97126fac-0aa5-41d3-a48c-3a0c6da4216b" providerId="ADAL" clId="{48C7124F-C628-4773-86DE-A0611460C0DC}" dt="2020-06-25T19:20:30.516" v="8617" actId="14100"/>
          <ac:cxnSpMkLst>
            <pc:docMk/>
            <pc:sldMk cId="1255395929" sldId="294"/>
            <ac:cxnSpMk id="70" creationId="{BB3B7021-A884-4E59-9A54-9BBAAAB94C40}"/>
          </ac:cxnSpMkLst>
        </pc:cxnChg>
      </pc:sldChg>
      <pc:sldChg chg="addSp delSp modSp new mod modClrScheme chgLayout">
        <pc:chgData name="Wael" userId="97126fac-0aa5-41d3-a48c-3a0c6da4216b" providerId="ADAL" clId="{48C7124F-C628-4773-86DE-A0611460C0DC}" dt="2020-07-02T07:32:21.106" v="9584" actId="20577"/>
        <pc:sldMkLst>
          <pc:docMk/>
          <pc:sldMk cId="2193595233" sldId="295"/>
        </pc:sldMkLst>
        <pc:spChg chg="del">
          <ac:chgData name="Wael" userId="97126fac-0aa5-41d3-a48c-3a0c6da4216b" providerId="ADAL" clId="{48C7124F-C628-4773-86DE-A0611460C0DC}" dt="2020-07-01T07:21:22.273" v="8776" actId="700"/>
          <ac:spMkLst>
            <pc:docMk/>
            <pc:sldMk cId="2193595233" sldId="295"/>
            <ac:spMk id="2" creationId="{41020E71-F1E6-47A0-9E18-8C912F04BD38}"/>
          </ac:spMkLst>
        </pc:spChg>
        <pc:spChg chg="del mod ord">
          <ac:chgData name="Wael" userId="97126fac-0aa5-41d3-a48c-3a0c6da4216b" providerId="ADAL" clId="{48C7124F-C628-4773-86DE-A0611460C0DC}" dt="2020-07-01T07:21:22.273" v="8776" actId="700"/>
          <ac:spMkLst>
            <pc:docMk/>
            <pc:sldMk cId="2193595233" sldId="295"/>
            <ac:spMk id="3" creationId="{90373C2A-F449-47E5-9C08-9EECD123459E}"/>
          </ac:spMkLst>
        </pc:spChg>
        <pc:spChg chg="add mod ord">
          <ac:chgData name="Wael" userId="97126fac-0aa5-41d3-a48c-3a0c6da4216b" providerId="ADAL" clId="{48C7124F-C628-4773-86DE-A0611460C0DC}" dt="2020-07-02T07:32:21.106" v="9584" actId="20577"/>
          <ac:spMkLst>
            <pc:docMk/>
            <pc:sldMk cId="2193595233" sldId="295"/>
            <ac:spMk id="4" creationId="{4117836B-BAF4-465E-8FCA-8DB0A22E3AED}"/>
          </ac:spMkLst>
        </pc:spChg>
      </pc:sldChg>
      <pc:sldChg chg="new del">
        <pc:chgData name="Wael" userId="97126fac-0aa5-41d3-a48c-3a0c6da4216b" providerId="ADAL" clId="{48C7124F-C628-4773-86DE-A0611460C0DC}" dt="2020-07-01T07:20:57.614" v="8771" actId="2696"/>
        <pc:sldMkLst>
          <pc:docMk/>
          <pc:sldMk cId="2395622151" sldId="295"/>
        </pc:sldMkLst>
      </pc:sldChg>
      <pc:sldChg chg="new del">
        <pc:chgData name="Wael" userId="97126fac-0aa5-41d3-a48c-3a0c6da4216b" providerId="ADAL" clId="{48C7124F-C628-4773-86DE-A0611460C0DC}" dt="2020-07-01T07:17:14.597" v="8764" actId="2696"/>
        <pc:sldMkLst>
          <pc:docMk/>
          <pc:sldMk cId="3746735571" sldId="295"/>
        </pc:sldMkLst>
      </pc:sldChg>
      <pc:sldMasterChg chg="addSldLayout delSldLayout modSldLayout">
        <pc:chgData name="Wael" userId="97126fac-0aa5-41d3-a48c-3a0c6da4216b" providerId="ADAL" clId="{48C7124F-C628-4773-86DE-A0611460C0DC}" dt="2020-07-01T07:20:26.466" v="8769" actId="14100"/>
        <pc:sldMasterMkLst>
          <pc:docMk/>
          <pc:sldMasterMk cId="1235865983" sldId="2147483648"/>
        </pc:sldMasterMkLst>
        <pc:sldLayoutChg chg="delSp modSp mod">
          <pc:chgData name="Wael" userId="97126fac-0aa5-41d3-a48c-3a0c6da4216b" providerId="ADAL" clId="{48C7124F-C628-4773-86DE-A0611460C0DC}" dt="2020-07-01T07:20:26.466" v="8769" actId="14100"/>
          <pc:sldLayoutMkLst>
            <pc:docMk/>
            <pc:sldMasterMk cId="1235865983" sldId="2147483648"/>
            <pc:sldLayoutMk cId="1015111172" sldId="2147483660"/>
          </pc:sldLayoutMkLst>
          <pc:spChg chg="del">
            <ac:chgData name="Wael" userId="97126fac-0aa5-41d3-a48c-3a0c6da4216b" providerId="ADAL" clId="{48C7124F-C628-4773-86DE-A0611460C0DC}" dt="2020-07-01T07:20:08.992" v="8768" actId="478"/>
            <ac:spMkLst>
              <pc:docMk/>
              <pc:sldMasterMk cId="1235865983" sldId="2147483648"/>
              <pc:sldLayoutMk cId="1015111172" sldId="2147483660"/>
              <ac:spMk id="2" creationId="{1A764CCD-A001-4C14-9D96-A95DD6870416}"/>
            </ac:spMkLst>
          </pc:spChg>
          <pc:spChg chg="mod">
            <ac:chgData name="Wael" userId="97126fac-0aa5-41d3-a48c-3a0c6da4216b" providerId="ADAL" clId="{48C7124F-C628-4773-86DE-A0611460C0DC}" dt="2020-07-01T07:20:26.466" v="8769" actId="14100"/>
            <ac:spMkLst>
              <pc:docMk/>
              <pc:sldMasterMk cId="1235865983" sldId="2147483648"/>
              <pc:sldLayoutMk cId="1015111172" sldId="2147483660"/>
              <ac:spMk id="3" creationId="{9D736CFA-C84D-4506-B046-AFA0BE172BCC}"/>
            </ac:spMkLst>
          </pc:spChg>
        </pc:sldLayoutChg>
        <pc:sldLayoutChg chg="new del mod">
          <pc:chgData name="Wael" userId="97126fac-0aa5-41d3-a48c-3a0c6da4216b" providerId="ADAL" clId="{48C7124F-C628-4773-86DE-A0611460C0DC}" dt="2020-07-01T07:18:53.540" v="8766" actId="2696"/>
          <pc:sldLayoutMkLst>
            <pc:docMk/>
            <pc:sldMasterMk cId="1235865983" sldId="2147483648"/>
            <pc:sldLayoutMk cId="1114812131" sldId="2147483660"/>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EAF7CA-B48A-4F80-9D11-2251F60B7E01}"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en-GB"/>
        </a:p>
      </dgm:t>
    </dgm:pt>
    <dgm:pt modelId="{79C75475-BBA3-4B3E-858E-F3B3DF0B0782}">
      <dgm:prSet phldrT="[Text]"/>
      <dgm:spPr>
        <a:solidFill>
          <a:schemeClr val="accent3"/>
        </a:solidFill>
      </dgm:spPr>
      <dgm:t>
        <a:bodyPr/>
        <a:lstStyle/>
        <a:p>
          <a:r>
            <a:rPr lang="en-GB" dirty="0">
              <a:solidFill>
                <a:schemeClr val="tx1"/>
              </a:solidFill>
              <a:latin typeface="+mj-lt"/>
            </a:rPr>
            <a:t>DevOps</a:t>
          </a:r>
        </a:p>
      </dgm:t>
    </dgm:pt>
    <dgm:pt modelId="{E6C3DE64-CE40-4E51-8D59-76E65EA57111}" type="parTrans" cxnId="{45FC2A63-DF57-43E0-AD0E-32CA0BB60B27}">
      <dgm:prSet/>
      <dgm:spPr/>
      <dgm:t>
        <a:bodyPr/>
        <a:lstStyle/>
        <a:p>
          <a:endParaRPr lang="en-GB">
            <a:latin typeface="+mj-lt"/>
          </a:endParaRPr>
        </a:p>
      </dgm:t>
    </dgm:pt>
    <dgm:pt modelId="{96DF48F8-C9B1-4DEB-AD16-EB6E44286351}" type="sibTrans" cxnId="{45FC2A63-DF57-43E0-AD0E-32CA0BB60B27}">
      <dgm:prSet/>
      <dgm:spPr/>
      <dgm:t>
        <a:bodyPr/>
        <a:lstStyle/>
        <a:p>
          <a:endParaRPr lang="en-GB">
            <a:latin typeface="+mj-lt"/>
          </a:endParaRPr>
        </a:p>
      </dgm:t>
    </dgm:pt>
    <dgm:pt modelId="{8C4003AF-5C9B-4554-ACD9-3128544158F2}">
      <dgm:prSet phldrT="[Text]"/>
      <dgm:spPr>
        <a:solidFill>
          <a:schemeClr val="accent1"/>
        </a:solidFill>
      </dgm:spPr>
      <dgm:t>
        <a:bodyPr/>
        <a:lstStyle/>
        <a:p>
          <a:r>
            <a:rPr lang="en-GB" dirty="0">
              <a:latin typeface="+mj-lt"/>
            </a:rPr>
            <a:t>Plan</a:t>
          </a:r>
        </a:p>
      </dgm:t>
    </dgm:pt>
    <dgm:pt modelId="{9DB46BC6-D9CF-4337-A7BB-271BCD281B0D}" type="parTrans" cxnId="{EA7D7B9F-357C-4624-9175-75C1C854FA4A}">
      <dgm:prSet/>
      <dgm:spPr/>
      <dgm:t>
        <a:bodyPr/>
        <a:lstStyle/>
        <a:p>
          <a:endParaRPr lang="en-GB">
            <a:latin typeface="+mj-lt"/>
          </a:endParaRPr>
        </a:p>
      </dgm:t>
    </dgm:pt>
    <dgm:pt modelId="{A5AC5485-017A-4789-8D29-FA37D0F82A4C}" type="sibTrans" cxnId="{EA7D7B9F-357C-4624-9175-75C1C854FA4A}">
      <dgm:prSet/>
      <dgm:spPr>
        <a:solidFill>
          <a:schemeClr val="bg2"/>
        </a:solidFill>
      </dgm:spPr>
      <dgm:t>
        <a:bodyPr/>
        <a:lstStyle/>
        <a:p>
          <a:endParaRPr lang="en-GB">
            <a:latin typeface="+mj-lt"/>
          </a:endParaRPr>
        </a:p>
      </dgm:t>
    </dgm:pt>
    <dgm:pt modelId="{7775B258-0A35-4376-8668-4882FF874F71}">
      <dgm:prSet phldrT="[Text]"/>
      <dgm:spPr/>
      <dgm:t>
        <a:bodyPr/>
        <a:lstStyle/>
        <a:p>
          <a:r>
            <a:rPr lang="en-GB" dirty="0">
              <a:latin typeface="+mj-lt"/>
            </a:rPr>
            <a:t>Develop</a:t>
          </a:r>
        </a:p>
      </dgm:t>
    </dgm:pt>
    <dgm:pt modelId="{77EDFF10-AC2A-468A-8644-458EACA35A92}" type="parTrans" cxnId="{27D8653A-ED07-4302-9531-B6145DB2854E}">
      <dgm:prSet/>
      <dgm:spPr/>
      <dgm:t>
        <a:bodyPr/>
        <a:lstStyle/>
        <a:p>
          <a:endParaRPr lang="en-GB">
            <a:latin typeface="+mj-lt"/>
          </a:endParaRPr>
        </a:p>
      </dgm:t>
    </dgm:pt>
    <dgm:pt modelId="{54FEC3B6-D05D-438F-89C7-214CCA5F3F17}" type="sibTrans" cxnId="{27D8653A-ED07-4302-9531-B6145DB2854E}">
      <dgm:prSet/>
      <dgm:spPr>
        <a:solidFill>
          <a:schemeClr val="bg2"/>
        </a:solidFill>
      </dgm:spPr>
      <dgm:t>
        <a:bodyPr/>
        <a:lstStyle/>
        <a:p>
          <a:endParaRPr lang="en-GB">
            <a:latin typeface="+mj-lt"/>
          </a:endParaRPr>
        </a:p>
      </dgm:t>
    </dgm:pt>
    <dgm:pt modelId="{8BD5FE9F-09F9-4BBE-A1DE-016C02F77D7D}">
      <dgm:prSet phldrT="[Text]"/>
      <dgm:spPr/>
      <dgm:t>
        <a:bodyPr/>
        <a:lstStyle/>
        <a:p>
          <a:r>
            <a:rPr lang="en-GB" dirty="0">
              <a:latin typeface="+mj-lt"/>
            </a:rPr>
            <a:t>Build &amp; Release</a:t>
          </a:r>
        </a:p>
      </dgm:t>
    </dgm:pt>
    <dgm:pt modelId="{963B926B-B98B-42A9-A540-480294C3A842}" type="parTrans" cxnId="{E0A8D81A-ACE2-4DC8-8261-A9213800695D}">
      <dgm:prSet/>
      <dgm:spPr/>
      <dgm:t>
        <a:bodyPr/>
        <a:lstStyle/>
        <a:p>
          <a:endParaRPr lang="en-GB">
            <a:latin typeface="+mj-lt"/>
          </a:endParaRPr>
        </a:p>
      </dgm:t>
    </dgm:pt>
    <dgm:pt modelId="{DDAB7B73-3F08-44EC-9988-ADB0A3F24829}" type="sibTrans" cxnId="{E0A8D81A-ACE2-4DC8-8261-A9213800695D}">
      <dgm:prSet/>
      <dgm:spPr>
        <a:solidFill>
          <a:schemeClr val="bg2"/>
        </a:solidFill>
      </dgm:spPr>
      <dgm:t>
        <a:bodyPr/>
        <a:lstStyle/>
        <a:p>
          <a:endParaRPr lang="en-GB">
            <a:latin typeface="+mj-lt"/>
          </a:endParaRPr>
        </a:p>
      </dgm:t>
    </dgm:pt>
    <dgm:pt modelId="{7AD82C14-3657-49D2-AD24-352AAA16150C}">
      <dgm:prSet phldrT="[Text]"/>
      <dgm:spPr/>
      <dgm:t>
        <a:bodyPr/>
        <a:lstStyle/>
        <a:p>
          <a:r>
            <a:rPr lang="en-GB" dirty="0">
              <a:latin typeface="+mj-lt"/>
            </a:rPr>
            <a:t>Test</a:t>
          </a:r>
        </a:p>
      </dgm:t>
    </dgm:pt>
    <dgm:pt modelId="{97B8C765-4F55-4225-A37F-101EEAE2A60D}" type="parTrans" cxnId="{FFE8E194-4974-48B5-BFBA-61AF46CB6C4C}">
      <dgm:prSet/>
      <dgm:spPr/>
      <dgm:t>
        <a:bodyPr/>
        <a:lstStyle/>
        <a:p>
          <a:endParaRPr lang="en-GB">
            <a:latin typeface="+mj-lt"/>
          </a:endParaRPr>
        </a:p>
      </dgm:t>
    </dgm:pt>
    <dgm:pt modelId="{EE43CCF2-D9D7-465A-B64B-E2C62A7FABFC}" type="sibTrans" cxnId="{FFE8E194-4974-48B5-BFBA-61AF46CB6C4C}">
      <dgm:prSet/>
      <dgm:spPr>
        <a:solidFill>
          <a:schemeClr val="bg2"/>
        </a:solidFill>
      </dgm:spPr>
      <dgm:t>
        <a:bodyPr/>
        <a:lstStyle/>
        <a:p>
          <a:endParaRPr lang="en-GB">
            <a:latin typeface="+mj-lt"/>
          </a:endParaRPr>
        </a:p>
      </dgm:t>
    </dgm:pt>
    <dgm:pt modelId="{C8D8B641-412C-4F99-8A09-A478AF893EE2}">
      <dgm:prSet phldrT="[Text]"/>
      <dgm:spPr/>
      <dgm:t>
        <a:bodyPr/>
        <a:lstStyle/>
        <a:p>
          <a:r>
            <a:rPr lang="en-GB" dirty="0">
              <a:latin typeface="+mj-lt"/>
            </a:rPr>
            <a:t>Operate</a:t>
          </a:r>
        </a:p>
      </dgm:t>
    </dgm:pt>
    <dgm:pt modelId="{883B81EA-A872-48A1-9D7B-561563BFE7D7}" type="parTrans" cxnId="{BAC153B4-29C6-4F12-98FC-BD9B10621710}">
      <dgm:prSet/>
      <dgm:spPr/>
      <dgm:t>
        <a:bodyPr/>
        <a:lstStyle/>
        <a:p>
          <a:endParaRPr lang="en-GB">
            <a:latin typeface="+mj-lt"/>
          </a:endParaRPr>
        </a:p>
      </dgm:t>
    </dgm:pt>
    <dgm:pt modelId="{B362BEBD-44C1-4F82-BC9A-A7830FBF7C43}" type="sibTrans" cxnId="{BAC153B4-29C6-4F12-98FC-BD9B10621710}">
      <dgm:prSet/>
      <dgm:spPr>
        <a:solidFill>
          <a:schemeClr val="bg2"/>
        </a:solidFill>
      </dgm:spPr>
      <dgm:t>
        <a:bodyPr/>
        <a:lstStyle/>
        <a:p>
          <a:endParaRPr lang="en-GB">
            <a:latin typeface="+mj-lt"/>
          </a:endParaRPr>
        </a:p>
      </dgm:t>
    </dgm:pt>
    <dgm:pt modelId="{808A1BCC-E7DC-4DD9-88CF-3AED7E697CD4}" type="pres">
      <dgm:prSet presAssocID="{2DEAF7CA-B48A-4F80-9D11-2251F60B7E01}" presName="Name0" presStyleCnt="0">
        <dgm:presLayoutVars>
          <dgm:chMax val="1"/>
          <dgm:dir/>
          <dgm:animLvl val="ctr"/>
          <dgm:resizeHandles val="exact"/>
        </dgm:presLayoutVars>
      </dgm:prSet>
      <dgm:spPr/>
    </dgm:pt>
    <dgm:pt modelId="{CD22125E-0639-43AE-AE83-4BF07C6407D7}" type="pres">
      <dgm:prSet presAssocID="{79C75475-BBA3-4B3E-858E-F3B3DF0B0782}" presName="centerShape" presStyleLbl="node0" presStyleIdx="0" presStyleCnt="1"/>
      <dgm:spPr/>
    </dgm:pt>
    <dgm:pt modelId="{A4A9EE44-E179-4D74-9A02-0BEAC8DFA923}" type="pres">
      <dgm:prSet presAssocID="{8C4003AF-5C9B-4554-ACD9-3128544158F2}" presName="node" presStyleLbl="node1" presStyleIdx="0" presStyleCnt="5">
        <dgm:presLayoutVars>
          <dgm:bulletEnabled val="1"/>
        </dgm:presLayoutVars>
      </dgm:prSet>
      <dgm:spPr/>
    </dgm:pt>
    <dgm:pt modelId="{2C1FA9E2-B5C9-4CE2-823D-4787393A1B71}" type="pres">
      <dgm:prSet presAssocID="{8C4003AF-5C9B-4554-ACD9-3128544158F2}" presName="dummy" presStyleCnt="0"/>
      <dgm:spPr/>
    </dgm:pt>
    <dgm:pt modelId="{B2BA910B-426B-48D9-AED4-6BA31D2B4B89}" type="pres">
      <dgm:prSet presAssocID="{A5AC5485-017A-4789-8D29-FA37D0F82A4C}" presName="sibTrans" presStyleLbl="sibTrans2D1" presStyleIdx="0" presStyleCnt="5"/>
      <dgm:spPr/>
    </dgm:pt>
    <dgm:pt modelId="{6CC46121-0603-4170-B107-3946D36A5269}" type="pres">
      <dgm:prSet presAssocID="{7775B258-0A35-4376-8668-4882FF874F71}" presName="node" presStyleLbl="node1" presStyleIdx="1" presStyleCnt="5">
        <dgm:presLayoutVars>
          <dgm:bulletEnabled val="1"/>
        </dgm:presLayoutVars>
      </dgm:prSet>
      <dgm:spPr/>
    </dgm:pt>
    <dgm:pt modelId="{CF186BAA-D952-4736-B42F-58E1892DA816}" type="pres">
      <dgm:prSet presAssocID="{7775B258-0A35-4376-8668-4882FF874F71}" presName="dummy" presStyleCnt="0"/>
      <dgm:spPr/>
    </dgm:pt>
    <dgm:pt modelId="{4AA6FB3D-2256-44F8-B869-65CE615091D3}" type="pres">
      <dgm:prSet presAssocID="{54FEC3B6-D05D-438F-89C7-214CCA5F3F17}" presName="sibTrans" presStyleLbl="sibTrans2D1" presStyleIdx="1" presStyleCnt="5"/>
      <dgm:spPr/>
    </dgm:pt>
    <dgm:pt modelId="{69954671-532D-4136-9AED-25CE59F43CC8}" type="pres">
      <dgm:prSet presAssocID="{8BD5FE9F-09F9-4BBE-A1DE-016C02F77D7D}" presName="node" presStyleLbl="node1" presStyleIdx="2" presStyleCnt="5">
        <dgm:presLayoutVars>
          <dgm:bulletEnabled val="1"/>
        </dgm:presLayoutVars>
      </dgm:prSet>
      <dgm:spPr/>
    </dgm:pt>
    <dgm:pt modelId="{B07E65F2-2C58-4CC8-8913-35AABDE05964}" type="pres">
      <dgm:prSet presAssocID="{8BD5FE9F-09F9-4BBE-A1DE-016C02F77D7D}" presName="dummy" presStyleCnt="0"/>
      <dgm:spPr/>
    </dgm:pt>
    <dgm:pt modelId="{F2BC8873-1345-47FC-B4CF-45DEAB4A51A8}" type="pres">
      <dgm:prSet presAssocID="{DDAB7B73-3F08-44EC-9988-ADB0A3F24829}" presName="sibTrans" presStyleLbl="sibTrans2D1" presStyleIdx="2" presStyleCnt="5"/>
      <dgm:spPr/>
    </dgm:pt>
    <dgm:pt modelId="{64480964-36FA-41E2-8A99-0D9E8D6F5774}" type="pres">
      <dgm:prSet presAssocID="{7AD82C14-3657-49D2-AD24-352AAA16150C}" presName="node" presStyleLbl="node1" presStyleIdx="3" presStyleCnt="5">
        <dgm:presLayoutVars>
          <dgm:bulletEnabled val="1"/>
        </dgm:presLayoutVars>
      </dgm:prSet>
      <dgm:spPr/>
    </dgm:pt>
    <dgm:pt modelId="{C2D70E3E-74F4-400C-95AC-1DA5FE1F3C64}" type="pres">
      <dgm:prSet presAssocID="{7AD82C14-3657-49D2-AD24-352AAA16150C}" presName="dummy" presStyleCnt="0"/>
      <dgm:spPr/>
    </dgm:pt>
    <dgm:pt modelId="{0BE64167-1A2E-4740-B6AB-87FC0C69BB57}" type="pres">
      <dgm:prSet presAssocID="{EE43CCF2-D9D7-465A-B64B-E2C62A7FABFC}" presName="sibTrans" presStyleLbl="sibTrans2D1" presStyleIdx="3" presStyleCnt="5"/>
      <dgm:spPr/>
    </dgm:pt>
    <dgm:pt modelId="{60DC5A0E-17DA-4B0B-BEC2-1E83D7101E81}" type="pres">
      <dgm:prSet presAssocID="{C8D8B641-412C-4F99-8A09-A478AF893EE2}" presName="node" presStyleLbl="node1" presStyleIdx="4" presStyleCnt="5">
        <dgm:presLayoutVars>
          <dgm:bulletEnabled val="1"/>
        </dgm:presLayoutVars>
      </dgm:prSet>
      <dgm:spPr/>
    </dgm:pt>
    <dgm:pt modelId="{6745F996-396F-4607-B074-A9131601F267}" type="pres">
      <dgm:prSet presAssocID="{C8D8B641-412C-4F99-8A09-A478AF893EE2}" presName="dummy" presStyleCnt="0"/>
      <dgm:spPr/>
    </dgm:pt>
    <dgm:pt modelId="{1D3D78F7-0E25-41A6-A3E9-840BA7AFE878}" type="pres">
      <dgm:prSet presAssocID="{B362BEBD-44C1-4F82-BC9A-A7830FBF7C43}" presName="sibTrans" presStyleLbl="sibTrans2D1" presStyleIdx="4" presStyleCnt="5"/>
      <dgm:spPr/>
    </dgm:pt>
  </dgm:ptLst>
  <dgm:cxnLst>
    <dgm:cxn modelId="{A15AC516-E6C2-46F6-BE0B-BC354DF075AC}" type="presOf" srcId="{A5AC5485-017A-4789-8D29-FA37D0F82A4C}" destId="{B2BA910B-426B-48D9-AED4-6BA31D2B4B89}" srcOrd="0" destOrd="0" presId="urn:microsoft.com/office/officeart/2005/8/layout/radial6"/>
    <dgm:cxn modelId="{E0A8D81A-ACE2-4DC8-8261-A9213800695D}" srcId="{79C75475-BBA3-4B3E-858E-F3B3DF0B0782}" destId="{8BD5FE9F-09F9-4BBE-A1DE-016C02F77D7D}" srcOrd="2" destOrd="0" parTransId="{963B926B-B98B-42A9-A540-480294C3A842}" sibTransId="{DDAB7B73-3F08-44EC-9988-ADB0A3F24829}"/>
    <dgm:cxn modelId="{CAD4D433-8280-45ED-AF69-7A9A784132D5}" type="presOf" srcId="{54FEC3B6-D05D-438F-89C7-214CCA5F3F17}" destId="{4AA6FB3D-2256-44F8-B869-65CE615091D3}" srcOrd="0" destOrd="0" presId="urn:microsoft.com/office/officeart/2005/8/layout/radial6"/>
    <dgm:cxn modelId="{D84FE234-45C3-4249-B17D-FEC6F9A69E3F}" type="presOf" srcId="{2DEAF7CA-B48A-4F80-9D11-2251F60B7E01}" destId="{808A1BCC-E7DC-4DD9-88CF-3AED7E697CD4}" srcOrd="0" destOrd="0" presId="urn:microsoft.com/office/officeart/2005/8/layout/radial6"/>
    <dgm:cxn modelId="{963EE136-C2E7-4F4E-9BCA-E5F6AA4631FC}" type="presOf" srcId="{8C4003AF-5C9B-4554-ACD9-3128544158F2}" destId="{A4A9EE44-E179-4D74-9A02-0BEAC8DFA923}" srcOrd="0" destOrd="0" presId="urn:microsoft.com/office/officeart/2005/8/layout/radial6"/>
    <dgm:cxn modelId="{1F4EDD37-5580-46A9-A3EC-1EF9771150AC}" type="presOf" srcId="{79C75475-BBA3-4B3E-858E-F3B3DF0B0782}" destId="{CD22125E-0639-43AE-AE83-4BF07C6407D7}" srcOrd="0" destOrd="0" presId="urn:microsoft.com/office/officeart/2005/8/layout/radial6"/>
    <dgm:cxn modelId="{27D8653A-ED07-4302-9531-B6145DB2854E}" srcId="{79C75475-BBA3-4B3E-858E-F3B3DF0B0782}" destId="{7775B258-0A35-4376-8668-4882FF874F71}" srcOrd="1" destOrd="0" parTransId="{77EDFF10-AC2A-468A-8644-458EACA35A92}" sibTransId="{54FEC3B6-D05D-438F-89C7-214CCA5F3F17}"/>
    <dgm:cxn modelId="{003C3241-A077-45E6-9B4E-12DD473DF3EF}" type="presOf" srcId="{B362BEBD-44C1-4F82-BC9A-A7830FBF7C43}" destId="{1D3D78F7-0E25-41A6-A3E9-840BA7AFE878}" srcOrd="0" destOrd="0" presId="urn:microsoft.com/office/officeart/2005/8/layout/radial6"/>
    <dgm:cxn modelId="{45FC2A63-DF57-43E0-AD0E-32CA0BB60B27}" srcId="{2DEAF7CA-B48A-4F80-9D11-2251F60B7E01}" destId="{79C75475-BBA3-4B3E-858E-F3B3DF0B0782}" srcOrd="0" destOrd="0" parTransId="{E6C3DE64-CE40-4E51-8D59-76E65EA57111}" sibTransId="{96DF48F8-C9B1-4DEB-AD16-EB6E44286351}"/>
    <dgm:cxn modelId="{6B692568-618D-4BB3-ABF4-DCD219C44F57}" type="presOf" srcId="{7775B258-0A35-4376-8668-4882FF874F71}" destId="{6CC46121-0603-4170-B107-3946D36A5269}" srcOrd="0" destOrd="0" presId="urn:microsoft.com/office/officeart/2005/8/layout/radial6"/>
    <dgm:cxn modelId="{F5FDFB6D-6533-433A-98B8-6E77C56893FD}" type="presOf" srcId="{7AD82C14-3657-49D2-AD24-352AAA16150C}" destId="{64480964-36FA-41E2-8A99-0D9E8D6F5774}" srcOrd="0" destOrd="0" presId="urn:microsoft.com/office/officeart/2005/8/layout/radial6"/>
    <dgm:cxn modelId="{FFE8E194-4974-48B5-BFBA-61AF46CB6C4C}" srcId="{79C75475-BBA3-4B3E-858E-F3B3DF0B0782}" destId="{7AD82C14-3657-49D2-AD24-352AAA16150C}" srcOrd="3" destOrd="0" parTransId="{97B8C765-4F55-4225-A37F-101EEAE2A60D}" sibTransId="{EE43CCF2-D9D7-465A-B64B-E2C62A7FABFC}"/>
    <dgm:cxn modelId="{EA7D7B9F-357C-4624-9175-75C1C854FA4A}" srcId="{79C75475-BBA3-4B3E-858E-F3B3DF0B0782}" destId="{8C4003AF-5C9B-4554-ACD9-3128544158F2}" srcOrd="0" destOrd="0" parTransId="{9DB46BC6-D9CF-4337-A7BB-271BCD281B0D}" sibTransId="{A5AC5485-017A-4789-8D29-FA37D0F82A4C}"/>
    <dgm:cxn modelId="{977D0EA2-7D0A-4E56-BB81-BB7DA4E52D15}" type="presOf" srcId="{DDAB7B73-3F08-44EC-9988-ADB0A3F24829}" destId="{F2BC8873-1345-47FC-B4CF-45DEAB4A51A8}" srcOrd="0" destOrd="0" presId="urn:microsoft.com/office/officeart/2005/8/layout/radial6"/>
    <dgm:cxn modelId="{67ABCAAE-813F-4C42-8C4D-F8CECD7084D1}" type="presOf" srcId="{8BD5FE9F-09F9-4BBE-A1DE-016C02F77D7D}" destId="{69954671-532D-4136-9AED-25CE59F43CC8}" srcOrd="0" destOrd="0" presId="urn:microsoft.com/office/officeart/2005/8/layout/radial6"/>
    <dgm:cxn modelId="{BAC153B4-29C6-4F12-98FC-BD9B10621710}" srcId="{79C75475-BBA3-4B3E-858E-F3B3DF0B0782}" destId="{C8D8B641-412C-4F99-8A09-A478AF893EE2}" srcOrd="4" destOrd="0" parTransId="{883B81EA-A872-48A1-9D7B-561563BFE7D7}" sibTransId="{B362BEBD-44C1-4F82-BC9A-A7830FBF7C43}"/>
    <dgm:cxn modelId="{59F4E1E8-4B95-448C-B7CF-2DE261A57A37}" type="presOf" srcId="{EE43CCF2-D9D7-465A-B64B-E2C62A7FABFC}" destId="{0BE64167-1A2E-4740-B6AB-87FC0C69BB57}" srcOrd="0" destOrd="0" presId="urn:microsoft.com/office/officeart/2005/8/layout/radial6"/>
    <dgm:cxn modelId="{6F0D29EF-8B7A-4BD1-B682-294564271AE0}" type="presOf" srcId="{C8D8B641-412C-4F99-8A09-A478AF893EE2}" destId="{60DC5A0E-17DA-4B0B-BEC2-1E83D7101E81}" srcOrd="0" destOrd="0" presId="urn:microsoft.com/office/officeart/2005/8/layout/radial6"/>
    <dgm:cxn modelId="{A516F69B-B332-4300-9FC1-06EDAFF2D282}" type="presParOf" srcId="{808A1BCC-E7DC-4DD9-88CF-3AED7E697CD4}" destId="{CD22125E-0639-43AE-AE83-4BF07C6407D7}" srcOrd="0" destOrd="0" presId="urn:microsoft.com/office/officeart/2005/8/layout/radial6"/>
    <dgm:cxn modelId="{16560AF8-5935-4731-BDBD-5D00D88C3A01}" type="presParOf" srcId="{808A1BCC-E7DC-4DD9-88CF-3AED7E697CD4}" destId="{A4A9EE44-E179-4D74-9A02-0BEAC8DFA923}" srcOrd="1" destOrd="0" presId="urn:microsoft.com/office/officeart/2005/8/layout/radial6"/>
    <dgm:cxn modelId="{69920CA9-BAC4-49D6-9E3F-A8CEDE1DA94B}" type="presParOf" srcId="{808A1BCC-E7DC-4DD9-88CF-3AED7E697CD4}" destId="{2C1FA9E2-B5C9-4CE2-823D-4787393A1B71}" srcOrd="2" destOrd="0" presId="urn:microsoft.com/office/officeart/2005/8/layout/radial6"/>
    <dgm:cxn modelId="{D3DE306C-825D-4586-BB19-18FFE31FE46A}" type="presParOf" srcId="{808A1BCC-E7DC-4DD9-88CF-3AED7E697CD4}" destId="{B2BA910B-426B-48D9-AED4-6BA31D2B4B89}" srcOrd="3" destOrd="0" presId="urn:microsoft.com/office/officeart/2005/8/layout/radial6"/>
    <dgm:cxn modelId="{19025486-1220-45B5-8B82-04E3C224CE09}" type="presParOf" srcId="{808A1BCC-E7DC-4DD9-88CF-3AED7E697CD4}" destId="{6CC46121-0603-4170-B107-3946D36A5269}" srcOrd="4" destOrd="0" presId="urn:microsoft.com/office/officeart/2005/8/layout/radial6"/>
    <dgm:cxn modelId="{CEEFBE29-F84B-4790-BE9B-894D21008A20}" type="presParOf" srcId="{808A1BCC-E7DC-4DD9-88CF-3AED7E697CD4}" destId="{CF186BAA-D952-4736-B42F-58E1892DA816}" srcOrd="5" destOrd="0" presId="urn:microsoft.com/office/officeart/2005/8/layout/radial6"/>
    <dgm:cxn modelId="{30A01BC2-A53D-4645-8318-C7D40A28FC95}" type="presParOf" srcId="{808A1BCC-E7DC-4DD9-88CF-3AED7E697CD4}" destId="{4AA6FB3D-2256-44F8-B869-65CE615091D3}" srcOrd="6" destOrd="0" presId="urn:microsoft.com/office/officeart/2005/8/layout/radial6"/>
    <dgm:cxn modelId="{D8FF2D7F-D9F9-45DA-A42C-3F824B9D24CD}" type="presParOf" srcId="{808A1BCC-E7DC-4DD9-88CF-3AED7E697CD4}" destId="{69954671-532D-4136-9AED-25CE59F43CC8}" srcOrd="7" destOrd="0" presId="urn:microsoft.com/office/officeart/2005/8/layout/radial6"/>
    <dgm:cxn modelId="{A1ABCF1B-DA00-4AFE-BFC2-561CC5D0807F}" type="presParOf" srcId="{808A1BCC-E7DC-4DD9-88CF-3AED7E697CD4}" destId="{B07E65F2-2C58-4CC8-8913-35AABDE05964}" srcOrd="8" destOrd="0" presId="urn:microsoft.com/office/officeart/2005/8/layout/radial6"/>
    <dgm:cxn modelId="{09D82999-C0BD-4A6F-A266-787D1BA18B85}" type="presParOf" srcId="{808A1BCC-E7DC-4DD9-88CF-3AED7E697CD4}" destId="{F2BC8873-1345-47FC-B4CF-45DEAB4A51A8}" srcOrd="9" destOrd="0" presId="urn:microsoft.com/office/officeart/2005/8/layout/radial6"/>
    <dgm:cxn modelId="{05741DDA-AE6C-43A3-96F3-A556847D2051}" type="presParOf" srcId="{808A1BCC-E7DC-4DD9-88CF-3AED7E697CD4}" destId="{64480964-36FA-41E2-8A99-0D9E8D6F5774}" srcOrd="10" destOrd="0" presId="urn:microsoft.com/office/officeart/2005/8/layout/radial6"/>
    <dgm:cxn modelId="{6ED15CB8-79C5-4969-81C1-9A0AD2C7A04B}" type="presParOf" srcId="{808A1BCC-E7DC-4DD9-88CF-3AED7E697CD4}" destId="{C2D70E3E-74F4-400C-95AC-1DA5FE1F3C64}" srcOrd="11" destOrd="0" presId="urn:microsoft.com/office/officeart/2005/8/layout/radial6"/>
    <dgm:cxn modelId="{F1FD8ABE-0014-4612-9F86-586848D5BA05}" type="presParOf" srcId="{808A1BCC-E7DC-4DD9-88CF-3AED7E697CD4}" destId="{0BE64167-1A2E-4740-B6AB-87FC0C69BB57}" srcOrd="12" destOrd="0" presId="urn:microsoft.com/office/officeart/2005/8/layout/radial6"/>
    <dgm:cxn modelId="{7FFC29E5-3E57-4DD0-8362-590FE1D4FB0B}" type="presParOf" srcId="{808A1BCC-E7DC-4DD9-88CF-3AED7E697CD4}" destId="{60DC5A0E-17DA-4B0B-BEC2-1E83D7101E81}" srcOrd="13" destOrd="0" presId="urn:microsoft.com/office/officeart/2005/8/layout/radial6"/>
    <dgm:cxn modelId="{66D3B746-2766-4122-A53A-2FE3355EDCF4}" type="presParOf" srcId="{808A1BCC-E7DC-4DD9-88CF-3AED7E697CD4}" destId="{6745F996-396F-4607-B074-A9131601F267}" srcOrd="14" destOrd="0" presId="urn:microsoft.com/office/officeart/2005/8/layout/radial6"/>
    <dgm:cxn modelId="{3289BA02-11DB-4AFF-A36D-61EC5DAAAE80}" type="presParOf" srcId="{808A1BCC-E7DC-4DD9-88CF-3AED7E697CD4}" destId="{1D3D78F7-0E25-41A6-A3E9-840BA7AFE878}" srcOrd="15"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3D78F7-0E25-41A6-A3E9-840BA7AFE878}">
      <dsp:nvSpPr>
        <dsp:cNvPr id="0" name=""/>
        <dsp:cNvSpPr/>
      </dsp:nvSpPr>
      <dsp:spPr>
        <a:xfrm>
          <a:off x="1925706" y="691341"/>
          <a:ext cx="4611002" cy="4611002"/>
        </a:xfrm>
        <a:prstGeom prst="blockArc">
          <a:avLst>
            <a:gd name="adj1" fmla="val 11880000"/>
            <a:gd name="adj2" fmla="val 16200000"/>
            <a:gd name="adj3" fmla="val 4643"/>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sp>
    <dsp:sp modelId="{0BE64167-1A2E-4740-B6AB-87FC0C69BB57}">
      <dsp:nvSpPr>
        <dsp:cNvPr id="0" name=""/>
        <dsp:cNvSpPr/>
      </dsp:nvSpPr>
      <dsp:spPr>
        <a:xfrm>
          <a:off x="1925706" y="691341"/>
          <a:ext cx="4611002" cy="4611002"/>
        </a:xfrm>
        <a:prstGeom prst="blockArc">
          <a:avLst>
            <a:gd name="adj1" fmla="val 7560000"/>
            <a:gd name="adj2" fmla="val 11880000"/>
            <a:gd name="adj3" fmla="val 4643"/>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sp>
    <dsp:sp modelId="{F2BC8873-1345-47FC-B4CF-45DEAB4A51A8}">
      <dsp:nvSpPr>
        <dsp:cNvPr id="0" name=""/>
        <dsp:cNvSpPr/>
      </dsp:nvSpPr>
      <dsp:spPr>
        <a:xfrm>
          <a:off x="1925706" y="691341"/>
          <a:ext cx="4611002" cy="4611002"/>
        </a:xfrm>
        <a:prstGeom prst="blockArc">
          <a:avLst>
            <a:gd name="adj1" fmla="val 3240000"/>
            <a:gd name="adj2" fmla="val 7560000"/>
            <a:gd name="adj3" fmla="val 4643"/>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sp>
    <dsp:sp modelId="{4AA6FB3D-2256-44F8-B869-65CE615091D3}">
      <dsp:nvSpPr>
        <dsp:cNvPr id="0" name=""/>
        <dsp:cNvSpPr/>
      </dsp:nvSpPr>
      <dsp:spPr>
        <a:xfrm>
          <a:off x="1925706" y="691341"/>
          <a:ext cx="4611002" cy="4611002"/>
        </a:xfrm>
        <a:prstGeom prst="blockArc">
          <a:avLst>
            <a:gd name="adj1" fmla="val 20520000"/>
            <a:gd name="adj2" fmla="val 3240000"/>
            <a:gd name="adj3" fmla="val 4643"/>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sp>
    <dsp:sp modelId="{B2BA910B-426B-48D9-AED4-6BA31D2B4B89}">
      <dsp:nvSpPr>
        <dsp:cNvPr id="0" name=""/>
        <dsp:cNvSpPr/>
      </dsp:nvSpPr>
      <dsp:spPr>
        <a:xfrm>
          <a:off x="1925706" y="691341"/>
          <a:ext cx="4611002" cy="4611002"/>
        </a:xfrm>
        <a:prstGeom prst="blockArc">
          <a:avLst>
            <a:gd name="adj1" fmla="val 16200000"/>
            <a:gd name="adj2" fmla="val 20520000"/>
            <a:gd name="adj3" fmla="val 4643"/>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sp>
    <dsp:sp modelId="{CD22125E-0639-43AE-AE83-4BF07C6407D7}">
      <dsp:nvSpPr>
        <dsp:cNvPr id="0" name=""/>
        <dsp:cNvSpPr/>
      </dsp:nvSpPr>
      <dsp:spPr>
        <a:xfrm>
          <a:off x="3169273" y="1934909"/>
          <a:ext cx="2123867" cy="2123867"/>
        </a:xfrm>
        <a:prstGeom prst="ellipse">
          <a:avLst/>
        </a:prstGeom>
        <a:solidFill>
          <a:schemeClr val="accent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GB" sz="2900" kern="1200" dirty="0">
              <a:solidFill>
                <a:schemeClr val="tx1"/>
              </a:solidFill>
              <a:latin typeface="+mj-lt"/>
            </a:rPr>
            <a:t>DevOps</a:t>
          </a:r>
        </a:p>
      </dsp:txBody>
      <dsp:txXfrm>
        <a:off x="3480306" y="2245942"/>
        <a:ext cx="1501801" cy="1501801"/>
      </dsp:txXfrm>
    </dsp:sp>
    <dsp:sp modelId="{A4A9EE44-E179-4D74-9A02-0BEAC8DFA923}">
      <dsp:nvSpPr>
        <dsp:cNvPr id="0" name=""/>
        <dsp:cNvSpPr/>
      </dsp:nvSpPr>
      <dsp:spPr>
        <a:xfrm>
          <a:off x="3487853" y="1509"/>
          <a:ext cx="1486707" cy="1486707"/>
        </a:xfrm>
        <a:prstGeom prst="ellipse">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dirty="0">
              <a:latin typeface="+mj-lt"/>
            </a:rPr>
            <a:t>Plan</a:t>
          </a:r>
        </a:p>
      </dsp:txBody>
      <dsp:txXfrm>
        <a:off x="3705576" y="219232"/>
        <a:ext cx="1051261" cy="1051261"/>
      </dsp:txXfrm>
    </dsp:sp>
    <dsp:sp modelId="{6CC46121-0603-4170-B107-3946D36A5269}">
      <dsp:nvSpPr>
        <dsp:cNvPr id="0" name=""/>
        <dsp:cNvSpPr/>
      </dsp:nvSpPr>
      <dsp:spPr>
        <a:xfrm>
          <a:off x="5629613" y="1557589"/>
          <a:ext cx="1486707" cy="148670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dirty="0">
              <a:latin typeface="+mj-lt"/>
            </a:rPr>
            <a:t>Develop</a:t>
          </a:r>
        </a:p>
      </dsp:txBody>
      <dsp:txXfrm>
        <a:off x="5847336" y="1775312"/>
        <a:ext cx="1051261" cy="1051261"/>
      </dsp:txXfrm>
    </dsp:sp>
    <dsp:sp modelId="{69954671-532D-4136-9AED-25CE59F43CC8}">
      <dsp:nvSpPr>
        <dsp:cNvPr id="0" name=""/>
        <dsp:cNvSpPr/>
      </dsp:nvSpPr>
      <dsp:spPr>
        <a:xfrm>
          <a:off x="4811534" y="4075379"/>
          <a:ext cx="1486707" cy="148670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dirty="0">
              <a:latin typeface="+mj-lt"/>
            </a:rPr>
            <a:t>Build &amp; Release</a:t>
          </a:r>
        </a:p>
      </dsp:txBody>
      <dsp:txXfrm>
        <a:off x="5029257" y="4293102"/>
        <a:ext cx="1051261" cy="1051261"/>
      </dsp:txXfrm>
    </dsp:sp>
    <dsp:sp modelId="{64480964-36FA-41E2-8A99-0D9E8D6F5774}">
      <dsp:nvSpPr>
        <dsp:cNvPr id="0" name=""/>
        <dsp:cNvSpPr/>
      </dsp:nvSpPr>
      <dsp:spPr>
        <a:xfrm>
          <a:off x="2164173" y="4075379"/>
          <a:ext cx="1486707" cy="148670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dirty="0">
              <a:latin typeface="+mj-lt"/>
            </a:rPr>
            <a:t>Test</a:t>
          </a:r>
        </a:p>
      </dsp:txBody>
      <dsp:txXfrm>
        <a:off x="2381896" y="4293102"/>
        <a:ext cx="1051261" cy="1051261"/>
      </dsp:txXfrm>
    </dsp:sp>
    <dsp:sp modelId="{60DC5A0E-17DA-4B0B-BEC2-1E83D7101E81}">
      <dsp:nvSpPr>
        <dsp:cNvPr id="0" name=""/>
        <dsp:cNvSpPr/>
      </dsp:nvSpPr>
      <dsp:spPr>
        <a:xfrm>
          <a:off x="1346093" y="1557589"/>
          <a:ext cx="1486707" cy="148670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dirty="0">
              <a:latin typeface="+mj-lt"/>
            </a:rPr>
            <a:t>Operate</a:t>
          </a:r>
        </a:p>
      </dsp:txBody>
      <dsp:txXfrm>
        <a:off x="1563816" y="1775312"/>
        <a:ext cx="1051261" cy="1051261"/>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D94F0C-0140-4943-BDC7-E14B7DFA33E3}" type="datetimeFigureOut">
              <a:rPr lang="en-GB" smtClean="0"/>
              <a:t>24/04/2026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D61FD4-0D1B-46E1-9586-D34C965386CF}" type="slidenum">
              <a:rPr lang="en-GB" smtClean="0"/>
              <a:t>‹#›</a:t>
            </a:fld>
            <a:endParaRPr lang="en-GB"/>
          </a:p>
        </p:txBody>
      </p:sp>
    </p:spTree>
    <p:extLst>
      <p:ext uri="{BB962C8B-B14F-4D97-AF65-F5344CB8AC3E}">
        <p14:creationId xmlns:p14="http://schemas.microsoft.com/office/powerpoint/2010/main" val="3881144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FD61FD4-0D1B-46E1-9586-D34C965386CF}" type="slidenum">
              <a:rPr lang="en-GB" smtClean="0"/>
              <a:t>2</a:t>
            </a:fld>
            <a:endParaRPr lang="en-GB"/>
          </a:p>
        </p:txBody>
      </p:sp>
    </p:spTree>
    <p:extLst>
      <p:ext uri="{BB962C8B-B14F-4D97-AF65-F5344CB8AC3E}">
        <p14:creationId xmlns:p14="http://schemas.microsoft.com/office/powerpoint/2010/main" val="18645178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FD61FD4-0D1B-46E1-9586-D34C965386CF}" type="slidenum">
              <a:rPr lang="en-GB" smtClean="0"/>
              <a:t>4</a:t>
            </a:fld>
            <a:endParaRPr lang="en-GB"/>
          </a:p>
        </p:txBody>
      </p:sp>
    </p:spTree>
    <p:extLst>
      <p:ext uri="{BB962C8B-B14F-4D97-AF65-F5344CB8AC3E}">
        <p14:creationId xmlns:p14="http://schemas.microsoft.com/office/powerpoint/2010/main" val="24959820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FD61FD4-0D1B-46E1-9586-D34C965386CF}" type="slidenum">
              <a:rPr lang="en-GB" smtClean="0"/>
              <a:t>7</a:t>
            </a:fld>
            <a:endParaRPr lang="en-GB"/>
          </a:p>
        </p:txBody>
      </p:sp>
    </p:spTree>
    <p:extLst>
      <p:ext uri="{BB962C8B-B14F-4D97-AF65-F5344CB8AC3E}">
        <p14:creationId xmlns:p14="http://schemas.microsoft.com/office/powerpoint/2010/main" val="110732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https://marketplace.visualstudio.com/items?itemName=microsoft-IsvExpTools.PowerPlatform-BuildTools</a:t>
            </a:r>
          </a:p>
        </p:txBody>
      </p:sp>
      <p:sp>
        <p:nvSpPr>
          <p:cNvPr id="4" name="Slide Number Placeholder 3"/>
          <p:cNvSpPr>
            <a:spLocks noGrp="1"/>
          </p:cNvSpPr>
          <p:nvPr>
            <p:ph type="sldNum" sz="quarter" idx="5"/>
          </p:nvPr>
        </p:nvSpPr>
        <p:spPr/>
        <p:txBody>
          <a:bodyPr/>
          <a:lstStyle/>
          <a:p>
            <a:fld id="{DFD61FD4-0D1B-46E1-9586-D34C965386CF}" type="slidenum">
              <a:rPr lang="en-GB" smtClean="0"/>
              <a:t>31</a:t>
            </a:fld>
            <a:endParaRPr lang="en-GB"/>
          </a:p>
        </p:txBody>
      </p:sp>
    </p:spTree>
    <p:extLst>
      <p:ext uri="{BB962C8B-B14F-4D97-AF65-F5344CB8AC3E}">
        <p14:creationId xmlns:p14="http://schemas.microsoft.com/office/powerpoint/2010/main" val="11287753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FD61FD4-0D1B-46E1-9586-D34C965386CF}" type="slidenum">
              <a:rPr lang="en-GB" smtClean="0"/>
              <a:t>32</a:t>
            </a:fld>
            <a:endParaRPr lang="en-GB"/>
          </a:p>
        </p:txBody>
      </p:sp>
    </p:spTree>
    <p:extLst>
      <p:ext uri="{BB962C8B-B14F-4D97-AF65-F5344CB8AC3E}">
        <p14:creationId xmlns:p14="http://schemas.microsoft.com/office/powerpoint/2010/main" val="1614128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7180A0E2-9F33-446C-9717-BEE71AE601F7}"/>
              </a:ext>
            </a:extLst>
          </p:cNvPr>
          <p:cNvSpPr>
            <a:spLocks noGrp="1"/>
          </p:cNvSpPr>
          <p:nvPr>
            <p:ph type="ctrTitle"/>
          </p:nvPr>
        </p:nvSpPr>
        <p:spPr>
          <a:xfrm>
            <a:off x="3048000" y="1390286"/>
            <a:ext cx="9144000" cy="2387600"/>
          </a:xfrm>
        </p:spPr>
        <p:txBody>
          <a:bodyPr anchor="b"/>
          <a:lstStyle>
            <a:lvl1pPr algn="ctr">
              <a:defRPr sz="6000">
                <a:solidFill>
                  <a:schemeClr val="tx2"/>
                </a:solidFill>
              </a:defRPr>
            </a:lvl1pPr>
          </a:lstStyle>
          <a:p>
            <a:r>
              <a:rPr lang="en-US" dirty="0"/>
              <a:t>Click to edit Master title style</a:t>
            </a:r>
            <a:endParaRPr lang="en-GB" dirty="0"/>
          </a:p>
        </p:txBody>
      </p:sp>
      <p:sp>
        <p:nvSpPr>
          <p:cNvPr id="28" name="Subtitle 2">
            <a:extLst>
              <a:ext uri="{FF2B5EF4-FFF2-40B4-BE49-F238E27FC236}">
                <a16:creationId xmlns:a16="http://schemas.microsoft.com/office/drawing/2014/main" id="{BA23C081-1676-455A-89D6-83CC54D87262}"/>
              </a:ext>
            </a:extLst>
          </p:cNvPr>
          <p:cNvSpPr>
            <a:spLocks noGrp="1"/>
          </p:cNvSpPr>
          <p:nvPr>
            <p:ph type="subTitle" idx="1"/>
          </p:nvPr>
        </p:nvSpPr>
        <p:spPr>
          <a:xfrm>
            <a:off x="3047999" y="3777886"/>
            <a:ext cx="9144000" cy="1655762"/>
          </a:xfrm>
        </p:spPr>
        <p:txBody>
          <a:bodyPr/>
          <a:lstStyle>
            <a:lvl1pPr marL="0" indent="0" algn="ctr">
              <a:buNone/>
              <a:defRPr sz="24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29" name="Rectangle 28">
            <a:extLst>
              <a:ext uri="{FF2B5EF4-FFF2-40B4-BE49-F238E27FC236}">
                <a16:creationId xmlns:a16="http://schemas.microsoft.com/office/drawing/2014/main" id="{31B50E79-9D5C-414E-8ABC-3C68D90239F2}"/>
              </a:ext>
            </a:extLst>
          </p:cNvPr>
          <p:cNvSpPr/>
          <p:nvPr userDrawn="1"/>
        </p:nvSpPr>
        <p:spPr>
          <a:xfrm>
            <a:off x="1" y="1"/>
            <a:ext cx="136477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ight Triangle 29">
            <a:extLst>
              <a:ext uri="{FF2B5EF4-FFF2-40B4-BE49-F238E27FC236}">
                <a16:creationId xmlns:a16="http://schemas.microsoft.com/office/drawing/2014/main" id="{F9CE60D6-C19D-45EA-B592-41EDBAD085D8}"/>
              </a:ext>
            </a:extLst>
          </p:cNvPr>
          <p:cNvSpPr/>
          <p:nvPr userDrawn="1"/>
        </p:nvSpPr>
        <p:spPr>
          <a:xfrm flipV="1">
            <a:off x="1364777" y="-3"/>
            <a:ext cx="2051713" cy="6857999"/>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1" name="Picture 30">
            <a:extLst>
              <a:ext uri="{FF2B5EF4-FFF2-40B4-BE49-F238E27FC236}">
                <a16:creationId xmlns:a16="http://schemas.microsoft.com/office/drawing/2014/main" id="{09C3E278-DE91-420A-92BF-F8862359CA0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00084"/>
            <a:ext cx="788800" cy="631040"/>
          </a:xfrm>
          <a:prstGeom prst="rect">
            <a:avLst/>
          </a:prstGeom>
        </p:spPr>
      </p:pic>
      <p:pic>
        <p:nvPicPr>
          <p:cNvPr id="32" name="Picture 31">
            <a:extLst>
              <a:ext uri="{FF2B5EF4-FFF2-40B4-BE49-F238E27FC236}">
                <a16:creationId xmlns:a16="http://schemas.microsoft.com/office/drawing/2014/main" id="{FE5BE7A6-5699-4E3E-BF42-B71FC8AD272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78008" y="133433"/>
            <a:ext cx="2269991" cy="564342"/>
          </a:xfrm>
          <a:prstGeom prst="rect">
            <a:avLst/>
          </a:prstGeom>
        </p:spPr>
      </p:pic>
    </p:spTree>
    <p:extLst>
      <p:ext uri="{BB962C8B-B14F-4D97-AF65-F5344CB8AC3E}">
        <p14:creationId xmlns:p14="http://schemas.microsoft.com/office/powerpoint/2010/main" val="1363904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5017836-04A4-44B7-AAFD-A77BDC8EF1ED}"/>
              </a:ext>
            </a:extLst>
          </p:cNvPr>
          <p:cNvSpPr/>
          <p:nvPr userDrawn="1"/>
        </p:nvSpPr>
        <p:spPr>
          <a:xfrm>
            <a:off x="0" y="6446292"/>
            <a:ext cx="12192000" cy="41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1A764CCD-A001-4C14-9D96-A95DD6870416}"/>
              </a:ext>
            </a:extLst>
          </p:cNvPr>
          <p:cNvSpPr>
            <a:spLocks noGrp="1"/>
          </p:cNvSpPr>
          <p:nvPr>
            <p:ph type="title"/>
          </p:nvPr>
        </p:nvSpPr>
        <p:spPr>
          <a:xfrm>
            <a:off x="254758" y="-1"/>
            <a:ext cx="11655188" cy="887105"/>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D736CFA-C84D-4506-B046-AFA0BE172BCC}"/>
              </a:ext>
            </a:extLst>
          </p:cNvPr>
          <p:cNvSpPr>
            <a:spLocks noGrp="1"/>
          </p:cNvSpPr>
          <p:nvPr>
            <p:ph idx="1"/>
          </p:nvPr>
        </p:nvSpPr>
        <p:spPr>
          <a:xfrm>
            <a:off x="254758" y="1110018"/>
            <a:ext cx="11655187" cy="52316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Picture 7">
            <a:extLst>
              <a:ext uri="{FF2B5EF4-FFF2-40B4-BE49-F238E27FC236}">
                <a16:creationId xmlns:a16="http://schemas.microsoft.com/office/drawing/2014/main" id="{7254A361-E3BA-443B-972B-94915A7496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504" y="6496763"/>
            <a:ext cx="391321" cy="313057"/>
          </a:xfrm>
          <a:prstGeom prst="rect">
            <a:avLst/>
          </a:prstGeom>
        </p:spPr>
      </p:pic>
      <p:pic>
        <p:nvPicPr>
          <p:cNvPr id="9" name="Picture 8">
            <a:extLst>
              <a:ext uri="{FF2B5EF4-FFF2-40B4-BE49-F238E27FC236}">
                <a16:creationId xmlns:a16="http://schemas.microsoft.com/office/drawing/2014/main" id="{EBFE8771-4E47-439E-85A0-E2CCB21C028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0329" y="6477422"/>
            <a:ext cx="1414818" cy="351738"/>
          </a:xfrm>
          <a:prstGeom prst="rect">
            <a:avLst/>
          </a:prstGeom>
        </p:spPr>
      </p:pic>
      <p:sp>
        <p:nvSpPr>
          <p:cNvPr id="4" name="TextBox 3">
            <a:extLst>
              <a:ext uri="{FF2B5EF4-FFF2-40B4-BE49-F238E27FC236}">
                <a16:creationId xmlns:a16="http://schemas.microsoft.com/office/drawing/2014/main" id="{F103532D-27F9-1BA6-7340-9BBB16F4039B}"/>
              </a:ext>
            </a:extLst>
          </p:cNvPr>
          <p:cNvSpPr txBox="1"/>
          <p:nvPr userDrawn="1"/>
        </p:nvSpPr>
        <p:spPr>
          <a:xfrm>
            <a:off x="10570817" y="6496763"/>
            <a:ext cx="1470211" cy="276999"/>
          </a:xfrm>
          <a:prstGeom prst="rect">
            <a:avLst/>
          </a:prstGeom>
          <a:noFill/>
        </p:spPr>
        <p:txBody>
          <a:bodyPr wrap="none" rtlCol="0">
            <a:spAutoFit/>
          </a:bodyPr>
          <a:lstStyle/>
          <a:p>
            <a:r>
              <a:rPr lang="en-GB" sz="1200" dirty="0">
                <a:solidFill>
                  <a:schemeClr val="bg1"/>
                </a:solidFill>
              </a:rPr>
              <a:t>Do not redistribute</a:t>
            </a:r>
            <a:endParaRPr lang="en-US" sz="1200" dirty="0">
              <a:solidFill>
                <a:schemeClr val="bg1"/>
              </a:solidFill>
            </a:endParaRPr>
          </a:p>
        </p:txBody>
      </p:sp>
    </p:spTree>
    <p:extLst>
      <p:ext uri="{BB962C8B-B14F-4D97-AF65-F5344CB8AC3E}">
        <p14:creationId xmlns:p14="http://schemas.microsoft.com/office/powerpoint/2010/main" val="455575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5017836-04A4-44B7-AAFD-A77BDC8EF1ED}"/>
              </a:ext>
            </a:extLst>
          </p:cNvPr>
          <p:cNvSpPr/>
          <p:nvPr userDrawn="1"/>
        </p:nvSpPr>
        <p:spPr>
          <a:xfrm>
            <a:off x="0" y="6446292"/>
            <a:ext cx="12192000" cy="41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9D736CFA-C84D-4506-B046-AFA0BE172BCC}"/>
              </a:ext>
            </a:extLst>
          </p:cNvPr>
          <p:cNvSpPr>
            <a:spLocks noGrp="1"/>
          </p:cNvSpPr>
          <p:nvPr>
            <p:ph idx="1"/>
          </p:nvPr>
        </p:nvSpPr>
        <p:spPr>
          <a:xfrm>
            <a:off x="254758" y="107344"/>
            <a:ext cx="11655187" cy="6234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Picture 7">
            <a:extLst>
              <a:ext uri="{FF2B5EF4-FFF2-40B4-BE49-F238E27FC236}">
                <a16:creationId xmlns:a16="http://schemas.microsoft.com/office/drawing/2014/main" id="{7254A361-E3BA-443B-972B-94915A7496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504" y="6496763"/>
            <a:ext cx="391321" cy="313057"/>
          </a:xfrm>
          <a:prstGeom prst="rect">
            <a:avLst/>
          </a:prstGeom>
        </p:spPr>
      </p:pic>
      <p:pic>
        <p:nvPicPr>
          <p:cNvPr id="9" name="Picture 8">
            <a:extLst>
              <a:ext uri="{FF2B5EF4-FFF2-40B4-BE49-F238E27FC236}">
                <a16:creationId xmlns:a16="http://schemas.microsoft.com/office/drawing/2014/main" id="{EBFE8771-4E47-439E-85A0-E2CCB21C028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0329" y="6477422"/>
            <a:ext cx="1414818" cy="351738"/>
          </a:xfrm>
          <a:prstGeom prst="rect">
            <a:avLst/>
          </a:prstGeom>
        </p:spPr>
      </p:pic>
    </p:spTree>
    <p:extLst>
      <p:ext uri="{BB962C8B-B14F-4D97-AF65-F5344CB8AC3E}">
        <p14:creationId xmlns:p14="http://schemas.microsoft.com/office/powerpoint/2010/main" val="1015111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B79DE-0339-48EF-AE84-601D1CE1A1E8}"/>
              </a:ext>
            </a:extLst>
          </p:cNvPr>
          <p:cNvSpPr>
            <a:spLocks noGrp="1"/>
          </p:cNvSpPr>
          <p:nvPr>
            <p:ph type="title"/>
          </p:nvPr>
        </p:nvSpPr>
        <p:spPr>
          <a:xfrm>
            <a:off x="831850" y="1709738"/>
            <a:ext cx="10515600" cy="2852737"/>
          </a:xfrm>
        </p:spPr>
        <p:txBody>
          <a:bodyPr anchor="b"/>
          <a:lstStyle>
            <a:lvl1pPr algn="ctr">
              <a:defRPr sz="6000">
                <a:solidFill>
                  <a:schemeClr val="bg2"/>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6CDE031-91EE-41AD-82DB-A76C2397B568}"/>
              </a:ext>
            </a:extLst>
          </p:cNvPr>
          <p:cNvSpPr>
            <a:spLocks noGrp="1"/>
          </p:cNvSpPr>
          <p:nvPr>
            <p:ph type="body" idx="1"/>
          </p:nvPr>
        </p:nvSpPr>
        <p:spPr>
          <a:xfrm>
            <a:off x="831850" y="4589463"/>
            <a:ext cx="10515600" cy="1500187"/>
          </a:xfrm>
        </p:spPr>
        <p:txBody>
          <a:bodyPr/>
          <a:lstStyle>
            <a:lvl1pPr marL="0" indent="0" algn="ctr">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Rectangle 6">
            <a:extLst>
              <a:ext uri="{FF2B5EF4-FFF2-40B4-BE49-F238E27FC236}">
                <a16:creationId xmlns:a16="http://schemas.microsoft.com/office/drawing/2014/main" id="{ABF4E753-70D2-4D62-81C8-7C6022265BE7}"/>
              </a:ext>
            </a:extLst>
          </p:cNvPr>
          <p:cNvSpPr/>
          <p:nvPr userDrawn="1"/>
        </p:nvSpPr>
        <p:spPr>
          <a:xfrm>
            <a:off x="0" y="6446292"/>
            <a:ext cx="12192000" cy="41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a:extLst>
              <a:ext uri="{FF2B5EF4-FFF2-40B4-BE49-F238E27FC236}">
                <a16:creationId xmlns:a16="http://schemas.microsoft.com/office/drawing/2014/main" id="{5EB8FE23-3F63-40C6-8D70-62F6DA17E4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504" y="6496763"/>
            <a:ext cx="391321" cy="313057"/>
          </a:xfrm>
          <a:prstGeom prst="rect">
            <a:avLst/>
          </a:prstGeom>
        </p:spPr>
      </p:pic>
      <p:pic>
        <p:nvPicPr>
          <p:cNvPr id="9" name="Picture 8">
            <a:extLst>
              <a:ext uri="{FF2B5EF4-FFF2-40B4-BE49-F238E27FC236}">
                <a16:creationId xmlns:a16="http://schemas.microsoft.com/office/drawing/2014/main" id="{5BDC6D4A-03EA-4296-AF8E-10A40D8D9E8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0329" y="6477422"/>
            <a:ext cx="1414818" cy="351738"/>
          </a:xfrm>
          <a:prstGeom prst="rect">
            <a:avLst/>
          </a:prstGeom>
        </p:spPr>
      </p:pic>
    </p:spTree>
    <p:extLst>
      <p:ext uri="{BB962C8B-B14F-4D97-AF65-F5344CB8AC3E}">
        <p14:creationId xmlns:p14="http://schemas.microsoft.com/office/powerpoint/2010/main" val="1998695809"/>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6D26A-A41F-4776-B582-59DC892F160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E4FE12F-62FE-4C13-A221-932E23F0E6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B327D27-03A9-4AA9-BB9C-4F9BE6C0F6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270934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8FCDB-D6BF-45F3-BB43-DDDA58DA542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79C5C67-1A6C-4042-A134-11C3C2B302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20EE0E-933F-459F-9DE1-4A1614B968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B779D67-518C-4D15-A72C-15A09AD673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BD6F6E-1D19-48F8-822C-D4E385CC76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5859099-BCD9-4776-9333-B43FCA71F672}"/>
              </a:ext>
            </a:extLst>
          </p:cNvPr>
          <p:cNvSpPr>
            <a:spLocks noGrp="1"/>
          </p:cNvSpPr>
          <p:nvPr>
            <p:ph type="dt" sz="half" idx="10"/>
          </p:nvPr>
        </p:nvSpPr>
        <p:spPr>
          <a:xfrm>
            <a:off x="838200" y="6356350"/>
            <a:ext cx="2743200" cy="365125"/>
          </a:xfrm>
          <a:prstGeom prst="rect">
            <a:avLst/>
          </a:prstGeom>
        </p:spPr>
        <p:txBody>
          <a:bodyPr/>
          <a:lstStyle/>
          <a:p>
            <a:fld id="{33031477-93FF-423B-B360-5C5FD20D6824}" type="datetimeFigureOut">
              <a:rPr lang="en-GB" smtClean="0"/>
              <a:t>24/04/2026</a:t>
            </a:fld>
            <a:endParaRPr lang="en-GB"/>
          </a:p>
        </p:txBody>
      </p:sp>
      <p:sp>
        <p:nvSpPr>
          <p:cNvPr id="8" name="Footer Placeholder 7">
            <a:extLst>
              <a:ext uri="{FF2B5EF4-FFF2-40B4-BE49-F238E27FC236}">
                <a16:creationId xmlns:a16="http://schemas.microsoft.com/office/drawing/2014/main" id="{0EEE5063-533E-4273-ADC0-56963F27CFAE}"/>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FC007CA8-9A20-4C45-BCB6-F53D14F58202}"/>
              </a:ext>
            </a:extLst>
          </p:cNvPr>
          <p:cNvSpPr>
            <a:spLocks noGrp="1"/>
          </p:cNvSpPr>
          <p:nvPr>
            <p:ph type="sldNum" sz="quarter" idx="12"/>
          </p:nvPr>
        </p:nvSpPr>
        <p:spPr>
          <a:xfrm>
            <a:off x="8610600" y="6356350"/>
            <a:ext cx="2743200" cy="365125"/>
          </a:xfrm>
          <a:prstGeom prst="rect">
            <a:avLst/>
          </a:prstGeom>
        </p:spPr>
        <p:txBody>
          <a:bodyPr/>
          <a:lstStyle/>
          <a:p>
            <a:fld id="{80C0D8B6-082B-47F0-82D3-83CE9994D553}" type="slidenum">
              <a:rPr lang="en-GB" smtClean="0"/>
              <a:t>‹#›</a:t>
            </a:fld>
            <a:endParaRPr lang="en-GB"/>
          </a:p>
        </p:txBody>
      </p:sp>
    </p:spTree>
    <p:extLst>
      <p:ext uri="{BB962C8B-B14F-4D97-AF65-F5344CB8AC3E}">
        <p14:creationId xmlns:p14="http://schemas.microsoft.com/office/powerpoint/2010/main" val="457601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F75A5-B6C4-4D16-9DCA-532C4498174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C6E8D55-7E05-49D7-9FBF-EA7364492659}"/>
              </a:ext>
            </a:extLst>
          </p:cNvPr>
          <p:cNvSpPr>
            <a:spLocks noGrp="1"/>
          </p:cNvSpPr>
          <p:nvPr>
            <p:ph type="dt" sz="half" idx="10"/>
          </p:nvPr>
        </p:nvSpPr>
        <p:spPr>
          <a:xfrm>
            <a:off x="838200" y="6356350"/>
            <a:ext cx="2743200" cy="365125"/>
          </a:xfrm>
          <a:prstGeom prst="rect">
            <a:avLst/>
          </a:prstGeom>
        </p:spPr>
        <p:txBody>
          <a:bodyPr/>
          <a:lstStyle/>
          <a:p>
            <a:fld id="{33031477-93FF-423B-B360-5C5FD20D6824}" type="datetimeFigureOut">
              <a:rPr lang="en-GB" smtClean="0"/>
              <a:t>24/04/2026</a:t>
            </a:fld>
            <a:endParaRPr lang="en-GB"/>
          </a:p>
        </p:txBody>
      </p:sp>
      <p:sp>
        <p:nvSpPr>
          <p:cNvPr id="4" name="Footer Placeholder 3">
            <a:extLst>
              <a:ext uri="{FF2B5EF4-FFF2-40B4-BE49-F238E27FC236}">
                <a16:creationId xmlns:a16="http://schemas.microsoft.com/office/drawing/2014/main" id="{83EBAABC-1406-4E33-8A9A-8A869B86DEBB}"/>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8229FCF7-C234-4F4C-9103-4FFA0600FFE0}"/>
              </a:ext>
            </a:extLst>
          </p:cNvPr>
          <p:cNvSpPr>
            <a:spLocks noGrp="1"/>
          </p:cNvSpPr>
          <p:nvPr>
            <p:ph type="sldNum" sz="quarter" idx="12"/>
          </p:nvPr>
        </p:nvSpPr>
        <p:spPr>
          <a:xfrm>
            <a:off x="8610600" y="6356350"/>
            <a:ext cx="2743200" cy="365125"/>
          </a:xfrm>
          <a:prstGeom prst="rect">
            <a:avLst/>
          </a:prstGeom>
        </p:spPr>
        <p:txBody>
          <a:bodyPr/>
          <a:lstStyle/>
          <a:p>
            <a:fld id="{80C0D8B6-082B-47F0-82D3-83CE9994D553}" type="slidenum">
              <a:rPr lang="en-GB" smtClean="0"/>
              <a:t>‹#›</a:t>
            </a:fld>
            <a:endParaRPr lang="en-GB"/>
          </a:p>
        </p:txBody>
      </p:sp>
    </p:spTree>
    <p:extLst>
      <p:ext uri="{BB962C8B-B14F-4D97-AF65-F5344CB8AC3E}">
        <p14:creationId xmlns:p14="http://schemas.microsoft.com/office/powerpoint/2010/main" val="1191403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347C44-57AA-4B35-B1AC-5409EB78FC52}"/>
              </a:ext>
            </a:extLst>
          </p:cNvPr>
          <p:cNvSpPr>
            <a:spLocks noGrp="1"/>
          </p:cNvSpPr>
          <p:nvPr>
            <p:ph type="dt" sz="half" idx="10"/>
          </p:nvPr>
        </p:nvSpPr>
        <p:spPr>
          <a:xfrm>
            <a:off x="838200" y="6356350"/>
            <a:ext cx="2743200" cy="365125"/>
          </a:xfrm>
          <a:prstGeom prst="rect">
            <a:avLst/>
          </a:prstGeom>
        </p:spPr>
        <p:txBody>
          <a:bodyPr/>
          <a:lstStyle/>
          <a:p>
            <a:fld id="{33031477-93FF-423B-B360-5C5FD20D6824}" type="datetimeFigureOut">
              <a:rPr lang="en-GB" smtClean="0"/>
              <a:t>24/04/2026</a:t>
            </a:fld>
            <a:endParaRPr lang="en-GB"/>
          </a:p>
        </p:txBody>
      </p:sp>
      <p:sp>
        <p:nvSpPr>
          <p:cNvPr id="3" name="Footer Placeholder 2">
            <a:extLst>
              <a:ext uri="{FF2B5EF4-FFF2-40B4-BE49-F238E27FC236}">
                <a16:creationId xmlns:a16="http://schemas.microsoft.com/office/drawing/2014/main" id="{DE756AF7-FADE-437A-BF6C-2E7352CE4F5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84CCDC0D-3D65-4316-A5B6-82EFDD787B16}"/>
              </a:ext>
            </a:extLst>
          </p:cNvPr>
          <p:cNvSpPr>
            <a:spLocks noGrp="1"/>
          </p:cNvSpPr>
          <p:nvPr>
            <p:ph type="sldNum" sz="quarter" idx="12"/>
          </p:nvPr>
        </p:nvSpPr>
        <p:spPr>
          <a:xfrm>
            <a:off x="8610600" y="6356350"/>
            <a:ext cx="2743200" cy="365125"/>
          </a:xfrm>
          <a:prstGeom prst="rect">
            <a:avLst/>
          </a:prstGeom>
        </p:spPr>
        <p:txBody>
          <a:bodyPr/>
          <a:lstStyle/>
          <a:p>
            <a:fld id="{80C0D8B6-082B-47F0-82D3-83CE9994D553}" type="slidenum">
              <a:rPr lang="en-GB" smtClean="0"/>
              <a:t>‹#›</a:t>
            </a:fld>
            <a:endParaRPr lang="en-GB"/>
          </a:p>
        </p:txBody>
      </p:sp>
    </p:spTree>
    <p:extLst>
      <p:ext uri="{BB962C8B-B14F-4D97-AF65-F5344CB8AC3E}">
        <p14:creationId xmlns:p14="http://schemas.microsoft.com/office/powerpoint/2010/main" val="1283119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860E8-48C2-4827-8E45-A5CE1ADFB1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83D42AEB-1369-4BDA-807C-012D5EB7B9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27694F6-C635-472F-B712-A4E836C7DD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739ED4-E9DF-4C5D-8853-67A61A7F4E13}"/>
              </a:ext>
            </a:extLst>
          </p:cNvPr>
          <p:cNvSpPr>
            <a:spLocks noGrp="1"/>
          </p:cNvSpPr>
          <p:nvPr>
            <p:ph type="dt" sz="half" idx="10"/>
          </p:nvPr>
        </p:nvSpPr>
        <p:spPr>
          <a:xfrm>
            <a:off x="838200" y="6356350"/>
            <a:ext cx="2743200" cy="365125"/>
          </a:xfrm>
          <a:prstGeom prst="rect">
            <a:avLst/>
          </a:prstGeom>
        </p:spPr>
        <p:txBody>
          <a:bodyPr/>
          <a:lstStyle/>
          <a:p>
            <a:fld id="{33031477-93FF-423B-B360-5C5FD20D6824}" type="datetimeFigureOut">
              <a:rPr lang="en-GB" smtClean="0"/>
              <a:t>24/04/2026</a:t>
            </a:fld>
            <a:endParaRPr lang="en-GB"/>
          </a:p>
        </p:txBody>
      </p:sp>
      <p:sp>
        <p:nvSpPr>
          <p:cNvPr id="6" name="Footer Placeholder 5">
            <a:extLst>
              <a:ext uri="{FF2B5EF4-FFF2-40B4-BE49-F238E27FC236}">
                <a16:creationId xmlns:a16="http://schemas.microsoft.com/office/drawing/2014/main" id="{5EFA5FE8-6DAB-45F3-94DE-7DB09D6122E4}"/>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F150790A-ECDD-4833-B755-D7F4589267CA}"/>
              </a:ext>
            </a:extLst>
          </p:cNvPr>
          <p:cNvSpPr>
            <a:spLocks noGrp="1"/>
          </p:cNvSpPr>
          <p:nvPr>
            <p:ph type="sldNum" sz="quarter" idx="12"/>
          </p:nvPr>
        </p:nvSpPr>
        <p:spPr>
          <a:xfrm>
            <a:off x="8610600" y="6356350"/>
            <a:ext cx="2743200" cy="365125"/>
          </a:xfrm>
          <a:prstGeom prst="rect">
            <a:avLst/>
          </a:prstGeom>
        </p:spPr>
        <p:txBody>
          <a:bodyPr/>
          <a:lstStyle/>
          <a:p>
            <a:fld id="{80C0D8B6-082B-47F0-82D3-83CE9994D553}" type="slidenum">
              <a:rPr lang="en-GB" smtClean="0"/>
              <a:t>‹#›</a:t>
            </a:fld>
            <a:endParaRPr lang="en-GB"/>
          </a:p>
        </p:txBody>
      </p:sp>
    </p:spTree>
    <p:extLst>
      <p:ext uri="{BB962C8B-B14F-4D97-AF65-F5344CB8AC3E}">
        <p14:creationId xmlns:p14="http://schemas.microsoft.com/office/powerpoint/2010/main" val="356422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CDBAE-A9A4-4880-8521-4E77D50E7F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914DF36-E2F1-4C22-B219-A712E8D334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7F8188A-C619-4D93-A11E-DE8F61917C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115455-1402-476D-9FEA-3926BC796FE7}"/>
              </a:ext>
            </a:extLst>
          </p:cNvPr>
          <p:cNvSpPr>
            <a:spLocks noGrp="1"/>
          </p:cNvSpPr>
          <p:nvPr>
            <p:ph type="dt" sz="half" idx="10"/>
          </p:nvPr>
        </p:nvSpPr>
        <p:spPr>
          <a:xfrm>
            <a:off x="838200" y="6356350"/>
            <a:ext cx="2743200" cy="365125"/>
          </a:xfrm>
          <a:prstGeom prst="rect">
            <a:avLst/>
          </a:prstGeom>
        </p:spPr>
        <p:txBody>
          <a:bodyPr/>
          <a:lstStyle/>
          <a:p>
            <a:fld id="{33031477-93FF-423B-B360-5C5FD20D6824}" type="datetimeFigureOut">
              <a:rPr lang="en-GB" smtClean="0"/>
              <a:t>24/04/2026</a:t>
            </a:fld>
            <a:endParaRPr lang="en-GB"/>
          </a:p>
        </p:txBody>
      </p:sp>
      <p:sp>
        <p:nvSpPr>
          <p:cNvPr id="6" name="Footer Placeholder 5">
            <a:extLst>
              <a:ext uri="{FF2B5EF4-FFF2-40B4-BE49-F238E27FC236}">
                <a16:creationId xmlns:a16="http://schemas.microsoft.com/office/drawing/2014/main" id="{8AD7CD4A-7596-4D14-A664-98DB8BC8B26D}"/>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F94B60F7-5EEC-435B-960A-3784BBCADBA7}"/>
              </a:ext>
            </a:extLst>
          </p:cNvPr>
          <p:cNvSpPr>
            <a:spLocks noGrp="1"/>
          </p:cNvSpPr>
          <p:nvPr>
            <p:ph type="sldNum" sz="quarter" idx="12"/>
          </p:nvPr>
        </p:nvSpPr>
        <p:spPr>
          <a:xfrm>
            <a:off x="8610600" y="6356350"/>
            <a:ext cx="2743200" cy="365125"/>
          </a:xfrm>
          <a:prstGeom prst="rect">
            <a:avLst/>
          </a:prstGeom>
        </p:spPr>
        <p:txBody>
          <a:bodyPr/>
          <a:lstStyle/>
          <a:p>
            <a:fld id="{80C0D8B6-082B-47F0-82D3-83CE9994D553}" type="slidenum">
              <a:rPr lang="en-GB" smtClean="0"/>
              <a:t>‹#›</a:t>
            </a:fld>
            <a:endParaRPr lang="en-GB"/>
          </a:p>
        </p:txBody>
      </p:sp>
    </p:spTree>
    <p:extLst>
      <p:ext uri="{BB962C8B-B14F-4D97-AF65-F5344CB8AC3E}">
        <p14:creationId xmlns:p14="http://schemas.microsoft.com/office/powerpoint/2010/main" val="3225073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4A906-B19E-4983-831B-5E702583A3E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83AEE3F-C16C-4DF7-8FA6-D477862385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AD38C09-6D96-4D09-94DF-EA35B4ED828E}"/>
              </a:ext>
            </a:extLst>
          </p:cNvPr>
          <p:cNvSpPr>
            <a:spLocks noGrp="1"/>
          </p:cNvSpPr>
          <p:nvPr>
            <p:ph type="dt" sz="half" idx="10"/>
          </p:nvPr>
        </p:nvSpPr>
        <p:spPr>
          <a:xfrm>
            <a:off x="838200" y="6356350"/>
            <a:ext cx="2743200" cy="365125"/>
          </a:xfrm>
          <a:prstGeom prst="rect">
            <a:avLst/>
          </a:prstGeom>
        </p:spPr>
        <p:txBody>
          <a:bodyPr/>
          <a:lstStyle/>
          <a:p>
            <a:fld id="{33031477-93FF-423B-B360-5C5FD20D6824}" type="datetimeFigureOut">
              <a:rPr lang="en-GB" smtClean="0"/>
              <a:t>24/04/2026</a:t>
            </a:fld>
            <a:endParaRPr lang="en-GB"/>
          </a:p>
        </p:txBody>
      </p:sp>
      <p:sp>
        <p:nvSpPr>
          <p:cNvPr id="5" name="Footer Placeholder 4">
            <a:extLst>
              <a:ext uri="{FF2B5EF4-FFF2-40B4-BE49-F238E27FC236}">
                <a16:creationId xmlns:a16="http://schemas.microsoft.com/office/drawing/2014/main" id="{61647563-14BC-4991-A48D-AF1C5B90990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F7D4614D-12DB-4167-90A0-EFAE8F01A9F3}"/>
              </a:ext>
            </a:extLst>
          </p:cNvPr>
          <p:cNvSpPr>
            <a:spLocks noGrp="1"/>
          </p:cNvSpPr>
          <p:nvPr>
            <p:ph type="sldNum" sz="quarter" idx="12"/>
          </p:nvPr>
        </p:nvSpPr>
        <p:spPr>
          <a:xfrm>
            <a:off x="8610600" y="6356350"/>
            <a:ext cx="2743200" cy="365125"/>
          </a:xfrm>
          <a:prstGeom prst="rect">
            <a:avLst/>
          </a:prstGeom>
        </p:spPr>
        <p:txBody>
          <a:bodyPr/>
          <a:lstStyle/>
          <a:p>
            <a:fld id="{80C0D8B6-082B-47F0-82D3-83CE9994D553}" type="slidenum">
              <a:rPr lang="en-GB" smtClean="0"/>
              <a:t>‹#›</a:t>
            </a:fld>
            <a:endParaRPr lang="en-GB"/>
          </a:p>
        </p:txBody>
      </p:sp>
    </p:spTree>
    <p:extLst>
      <p:ext uri="{BB962C8B-B14F-4D97-AF65-F5344CB8AC3E}">
        <p14:creationId xmlns:p14="http://schemas.microsoft.com/office/powerpoint/2010/main" val="39781781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05FFAA-16B4-4B12-B72E-0C5CC74B8C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251BB50-D51A-4983-B4CE-23EFFA3D78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C87A6C1-69F2-4E64-9FCB-538788182E73}"/>
              </a:ext>
            </a:extLst>
          </p:cNvPr>
          <p:cNvSpPr>
            <a:spLocks noGrp="1"/>
          </p:cNvSpPr>
          <p:nvPr>
            <p:ph type="dt" sz="half" idx="10"/>
          </p:nvPr>
        </p:nvSpPr>
        <p:spPr>
          <a:xfrm>
            <a:off x="838200" y="6356350"/>
            <a:ext cx="2743200" cy="365125"/>
          </a:xfrm>
          <a:prstGeom prst="rect">
            <a:avLst/>
          </a:prstGeom>
        </p:spPr>
        <p:txBody>
          <a:bodyPr/>
          <a:lstStyle/>
          <a:p>
            <a:fld id="{33031477-93FF-423B-B360-5C5FD20D6824}" type="datetimeFigureOut">
              <a:rPr lang="en-GB" smtClean="0"/>
              <a:t>24/04/2026</a:t>
            </a:fld>
            <a:endParaRPr lang="en-GB"/>
          </a:p>
        </p:txBody>
      </p:sp>
      <p:sp>
        <p:nvSpPr>
          <p:cNvPr id="5" name="Footer Placeholder 4">
            <a:extLst>
              <a:ext uri="{FF2B5EF4-FFF2-40B4-BE49-F238E27FC236}">
                <a16:creationId xmlns:a16="http://schemas.microsoft.com/office/drawing/2014/main" id="{D21D9937-F568-47F3-B96B-AD4940347C91}"/>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B243EFBA-AC17-4981-BB46-60B605751517}"/>
              </a:ext>
            </a:extLst>
          </p:cNvPr>
          <p:cNvSpPr>
            <a:spLocks noGrp="1"/>
          </p:cNvSpPr>
          <p:nvPr>
            <p:ph type="sldNum" sz="quarter" idx="12"/>
          </p:nvPr>
        </p:nvSpPr>
        <p:spPr>
          <a:xfrm>
            <a:off x="8610600" y="6356350"/>
            <a:ext cx="2743200" cy="365125"/>
          </a:xfrm>
          <a:prstGeom prst="rect">
            <a:avLst/>
          </a:prstGeom>
        </p:spPr>
        <p:txBody>
          <a:bodyPr/>
          <a:lstStyle/>
          <a:p>
            <a:fld id="{80C0D8B6-082B-47F0-82D3-83CE9994D553}" type="slidenum">
              <a:rPr lang="en-GB" smtClean="0"/>
              <a:t>‹#›</a:t>
            </a:fld>
            <a:endParaRPr lang="en-GB"/>
          </a:p>
        </p:txBody>
      </p:sp>
    </p:spTree>
    <p:extLst>
      <p:ext uri="{BB962C8B-B14F-4D97-AF65-F5344CB8AC3E}">
        <p14:creationId xmlns:p14="http://schemas.microsoft.com/office/powerpoint/2010/main" val="3977831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AF2F23-8F65-4658-A9BC-388A1CB923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5380FEC-C2D0-4C44-8A8A-D35FC13673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2358659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jpe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hyperlink" Target="https://github.com/WaelHamze/dyn365-ce-vsts-tasks"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ower Platform DevOps Bootcamp - Microsoft London Paddington">
            <a:extLst>
              <a:ext uri="{FF2B5EF4-FFF2-40B4-BE49-F238E27FC236}">
                <a16:creationId xmlns:a16="http://schemas.microsoft.com/office/drawing/2014/main" id="{24104966-323B-7A34-E9CD-D3756C2DD1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3204"/>
            <a:ext cx="12211664" cy="6105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4569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682C6-7F20-5F01-D150-F8B051439070}"/>
              </a:ext>
            </a:extLst>
          </p:cNvPr>
          <p:cNvSpPr>
            <a:spLocks noGrp="1"/>
          </p:cNvSpPr>
          <p:nvPr>
            <p:ph type="title"/>
          </p:nvPr>
        </p:nvSpPr>
        <p:spPr/>
        <p:txBody>
          <a:bodyPr/>
          <a:lstStyle/>
          <a:p>
            <a:r>
              <a:rPr lang="en-GB" dirty="0"/>
              <a:t>Agenda</a:t>
            </a:r>
          </a:p>
        </p:txBody>
      </p:sp>
      <p:graphicFrame>
        <p:nvGraphicFramePr>
          <p:cNvPr id="6" name="Table 5">
            <a:extLst>
              <a:ext uri="{FF2B5EF4-FFF2-40B4-BE49-F238E27FC236}">
                <a16:creationId xmlns:a16="http://schemas.microsoft.com/office/drawing/2014/main" id="{FEE041D8-C2AA-D917-A673-1A17660617D7}"/>
              </a:ext>
            </a:extLst>
          </p:cNvPr>
          <p:cNvGraphicFramePr>
            <a:graphicFrameLocks noGrp="1"/>
          </p:cNvGraphicFramePr>
          <p:nvPr>
            <p:extLst>
              <p:ext uri="{D42A27DB-BD31-4B8C-83A1-F6EECF244321}">
                <p14:modId xmlns:p14="http://schemas.microsoft.com/office/powerpoint/2010/main" val="4192510251"/>
              </p:ext>
            </p:extLst>
          </p:nvPr>
        </p:nvGraphicFramePr>
        <p:xfrm>
          <a:off x="718350" y="1269380"/>
          <a:ext cx="5581866" cy="3708400"/>
        </p:xfrm>
        <a:graphic>
          <a:graphicData uri="http://schemas.openxmlformats.org/drawingml/2006/table">
            <a:tbl>
              <a:tblPr firstRow="1" bandRow="1">
                <a:tableStyleId>{793D81CF-94F2-401A-BA57-92F5A7B2D0C5}</a:tableStyleId>
              </a:tblPr>
              <a:tblGrid>
                <a:gridCol w="736160">
                  <a:extLst>
                    <a:ext uri="{9D8B030D-6E8A-4147-A177-3AD203B41FA5}">
                      <a16:colId xmlns:a16="http://schemas.microsoft.com/office/drawing/2014/main" val="2609028453"/>
                    </a:ext>
                  </a:extLst>
                </a:gridCol>
                <a:gridCol w="877861">
                  <a:extLst>
                    <a:ext uri="{9D8B030D-6E8A-4147-A177-3AD203B41FA5}">
                      <a16:colId xmlns:a16="http://schemas.microsoft.com/office/drawing/2014/main" val="2028872096"/>
                    </a:ext>
                  </a:extLst>
                </a:gridCol>
                <a:gridCol w="3967845">
                  <a:extLst>
                    <a:ext uri="{9D8B030D-6E8A-4147-A177-3AD203B41FA5}">
                      <a16:colId xmlns:a16="http://schemas.microsoft.com/office/drawing/2014/main" val="3703844435"/>
                    </a:ext>
                  </a:extLst>
                </a:gridCol>
              </a:tblGrid>
              <a:tr h="370840">
                <a:tc>
                  <a:txBody>
                    <a:bodyPr/>
                    <a:lstStyle/>
                    <a:p>
                      <a:r>
                        <a:rPr lang="en-GB" dirty="0"/>
                        <a:t>Start</a:t>
                      </a:r>
                    </a:p>
                  </a:txBody>
                  <a:tcPr/>
                </a:tc>
                <a:tc>
                  <a:txBody>
                    <a:bodyPr/>
                    <a:lstStyle/>
                    <a:p>
                      <a:r>
                        <a:rPr lang="en-GB" dirty="0"/>
                        <a:t>End</a:t>
                      </a:r>
                    </a:p>
                  </a:txBody>
                  <a:tcPr/>
                </a:tc>
                <a:tc>
                  <a:txBody>
                    <a:bodyPr/>
                    <a:lstStyle/>
                    <a:p>
                      <a:r>
                        <a:rPr lang="en-GB" dirty="0"/>
                        <a:t>Topic</a:t>
                      </a:r>
                    </a:p>
                  </a:txBody>
                  <a:tcPr/>
                </a:tc>
                <a:extLst>
                  <a:ext uri="{0D108BD9-81ED-4DB2-BD59-A6C34878D82A}">
                    <a16:rowId xmlns:a16="http://schemas.microsoft.com/office/drawing/2014/main" val="748133737"/>
                  </a:ext>
                </a:extLst>
              </a:tr>
              <a:tr h="370840">
                <a:tc>
                  <a:txBody>
                    <a:bodyPr/>
                    <a:lstStyle/>
                    <a:p>
                      <a:pPr>
                        <a:buNone/>
                      </a:pPr>
                      <a:r>
                        <a:rPr lang="en-US">
                          <a:effectLst/>
                        </a:rPr>
                        <a:t>9:00</a:t>
                      </a:r>
                    </a:p>
                  </a:txBody>
                  <a:tcPr marL="61913" marR="61913" marT="28575" marB="28575" anchor="ctr"/>
                </a:tc>
                <a:tc>
                  <a:txBody>
                    <a:bodyPr/>
                    <a:lstStyle/>
                    <a:p>
                      <a:pPr>
                        <a:buNone/>
                      </a:pPr>
                      <a:r>
                        <a:rPr lang="en-US">
                          <a:effectLst/>
                        </a:rPr>
                        <a:t>9:30</a:t>
                      </a:r>
                    </a:p>
                  </a:txBody>
                  <a:tcPr marL="61913" marR="61913" marT="28575" marB="28575" anchor="ctr"/>
                </a:tc>
                <a:tc>
                  <a:txBody>
                    <a:bodyPr/>
                    <a:lstStyle/>
                    <a:p>
                      <a:pPr>
                        <a:buNone/>
                      </a:pPr>
                      <a:r>
                        <a:rPr lang="en-US">
                          <a:effectLst/>
                        </a:rPr>
                        <a:t>Intro (Speakers + Audience)</a:t>
                      </a:r>
                    </a:p>
                  </a:txBody>
                  <a:tcPr marL="61913" marR="61913" marT="28575" marB="28575" anchor="ctr"/>
                </a:tc>
                <a:extLst>
                  <a:ext uri="{0D108BD9-81ED-4DB2-BD59-A6C34878D82A}">
                    <a16:rowId xmlns:a16="http://schemas.microsoft.com/office/drawing/2014/main" val="2089116099"/>
                  </a:ext>
                </a:extLst>
              </a:tr>
              <a:tr h="370840">
                <a:tc>
                  <a:txBody>
                    <a:bodyPr/>
                    <a:lstStyle/>
                    <a:p>
                      <a:pPr>
                        <a:buNone/>
                      </a:pPr>
                      <a:r>
                        <a:rPr lang="en-US">
                          <a:effectLst/>
                        </a:rPr>
                        <a:t>09:30</a:t>
                      </a:r>
                    </a:p>
                  </a:txBody>
                  <a:tcPr marL="61913" marR="61913" marT="28575" marB="28575" anchor="ctr"/>
                </a:tc>
                <a:tc>
                  <a:txBody>
                    <a:bodyPr/>
                    <a:lstStyle/>
                    <a:p>
                      <a:pPr>
                        <a:buNone/>
                      </a:pPr>
                      <a:r>
                        <a:rPr lang="en-US">
                          <a:effectLst/>
                        </a:rPr>
                        <a:t>10:15</a:t>
                      </a:r>
                    </a:p>
                  </a:txBody>
                  <a:tcPr marL="61913" marR="61913" marT="28575" marB="28575" anchor="ctr"/>
                </a:tc>
                <a:tc>
                  <a:txBody>
                    <a:bodyPr/>
                    <a:lstStyle/>
                    <a:p>
                      <a:pPr>
                        <a:buNone/>
                      </a:pPr>
                      <a:r>
                        <a:rPr lang="en-US">
                          <a:effectLst/>
                        </a:rPr>
                        <a:t>Overview of DevOps</a:t>
                      </a:r>
                    </a:p>
                  </a:txBody>
                  <a:tcPr marL="61913" marR="61913" marT="28575" marB="28575" anchor="ctr"/>
                </a:tc>
                <a:extLst>
                  <a:ext uri="{0D108BD9-81ED-4DB2-BD59-A6C34878D82A}">
                    <a16:rowId xmlns:a16="http://schemas.microsoft.com/office/drawing/2014/main" val="2495741644"/>
                  </a:ext>
                </a:extLst>
              </a:tr>
              <a:tr h="370840">
                <a:tc>
                  <a:txBody>
                    <a:bodyPr/>
                    <a:lstStyle/>
                    <a:p>
                      <a:pPr>
                        <a:buNone/>
                      </a:pPr>
                      <a:r>
                        <a:rPr lang="en-US">
                          <a:effectLst/>
                        </a:rPr>
                        <a:t>10:15</a:t>
                      </a:r>
                    </a:p>
                  </a:txBody>
                  <a:tcPr marL="61913" marR="61913" marT="28575" marB="28575" anchor="ctr"/>
                </a:tc>
                <a:tc>
                  <a:txBody>
                    <a:bodyPr/>
                    <a:lstStyle/>
                    <a:p>
                      <a:pPr>
                        <a:buNone/>
                      </a:pPr>
                      <a:r>
                        <a:rPr lang="en-US">
                          <a:effectLst/>
                        </a:rPr>
                        <a:t>11:00</a:t>
                      </a:r>
                    </a:p>
                  </a:txBody>
                  <a:tcPr marL="61913" marR="61913" marT="28575" marB="28575" anchor="ctr"/>
                </a:tc>
                <a:tc>
                  <a:txBody>
                    <a:bodyPr/>
                    <a:lstStyle/>
                    <a:p>
                      <a:pPr>
                        <a:buNone/>
                      </a:pPr>
                      <a:r>
                        <a:rPr lang="en-US">
                          <a:effectLst/>
                        </a:rPr>
                        <a:t>Pre-requisites + Lab Intros</a:t>
                      </a:r>
                    </a:p>
                  </a:txBody>
                  <a:tcPr marL="61913" marR="61913" marT="28575" marB="28575" anchor="ctr"/>
                </a:tc>
                <a:extLst>
                  <a:ext uri="{0D108BD9-81ED-4DB2-BD59-A6C34878D82A}">
                    <a16:rowId xmlns:a16="http://schemas.microsoft.com/office/drawing/2014/main" val="2639515023"/>
                  </a:ext>
                </a:extLst>
              </a:tr>
              <a:tr h="370840">
                <a:tc>
                  <a:txBody>
                    <a:bodyPr/>
                    <a:lstStyle/>
                    <a:p>
                      <a:pPr>
                        <a:buNone/>
                      </a:pPr>
                      <a:r>
                        <a:rPr lang="en-US">
                          <a:effectLst/>
                        </a:rPr>
                        <a:t>11:00</a:t>
                      </a:r>
                    </a:p>
                  </a:txBody>
                  <a:tcPr marL="61913" marR="61913" marT="28575" marB="28575" anchor="ctr"/>
                </a:tc>
                <a:tc>
                  <a:txBody>
                    <a:bodyPr/>
                    <a:lstStyle/>
                    <a:p>
                      <a:pPr>
                        <a:buNone/>
                      </a:pPr>
                      <a:r>
                        <a:rPr lang="en-US">
                          <a:effectLst/>
                        </a:rPr>
                        <a:t>11:15</a:t>
                      </a:r>
                    </a:p>
                  </a:txBody>
                  <a:tcPr marL="61913" marR="61913" marT="28575" marB="28575" anchor="ctr"/>
                </a:tc>
                <a:tc>
                  <a:txBody>
                    <a:bodyPr/>
                    <a:lstStyle/>
                    <a:p>
                      <a:pPr>
                        <a:buNone/>
                      </a:pPr>
                      <a:r>
                        <a:rPr lang="en-US">
                          <a:effectLst/>
                        </a:rPr>
                        <a:t>Break</a:t>
                      </a:r>
                    </a:p>
                  </a:txBody>
                  <a:tcPr marL="61913" marR="61913" marT="28575" marB="28575" anchor="ctr"/>
                </a:tc>
                <a:extLst>
                  <a:ext uri="{0D108BD9-81ED-4DB2-BD59-A6C34878D82A}">
                    <a16:rowId xmlns:a16="http://schemas.microsoft.com/office/drawing/2014/main" val="992867940"/>
                  </a:ext>
                </a:extLst>
              </a:tr>
              <a:tr h="370840">
                <a:tc>
                  <a:txBody>
                    <a:bodyPr/>
                    <a:lstStyle/>
                    <a:p>
                      <a:pPr>
                        <a:buNone/>
                      </a:pPr>
                      <a:r>
                        <a:rPr lang="en-US">
                          <a:effectLst/>
                        </a:rPr>
                        <a:t>11:15</a:t>
                      </a:r>
                    </a:p>
                  </a:txBody>
                  <a:tcPr marL="61913" marR="61913" marT="28575" marB="28575" anchor="ctr"/>
                </a:tc>
                <a:tc>
                  <a:txBody>
                    <a:bodyPr/>
                    <a:lstStyle/>
                    <a:p>
                      <a:pPr>
                        <a:buNone/>
                      </a:pPr>
                      <a:r>
                        <a:rPr lang="en-US">
                          <a:effectLst/>
                        </a:rPr>
                        <a:t>13:00</a:t>
                      </a:r>
                    </a:p>
                  </a:txBody>
                  <a:tcPr marL="61913" marR="61913" marT="28575" marB="28575" anchor="ctr"/>
                </a:tc>
                <a:tc>
                  <a:txBody>
                    <a:bodyPr/>
                    <a:lstStyle/>
                    <a:p>
                      <a:pPr>
                        <a:buNone/>
                      </a:pPr>
                      <a:r>
                        <a:rPr lang="en-US">
                          <a:effectLst/>
                        </a:rPr>
                        <a:t>Labs</a:t>
                      </a:r>
                    </a:p>
                  </a:txBody>
                  <a:tcPr marL="61913" marR="61913" marT="28575" marB="28575" anchor="ctr"/>
                </a:tc>
                <a:extLst>
                  <a:ext uri="{0D108BD9-81ED-4DB2-BD59-A6C34878D82A}">
                    <a16:rowId xmlns:a16="http://schemas.microsoft.com/office/drawing/2014/main" val="1175136698"/>
                  </a:ext>
                </a:extLst>
              </a:tr>
              <a:tr h="370840">
                <a:tc>
                  <a:txBody>
                    <a:bodyPr/>
                    <a:lstStyle/>
                    <a:p>
                      <a:pPr>
                        <a:buNone/>
                      </a:pPr>
                      <a:r>
                        <a:rPr lang="en-US">
                          <a:effectLst/>
                        </a:rPr>
                        <a:t>13:00</a:t>
                      </a:r>
                    </a:p>
                  </a:txBody>
                  <a:tcPr marL="61913" marR="61913" marT="28575" marB="28575" anchor="ctr"/>
                </a:tc>
                <a:tc>
                  <a:txBody>
                    <a:bodyPr/>
                    <a:lstStyle/>
                    <a:p>
                      <a:pPr>
                        <a:buNone/>
                      </a:pPr>
                      <a:r>
                        <a:rPr lang="en-US">
                          <a:effectLst/>
                        </a:rPr>
                        <a:t>14:00</a:t>
                      </a:r>
                    </a:p>
                  </a:txBody>
                  <a:tcPr marL="61913" marR="61913" marT="28575" marB="28575" anchor="ctr"/>
                </a:tc>
                <a:tc>
                  <a:txBody>
                    <a:bodyPr/>
                    <a:lstStyle/>
                    <a:p>
                      <a:pPr>
                        <a:buNone/>
                      </a:pPr>
                      <a:r>
                        <a:rPr lang="en-US">
                          <a:effectLst/>
                        </a:rPr>
                        <a:t>Lunch</a:t>
                      </a:r>
                    </a:p>
                  </a:txBody>
                  <a:tcPr marL="61913" marR="61913" marT="28575" marB="28575" anchor="ctr"/>
                </a:tc>
                <a:extLst>
                  <a:ext uri="{0D108BD9-81ED-4DB2-BD59-A6C34878D82A}">
                    <a16:rowId xmlns:a16="http://schemas.microsoft.com/office/drawing/2014/main" val="1165204782"/>
                  </a:ext>
                </a:extLst>
              </a:tr>
              <a:tr h="370840">
                <a:tc>
                  <a:txBody>
                    <a:bodyPr/>
                    <a:lstStyle/>
                    <a:p>
                      <a:pPr>
                        <a:buNone/>
                      </a:pPr>
                      <a:r>
                        <a:rPr lang="en-US">
                          <a:effectLst/>
                        </a:rPr>
                        <a:t>14:00</a:t>
                      </a:r>
                    </a:p>
                  </a:txBody>
                  <a:tcPr marL="61913" marR="61913" marT="28575" marB="28575" anchor="ctr"/>
                </a:tc>
                <a:tc>
                  <a:txBody>
                    <a:bodyPr/>
                    <a:lstStyle/>
                    <a:p>
                      <a:pPr>
                        <a:buNone/>
                      </a:pPr>
                      <a:r>
                        <a:rPr lang="en-US">
                          <a:effectLst/>
                        </a:rPr>
                        <a:t>14:45</a:t>
                      </a:r>
                    </a:p>
                  </a:txBody>
                  <a:tcPr marL="61913" marR="61913" marT="28575" marB="28575" anchor="ctr"/>
                </a:tc>
                <a:tc>
                  <a:txBody>
                    <a:bodyPr/>
                    <a:lstStyle/>
                    <a:p>
                      <a:pPr>
                        <a:buNone/>
                      </a:pPr>
                      <a:r>
                        <a:rPr lang="en-US">
                          <a:effectLst/>
                        </a:rPr>
                        <a:t>Testing Session</a:t>
                      </a:r>
                    </a:p>
                  </a:txBody>
                  <a:tcPr marL="61913" marR="61913" marT="28575" marB="28575" anchor="ctr"/>
                </a:tc>
                <a:extLst>
                  <a:ext uri="{0D108BD9-81ED-4DB2-BD59-A6C34878D82A}">
                    <a16:rowId xmlns:a16="http://schemas.microsoft.com/office/drawing/2014/main" val="2444349492"/>
                  </a:ext>
                </a:extLst>
              </a:tr>
              <a:tr h="370840">
                <a:tc>
                  <a:txBody>
                    <a:bodyPr/>
                    <a:lstStyle/>
                    <a:p>
                      <a:pPr>
                        <a:buNone/>
                      </a:pPr>
                      <a:r>
                        <a:rPr lang="en-US" dirty="0">
                          <a:effectLst/>
                        </a:rPr>
                        <a:t>14:45</a:t>
                      </a:r>
                    </a:p>
                  </a:txBody>
                  <a:tcPr marL="61913" marR="61913" marT="28575" marB="28575" anchor="ctr"/>
                </a:tc>
                <a:tc>
                  <a:txBody>
                    <a:bodyPr/>
                    <a:lstStyle/>
                    <a:p>
                      <a:pPr>
                        <a:buNone/>
                      </a:pPr>
                      <a:r>
                        <a:rPr lang="en-US">
                          <a:effectLst/>
                        </a:rPr>
                        <a:t>16:30</a:t>
                      </a:r>
                    </a:p>
                  </a:txBody>
                  <a:tcPr marL="61913" marR="61913" marT="28575" marB="28575" anchor="ctr"/>
                </a:tc>
                <a:tc>
                  <a:txBody>
                    <a:bodyPr/>
                    <a:lstStyle/>
                    <a:p>
                      <a:pPr>
                        <a:buNone/>
                      </a:pPr>
                      <a:r>
                        <a:rPr lang="en-US" dirty="0">
                          <a:effectLst/>
                        </a:rPr>
                        <a:t>Labs (Including testing)</a:t>
                      </a:r>
                    </a:p>
                  </a:txBody>
                  <a:tcPr marL="61913" marR="61913" marT="28575" marB="28575" anchor="ctr"/>
                </a:tc>
                <a:extLst>
                  <a:ext uri="{0D108BD9-81ED-4DB2-BD59-A6C34878D82A}">
                    <a16:rowId xmlns:a16="http://schemas.microsoft.com/office/drawing/2014/main" val="2800201346"/>
                  </a:ext>
                </a:extLst>
              </a:tr>
              <a:tr h="370840">
                <a:tc>
                  <a:txBody>
                    <a:bodyPr/>
                    <a:lstStyle/>
                    <a:p>
                      <a:pPr>
                        <a:buNone/>
                      </a:pPr>
                      <a:r>
                        <a:rPr lang="en-GB" dirty="0">
                          <a:effectLst/>
                        </a:rPr>
                        <a:t>16:30</a:t>
                      </a:r>
                      <a:endParaRPr lang="en-US" dirty="0">
                        <a:effectLst/>
                      </a:endParaRPr>
                    </a:p>
                  </a:txBody>
                  <a:tcPr marL="61913" marR="61913" marT="28575" marB="28575" anchor="ctr"/>
                </a:tc>
                <a:tc>
                  <a:txBody>
                    <a:bodyPr/>
                    <a:lstStyle/>
                    <a:p>
                      <a:pPr>
                        <a:buNone/>
                      </a:pPr>
                      <a:r>
                        <a:rPr lang="en-GB" dirty="0">
                          <a:effectLst/>
                        </a:rPr>
                        <a:t>17:00</a:t>
                      </a:r>
                      <a:endParaRPr lang="en-US" dirty="0">
                        <a:effectLst/>
                      </a:endParaRPr>
                    </a:p>
                  </a:txBody>
                  <a:tcPr marL="61913" marR="61913" marT="28575" marB="28575" anchor="ctr"/>
                </a:tc>
                <a:tc>
                  <a:txBody>
                    <a:bodyPr/>
                    <a:lstStyle/>
                    <a:p>
                      <a:pPr>
                        <a:buNone/>
                      </a:pPr>
                      <a:r>
                        <a:rPr lang="en-GB" dirty="0">
                          <a:effectLst/>
                        </a:rPr>
                        <a:t>Q&amp;A + Wrap Up</a:t>
                      </a:r>
                      <a:endParaRPr lang="en-US" dirty="0">
                        <a:effectLst/>
                      </a:endParaRPr>
                    </a:p>
                  </a:txBody>
                  <a:tcPr marL="61913" marR="61913" marT="28575" marB="28575" anchor="ctr"/>
                </a:tc>
                <a:extLst>
                  <a:ext uri="{0D108BD9-81ED-4DB2-BD59-A6C34878D82A}">
                    <a16:rowId xmlns:a16="http://schemas.microsoft.com/office/drawing/2014/main" val="3019568384"/>
                  </a:ext>
                </a:extLst>
              </a:tr>
            </a:tbl>
          </a:graphicData>
        </a:graphic>
      </p:graphicFrame>
      <p:pic>
        <p:nvPicPr>
          <p:cNvPr id="4" name="Picture 3">
            <a:extLst>
              <a:ext uri="{FF2B5EF4-FFF2-40B4-BE49-F238E27FC236}">
                <a16:creationId xmlns:a16="http://schemas.microsoft.com/office/drawing/2014/main" id="{B7B827C0-5C23-C1EA-5A53-D021BEDE03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72947" y="1269380"/>
            <a:ext cx="3436430" cy="3436430"/>
          </a:xfrm>
          <a:prstGeom prst="rect">
            <a:avLst/>
          </a:prstGeom>
        </p:spPr>
      </p:pic>
      <p:sp>
        <p:nvSpPr>
          <p:cNvPr id="5" name="TextBox 4">
            <a:extLst>
              <a:ext uri="{FF2B5EF4-FFF2-40B4-BE49-F238E27FC236}">
                <a16:creationId xmlns:a16="http://schemas.microsoft.com/office/drawing/2014/main" id="{3CD12591-9D6B-A822-51D9-59686DEDD68D}"/>
              </a:ext>
            </a:extLst>
          </p:cNvPr>
          <p:cNvSpPr txBox="1"/>
          <p:nvPr/>
        </p:nvSpPr>
        <p:spPr>
          <a:xfrm>
            <a:off x="7434724" y="4977780"/>
            <a:ext cx="3712876" cy="369332"/>
          </a:xfrm>
          <a:prstGeom prst="rect">
            <a:avLst/>
          </a:prstGeom>
          <a:noFill/>
        </p:spPr>
        <p:txBody>
          <a:bodyPr wrap="none" rtlCol="0">
            <a:spAutoFit/>
          </a:bodyPr>
          <a:lstStyle/>
          <a:p>
            <a:r>
              <a:rPr lang="en-GB" b="1" dirty="0"/>
              <a:t>https://tinyurl.com/ppdobc2026</a:t>
            </a:r>
          </a:p>
        </p:txBody>
      </p:sp>
    </p:spTree>
    <p:extLst>
      <p:ext uri="{BB962C8B-B14F-4D97-AF65-F5344CB8AC3E}">
        <p14:creationId xmlns:p14="http://schemas.microsoft.com/office/powerpoint/2010/main" val="58514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93D350-531F-5758-B1C4-00B8816C863D}"/>
              </a:ext>
            </a:extLst>
          </p:cNvPr>
          <p:cNvSpPr>
            <a:spLocks noGrp="1"/>
          </p:cNvSpPr>
          <p:nvPr>
            <p:ph type="title"/>
          </p:nvPr>
        </p:nvSpPr>
        <p:spPr/>
        <p:txBody>
          <a:bodyPr/>
          <a:lstStyle/>
          <a:p>
            <a:r>
              <a:rPr lang="en-GB" dirty="0"/>
              <a:t>Overview</a:t>
            </a:r>
            <a:endParaRPr lang="en-US" dirty="0"/>
          </a:p>
        </p:txBody>
      </p:sp>
      <p:sp>
        <p:nvSpPr>
          <p:cNvPr id="5" name="Text Placeholder 4">
            <a:extLst>
              <a:ext uri="{FF2B5EF4-FFF2-40B4-BE49-F238E27FC236}">
                <a16:creationId xmlns:a16="http://schemas.microsoft.com/office/drawing/2014/main" id="{B2BB72F0-CD7F-30D0-786E-7631C50266B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02351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AC71E-13C7-92F5-EF35-99D0A78D0A86}"/>
              </a:ext>
            </a:extLst>
          </p:cNvPr>
          <p:cNvSpPr>
            <a:spLocks noGrp="1"/>
          </p:cNvSpPr>
          <p:nvPr>
            <p:ph type="title"/>
          </p:nvPr>
        </p:nvSpPr>
        <p:spPr/>
        <p:txBody>
          <a:bodyPr/>
          <a:lstStyle/>
          <a:p>
            <a:r>
              <a:rPr lang="en-GB" dirty="0"/>
              <a:t>Intro to DevOps</a:t>
            </a:r>
          </a:p>
        </p:txBody>
      </p:sp>
      <p:graphicFrame>
        <p:nvGraphicFramePr>
          <p:cNvPr id="4" name="Diagram 3">
            <a:extLst>
              <a:ext uri="{FF2B5EF4-FFF2-40B4-BE49-F238E27FC236}">
                <a16:creationId xmlns:a16="http://schemas.microsoft.com/office/drawing/2014/main" id="{93EB069C-3000-E125-1D95-B1A2B0B34AAB}"/>
              </a:ext>
            </a:extLst>
          </p:cNvPr>
          <p:cNvGraphicFramePr/>
          <p:nvPr>
            <p:extLst>
              <p:ext uri="{D42A27DB-BD31-4B8C-83A1-F6EECF244321}">
                <p14:modId xmlns:p14="http://schemas.microsoft.com/office/powerpoint/2010/main" val="2389280499"/>
              </p:ext>
            </p:extLst>
          </p:nvPr>
        </p:nvGraphicFramePr>
        <p:xfrm>
          <a:off x="1696904" y="627687"/>
          <a:ext cx="8462415" cy="56026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Arrow: Curved Down 4">
            <a:extLst>
              <a:ext uri="{FF2B5EF4-FFF2-40B4-BE49-F238E27FC236}">
                <a16:creationId xmlns:a16="http://schemas.microsoft.com/office/drawing/2014/main" id="{9ED78C13-16C0-1C73-35B1-4F6156EBFE04}"/>
              </a:ext>
            </a:extLst>
          </p:cNvPr>
          <p:cNvSpPr/>
          <p:nvPr/>
        </p:nvSpPr>
        <p:spPr bwMode="auto">
          <a:xfrm>
            <a:off x="4491691" y="2201411"/>
            <a:ext cx="3030718" cy="1227589"/>
          </a:xfrm>
          <a:prstGeom prst="curvedDownArrow">
            <a:avLst/>
          </a:prstGeom>
          <a:solidFill>
            <a:schemeClr val="tx2"/>
          </a:solidFill>
          <a:ln w="9525" cap="flat" cmpd="sng" algn="ctr">
            <a:noFill/>
            <a:prstDash val="solid"/>
            <a:headEnd type="none" w="med" len="med"/>
            <a:tailEnd type="none" w="med" len="med"/>
          </a:ln>
          <a:effectLst/>
        </p:spPr>
        <p:txBody>
          <a:bodyPr rot="0" spcFirstLastPara="0" vertOverflow="overflow" horzOverflow="overflow" vert="horz" wrap="square" lIns="182832" tIns="146266" rIns="182832" bIns="146266" numCol="1" spcCol="0" rtlCol="0" fromWordArt="0" anchor="t" anchorCtr="0" forceAA="0" compatLnSpc="1">
            <a:prstTxWarp prst="textNoShape">
              <a:avLst/>
            </a:prstTxWarp>
            <a:noAutofit/>
          </a:bodyPr>
          <a:lstStyle/>
          <a:p>
            <a:pPr algn="ctr" defTabSz="932192" fontAlgn="base">
              <a:lnSpc>
                <a:spcPct val="90000"/>
              </a:lnSpc>
              <a:spcBef>
                <a:spcPct val="0"/>
              </a:spcBef>
              <a:spcAft>
                <a:spcPct val="0"/>
              </a:spcAft>
              <a:defRPr/>
            </a:pPr>
            <a:endParaRPr lang="en-GB" sz="2399" kern="0" dirty="0" err="1">
              <a:gradFill>
                <a:gsLst>
                  <a:gs pos="0">
                    <a:srgbClr val="FFFFFF"/>
                  </a:gs>
                  <a:gs pos="100000">
                    <a:srgbClr val="FFFFFF"/>
                  </a:gs>
                </a:gsLst>
                <a:lin ang="5400000" scaled="0"/>
              </a:gradFill>
              <a:latin typeface="Arial"/>
              <a:ea typeface="Segoe UI" pitchFamily="34" charset="0"/>
              <a:cs typeface="Segoe UI" pitchFamily="34" charset="0"/>
            </a:endParaRPr>
          </a:p>
        </p:txBody>
      </p:sp>
      <p:sp>
        <p:nvSpPr>
          <p:cNvPr id="6" name="Arrow: Curved Left 5">
            <a:extLst>
              <a:ext uri="{FF2B5EF4-FFF2-40B4-BE49-F238E27FC236}">
                <a16:creationId xmlns:a16="http://schemas.microsoft.com/office/drawing/2014/main" id="{E0B66B8C-AA4B-863B-6741-ACB2175AE0F2}"/>
              </a:ext>
            </a:extLst>
          </p:cNvPr>
          <p:cNvSpPr/>
          <p:nvPr/>
        </p:nvSpPr>
        <p:spPr bwMode="auto">
          <a:xfrm rot="5400000">
            <a:off x="5270531" y="2773424"/>
            <a:ext cx="1227590" cy="2899092"/>
          </a:xfrm>
          <a:prstGeom prst="curvedLeftArrow">
            <a:avLst/>
          </a:prstGeom>
          <a:solidFill>
            <a:schemeClr val="tx2"/>
          </a:solidFill>
          <a:ln w="9525" cap="flat" cmpd="sng" algn="ctr">
            <a:noFill/>
            <a:prstDash val="solid"/>
            <a:headEnd type="none" w="med" len="med"/>
            <a:tailEnd type="none" w="med" len="med"/>
          </a:ln>
          <a:effectLst/>
        </p:spPr>
        <p:txBody>
          <a:bodyPr rot="0" spcFirstLastPara="0" vertOverflow="overflow" horzOverflow="overflow" vert="horz" wrap="square" lIns="182832" tIns="146266" rIns="182832" bIns="146266" numCol="1" spcCol="0" rtlCol="0" fromWordArt="0" anchor="t" anchorCtr="0" forceAA="0" compatLnSpc="1">
            <a:prstTxWarp prst="textNoShape">
              <a:avLst/>
            </a:prstTxWarp>
            <a:noAutofit/>
          </a:bodyPr>
          <a:lstStyle/>
          <a:p>
            <a:pPr algn="ctr" defTabSz="932192" fontAlgn="base">
              <a:lnSpc>
                <a:spcPct val="90000"/>
              </a:lnSpc>
              <a:spcBef>
                <a:spcPct val="0"/>
              </a:spcBef>
              <a:spcAft>
                <a:spcPct val="0"/>
              </a:spcAft>
              <a:defRPr/>
            </a:pPr>
            <a:endParaRPr lang="en-GB" sz="2399" kern="0" dirty="0" err="1">
              <a:gradFill>
                <a:gsLst>
                  <a:gs pos="0">
                    <a:srgbClr val="FFFFFF"/>
                  </a:gs>
                  <a:gs pos="100000">
                    <a:srgbClr val="FFFFFF"/>
                  </a:gs>
                </a:gsLst>
                <a:lin ang="5400000" scaled="0"/>
              </a:gradFill>
              <a:latin typeface="Arial"/>
              <a:ea typeface="Segoe UI" pitchFamily="34" charset="0"/>
              <a:cs typeface="Segoe UI" pitchFamily="34" charset="0"/>
            </a:endParaRPr>
          </a:p>
        </p:txBody>
      </p:sp>
    </p:spTree>
    <p:extLst>
      <p:ext uri="{BB962C8B-B14F-4D97-AF65-F5344CB8AC3E}">
        <p14:creationId xmlns:p14="http://schemas.microsoft.com/office/powerpoint/2010/main" val="1897160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6F4EE-86EA-FDB8-8EC7-8EDA72FA9CB4}"/>
              </a:ext>
            </a:extLst>
          </p:cNvPr>
          <p:cNvSpPr>
            <a:spLocks noGrp="1"/>
          </p:cNvSpPr>
          <p:nvPr>
            <p:ph type="title"/>
          </p:nvPr>
        </p:nvSpPr>
        <p:spPr/>
        <p:txBody>
          <a:bodyPr/>
          <a:lstStyle/>
          <a:p>
            <a:r>
              <a:rPr lang="en-GB" dirty="0"/>
              <a:t>Early days of Power Platform DevOps</a:t>
            </a:r>
            <a:endParaRPr lang="en-US" dirty="0"/>
          </a:p>
        </p:txBody>
      </p:sp>
      <p:pic>
        <p:nvPicPr>
          <p:cNvPr id="1026" name="Picture 2" descr="a bunch of IT developers pushing a car from behind, zoomed out to show the entire car">
            <a:extLst>
              <a:ext uri="{FF2B5EF4-FFF2-40B4-BE49-F238E27FC236}">
                <a16:creationId xmlns:a16="http://schemas.microsoft.com/office/drawing/2014/main" id="{2569A410-97C3-8486-FD04-B81E55E0B2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7144" y="887104"/>
            <a:ext cx="5277711" cy="5277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9175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C9D8D-E6CB-DA73-D2FF-2FAF495CCDF5}"/>
              </a:ext>
            </a:extLst>
          </p:cNvPr>
          <p:cNvSpPr>
            <a:spLocks noGrp="1"/>
          </p:cNvSpPr>
          <p:nvPr>
            <p:ph type="title"/>
          </p:nvPr>
        </p:nvSpPr>
        <p:spPr>
          <a:xfrm>
            <a:off x="254758" y="407055"/>
            <a:ext cx="11655188" cy="887105"/>
          </a:xfrm>
        </p:spPr>
        <p:txBody>
          <a:bodyPr>
            <a:normAutofit fontScale="90000"/>
          </a:bodyPr>
          <a:lstStyle/>
          <a:p>
            <a:r>
              <a:rPr lang="en-GB" dirty="0"/>
              <a:t>Current Expectations of Power Platform DevOps</a:t>
            </a:r>
            <a:endParaRPr lang="en-US" dirty="0"/>
          </a:p>
        </p:txBody>
      </p:sp>
      <p:pic>
        <p:nvPicPr>
          <p:cNvPr id="2050" name="Picture 2" descr="futuristic autonomous driving car that only takes passengers with open doors showing the inside">
            <a:extLst>
              <a:ext uri="{FF2B5EF4-FFF2-40B4-BE49-F238E27FC236}">
                <a16:creationId xmlns:a16="http://schemas.microsoft.com/office/drawing/2014/main" id="{0F5CC2E2-4AAF-E059-F9B5-F6F517CD0E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5875" y="1241065"/>
            <a:ext cx="5072954" cy="5072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8476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F3299-87B8-4E35-92F5-1B75A8A2F41C}"/>
              </a:ext>
            </a:extLst>
          </p:cNvPr>
          <p:cNvSpPr>
            <a:spLocks noGrp="1"/>
          </p:cNvSpPr>
          <p:nvPr>
            <p:ph type="title"/>
          </p:nvPr>
        </p:nvSpPr>
        <p:spPr/>
        <p:txBody>
          <a:bodyPr/>
          <a:lstStyle/>
          <a:p>
            <a:r>
              <a:rPr lang="en-GB" dirty="0"/>
              <a:t>ALM Activities and Tools</a:t>
            </a:r>
          </a:p>
        </p:txBody>
      </p:sp>
      <p:sp>
        <p:nvSpPr>
          <p:cNvPr id="7" name="Rectangle 6">
            <a:extLst>
              <a:ext uri="{FF2B5EF4-FFF2-40B4-BE49-F238E27FC236}">
                <a16:creationId xmlns:a16="http://schemas.microsoft.com/office/drawing/2014/main" id="{03A2344F-BB13-49F3-9BA0-1321FF80E279}"/>
              </a:ext>
            </a:extLst>
          </p:cNvPr>
          <p:cNvSpPr/>
          <p:nvPr/>
        </p:nvSpPr>
        <p:spPr>
          <a:xfrm>
            <a:off x="507133" y="873918"/>
            <a:ext cx="2020362" cy="5110161"/>
          </a:xfrm>
          <a:prstGeom prst="rect">
            <a:avLst/>
          </a:prstGeom>
          <a:solidFill>
            <a:schemeClr val="bg2"/>
          </a:solidFill>
          <a:ln w="9525" cap="flat" cmpd="sng" algn="ctr">
            <a:solidFill>
              <a:srgbClr val="EAEAEA"/>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2462">
              <a:defRPr/>
            </a:pPr>
            <a:r>
              <a:rPr lang="en-GB" sz="1600" b="1" kern="0" dirty="0">
                <a:latin typeface="Arial"/>
              </a:rPr>
              <a:t>Plan</a:t>
            </a:r>
          </a:p>
        </p:txBody>
      </p:sp>
      <p:sp>
        <p:nvSpPr>
          <p:cNvPr id="8" name="Rectangle 7">
            <a:extLst>
              <a:ext uri="{FF2B5EF4-FFF2-40B4-BE49-F238E27FC236}">
                <a16:creationId xmlns:a16="http://schemas.microsoft.com/office/drawing/2014/main" id="{B06C9764-F499-437E-8F74-6723F77F43CD}"/>
              </a:ext>
            </a:extLst>
          </p:cNvPr>
          <p:cNvSpPr/>
          <p:nvPr/>
        </p:nvSpPr>
        <p:spPr>
          <a:xfrm>
            <a:off x="2877540" y="880511"/>
            <a:ext cx="2020362" cy="5110161"/>
          </a:xfrm>
          <a:prstGeom prst="rect">
            <a:avLst/>
          </a:prstGeom>
          <a:solidFill>
            <a:schemeClr val="bg2"/>
          </a:solidFill>
          <a:ln w="9525" cap="flat" cmpd="sng" algn="ctr">
            <a:solidFill>
              <a:srgbClr val="EAEAEA"/>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2462">
              <a:defRPr/>
            </a:pPr>
            <a:r>
              <a:rPr lang="en-GB" sz="1600" b="1" kern="0" dirty="0">
                <a:latin typeface="Arial"/>
              </a:rPr>
              <a:t>Develop</a:t>
            </a:r>
          </a:p>
        </p:txBody>
      </p:sp>
      <p:sp>
        <p:nvSpPr>
          <p:cNvPr id="9" name="Rectangle 8">
            <a:extLst>
              <a:ext uri="{FF2B5EF4-FFF2-40B4-BE49-F238E27FC236}">
                <a16:creationId xmlns:a16="http://schemas.microsoft.com/office/drawing/2014/main" id="{0EBE4C35-E368-421A-A726-5642DE1A0F87}"/>
              </a:ext>
            </a:extLst>
          </p:cNvPr>
          <p:cNvSpPr/>
          <p:nvPr/>
        </p:nvSpPr>
        <p:spPr>
          <a:xfrm>
            <a:off x="5247947" y="880511"/>
            <a:ext cx="2020362" cy="5110161"/>
          </a:xfrm>
          <a:prstGeom prst="rect">
            <a:avLst/>
          </a:prstGeom>
          <a:solidFill>
            <a:schemeClr val="bg2"/>
          </a:solidFill>
          <a:ln w="9525" cap="flat" cmpd="sng" algn="ctr">
            <a:solidFill>
              <a:srgbClr val="EAEAEA"/>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2462">
              <a:defRPr/>
            </a:pPr>
            <a:r>
              <a:rPr lang="en-GB" sz="1600" b="1" kern="0" dirty="0">
                <a:latin typeface="Arial"/>
              </a:rPr>
              <a:t>Build &amp; Release</a:t>
            </a:r>
          </a:p>
        </p:txBody>
      </p:sp>
      <p:sp>
        <p:nvSpPr>
          <p:cNvPr id="10" name="Rectangle 9">
            <a:extLst>
              <a:ext uri="{FF2B5EF4-FFF2-40B4-BE49-F238E27FC236}">
                <a16:creationId xmlns:a16="http://schemas.microsoft.com/office/drawing/2014/main" id="{1B6D3DD0-A098-4EFB-9C9C-09F6DAB9CD19}"/>
              </a:ext>
            </a:extLst>
          </p:cNvPr>
          <p:cNvSpPr/>
          <p:nvPr/>
        </p:nvSpPr>
        <p:spPr>
          <a:xfrm>
            <a:off x="7568765" y="887104"/>
            <a:ext cx="2020362" cy="5110161"/>
          </a:xfrm>
          <a:prstGeom prst="rect">
            <a:avLst/>
          </a:prstGeom>
          <a:solidFill>
            <a:schemeClr val="bg2"/>
          </a:solidFill>
          <a:ln w="9525" cap="flat" cmpd="sng" algn="ctr">
            <a:solidFill>
              <a:srgbClr val="EAEAEA"/>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2462">
              <a:defRPr/>
            </a:pPr>
            <a:r>
              <a:rPr lang="en-GB" sz="1600" b="1" kern="0" dirty="0">
                <a:latin typeface="Arial"/>
              </a:rPr>
              <a:t>Test</a:t>
            </a:r>
          </a:p>
        </p:txBody>
      </p:sp>
      <p:sp>
        <p:nvSpPr>
          <p:cNvPr id="11" name="Rectangle 10">
            <a:extLst>
              <a:ext uri="{FF2B5EF4-FFF2-40B4-BE49-F238E27FC236}">
                <a16:creationId xmlns:a16="http://schemas.microsoft.com/office/drawing/2014/main" id="{6E492399-7E7B-43AB-B3A5-C41A479E8BEB}"/>
              </a:ext>
            </a:extLst>
          </p:cNvPr>
          <p:cNvSpPr/>
          <p:nvPr/>
        </p:nvSpPr>
        <p:spPr>
          <a:xfrm>
            <a:off x="9889584" y="873917"/>
            <a:ext cx="2020362" cy="5110161"/>
          </a:xfrm>
          <a:prstGeom prst="rect">
            <a:avLst/>
          </a:prstGeom>
          <a:solidFill>
            <a:schemeClr val="bg2"/>
          </a:solidFill>
          <a:ln w="9525" cap="flat" cmpd="sng" algn="ctr">
            <a:solidFill>
              <a:srgbClr val="EAEAEA"/>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2462">
              <a:defRPr/>
            </a:pPr>
            <a:r>
              <a:rPr lang="en-GB" sz="1600" b="1" kern="0" dirty="0">
                <a:latin typeface="Arial"/>
              </a:rPr>
              <a:t>Operate</a:t>
            </a:r>
          </a:p>
        </p:txBody>
      </p:sp>
      <p:sp>
        <p:nvSpPr>
          <p:cNvPr id="12" name="Rectangle: Rounded Corners 11">
            <a:extLst>
              <a:ext uri="{FF2B5EF4-FFF2-40B4-BE49-F238E27FC236}">
                <a16:creationId xmlns:a16="http://schemas.microsoft.com/office/drawing/2014/main" id="{53485734-7DFD-49C1-92A9-78D60B40630D}"/>
              </a:ext>
            </a:extLst>
          </p:cNvPr>
          <p:cNvSpPr/>
          <p:nvPr/>
        </p:nvSpPr>
        <p:spPr>
          <a:xfrm>
            <a:off x="631731" y="1329546"/>
            <a:ext cx="1778534" cy="1207327"/>
          </a:xfrm>
          <a:prstGeom prst="roundRect">
            <a:avLst/>
          </a:prstGeom>
          <a:solidFill>
            <a:schemeClr val="tx1"/>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200" kern="0" dirty="0">
                <a:solidFill>
                  <a:srgbClr val="FFFFFF"/>
                </a:solidFill>
                <a:latin typeface="Arial"/>
              </a:rPr>
              <a:t>Backlog</a:t>
            </a:r>
          </a:p>
          <a:p>
            <a:pPr defTabSz="932462">
              <a:defRPr/>
            </a:pPr>
            <a:r>
              <a:rPr lang="en-GB" sz="1200" kern="0" dirty="0">
                <a:solidFill>
                  <a:srgbClr val="FFFFFF"/>
                </a:solidFill>
                <a:latin typeface="Arial"/>
              </a:rPr>
              <a:t>Prioritisation</a:t>
            </a:r>
          </a:p>
          <a:p>
            <a:pPr defTabSz="932462">
              <a:defRPr/>
            </a:pPr>
            <a:r>
              <a:rPr lang="en-GB" sz="1200" kern="0" dirty="0">
                <a:solidFill>
                  <a:srgbClr val="FFFFFF"/>
                </a:solidFill>
                <a:latin typeface="Arial"/>
              </a:rPr>
              <a:t>Planning</a:t>
            </a:r>
          </a:p>
        </p:txBody>
      </p:sp>
      <p:sp>
        <p:nvSpPr>
          <p:cNvPr id="13" name="Rectangle: Rounded Corners 12">
            <a:extLst>
              <a:ext uri="{FF2B5EF4-FFF2-40B4-BE49-F238E27FC236}">
                <a16:creationId xmlns:a16="http://schemas.microsoft.com/office/drawing/2014/main" id="{1A36B122-082E-4B22-9349-D8C4779A3A02}"/>
              </a:ext>
            </a:extLst>
          </p:cNvPr>
          <p:cNvSpPr/>
          <p:nvPr/>
        </p:nvSpPr>
        <p:spPr>
          <a:xfrm>
            <a:off x="2998454" y="1329546"/>
            <a:ext cx="1778534" cy="1207327"/>
          </a:xfrm>
          <a:prstGeom prst="roundRect">
            <a:avLst/>
          </a:prstGeom>
          <a:solidFill>
            <a:schemeClr val="tx1"/>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200" kern="0" dirty="0">
                <a:solidFill>
                  <a:srgbClr val="FFFFFF"/>
                </a:solidFill>
                <a:latin typeface="Arial"/>
              </a:rPr>
              <a:t>Build components</a:t>
            </a:r>
          </a:p>
          <a:p>
            <a:pPr defTabSz="932462">
              <a:defRPr/>
            </a:pPr>
            <a:r>
              <a:rPr lang="en-GB" sz="1200" kern="0" dirty="0">
                <a:solidFill>
                  <a:srgbClr val="FFFFFF"/>
                </a:solidFill>
                <a:latin typeface="Arial"/>
              </a:rPr>
              <a:t>Source Control</a:t>
            </a:r>
          </a:p>
          <a:p>
            <a:pPr defTabSz="932462">
              <a:defRPr/>
            </a:pPr>
            <a:r>
              <a:rPr lang="en-GB" sz="1200" kern="0" dirty="0">
                <a:solidFill>
                  <a:srgbClr val="FFFFFF"/>
                </a:solidFill>
                <a:latin typeface="Arial"/>
              </a:rPr>
              <a:t>Peer Reviews</a:t>
            </a:r>
          </a:p>
          <a:p>
            <a:pPr defTabSz="932462">
              <a:defRPr/>
            </a:pPr>
            <a:r>
              <a:rPr lang="en-GB" sz="1200" kern="0" dirty="0">
                <a:solidFill>
                  <a:srgbClr val="FFFFFF"/>
                </a:solidFill>
                <a:latin typeface="Arial"/>
              </a:rPr>
              <a:t>Quality Checks</a:t>
            </a:r>
          </a:p>
        </p:txBody>
      </p:sp>
      <p:sp>
        <p:nvSpPr>
          <p:cNvPr id="14" name="Rectangle: Rounded Corners 13">
            <a:extLst>
              <a:ext uri="{FF2B5EF4-FFF2-40B4-BE49-F238E27FC236}">
                <a16:creationId xmlns:a16="http://schemas.microsoft.com/office/drawing/2014/main" id="{73A944CB-9B66-4A3D-A8B7-8E25EDE134F4}"/>
              </a:ext>
            </a:extLst>
          </p:cNvPr>
          <p:cNvSpPr/>
          <p:nvPr/>
        </p:nvSpPr>
        <p:spPr>
          <a:xfrm>
            <a:off x="5368861" y="1329546"/>
            <a:ext cx="1778534" cy="1207327"/>
          </a:xfrm>
          <a:prstGeom prst="roundRect">
            <a:avLst/>
          </a:prstGeom>
          <a:solidFill>
            <a:schemeClr val="tx1"/>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200" kern="0" dirty="0">
                <a:solidFill>
                  <a:srgbClr val="FFFFFF"/>
                </a:solidFill>
                <a:latin typeface="Arial"/>
              </a:rPr>
              <a:t>Packaging</a:t>
            </a:r>
          </a:p>
          <a:p>
            <a:pPr defTabSz="932462">
              <a:defRPr/>
            </a:pPr>
            <a:r>
              <a:rPr lang="en-GB" sz="1200" kern="0" dirty="0">
                <a:solidFill>
                  <a:srgbClr val="FFFFFF"/>
                </a:solidFill>
                <a:latin typeface="Arial"/>
              </a:rPr>
              <a:t>Provisioning</a:t>
            </a:r>
          </a:p>
          <a:p>
            <a:pPr defTabSz="932462">
              <a:defRPr/>
            </a:pPr>
            <a:r>
              <a:rPr lang="en-GB" sz="1200" kern="0" dirty="0">
                <a:solidFill>
                  <a:srgbClr val="FFFFFF"/>
                </a:solidFill>
                <a:latin typeface="Arial"/>
              </a:rPr>
              <a:t>Deployment</a:t>
            </a:r>
            <a:br>
              <a:rPr lang="en-GB" sz="1200" kern="0" dirty="0">
                <a:solidFill>
                  <a:srgbClr val="FFFFFF"/>
                </a:solidFill>
                <a:latin typeface="Arial"/>
              </a:rPr>
            </a:br>
            <a:r>
              <a:rPr lang="en-GB" sz="1200" kern="0" dirty="0">
                <a:solidFill>
                  <a:srgbClr val="FFFFFF"/>
                </a:solidFill>
                <a:latin typeface="Arial"/>
              </a:rPr>
              <a:t>CI/CD</a:t>
            </a:r>
          </a:p>
        </p:txBody>
      </p:sp>
      <p:sp>
        <p:nvSpPr>
          <p:cNvPr id="15" name="Rectangle: Rounded Corners 14">
            <a:extLst>
              <a:ext uri="{FF2B5EF4-FFF2-40B4-BE49-F238E27FC236}">
                <a16:creationId xmlns:a16="http://schemas.microsoft.com/office/drawing/2014/main" id="{BBBA3D90-306C-449E-B2C8-911544938303}"/>
              </a:ext>
            </a:extLst>
          </p:cNvPr>
          <p:cNvSpPr/>
          <p:nvPr/>
        </p:nvSpPr>
        <p:spPr>
          <a:xfrm>
            <a:off x="7689679" y="1329546"/>
            <a:ext cx="1778534" cy="1207327"/>
          </a:xfrm>
          <a:prstGeom prst="roundRect">
            <a:avLst/>
          </a:prstGeom>
          <a:solidFill>
            <a:schemeClr val="tx1"/>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200" kern="0" dirty="0">
                <a:solidFill>
                  <a:srgbClr val="FFFFFF"/>
                </a:solidFill>
                <a:latin typeface="Arial"/>
              </a:rPr>
              <a:t>Manual Testing</a:t>
            </a:r>
          </a:p>
          <a:p>
            <a:pPr defTabSz="932462">
              <a:defRPr/>
            </a:pPr>
            <a:r>
              <a:rPr lang="en-GB" sz="1200" kern="0" dirty="0">
                <a:solidFill>
                  <a:srgbClr val="FFFFFF"/>
                </a:solidFill>
                <a:latin typeface="Arial"/>
              </a:rPr>
              <a:t>Automated Testing</a:t>
            </a:r>
          </a:p>
          <a:p>
            <a:pPr defTabSz="932462">
              <a:defRPr/>
            </a:pPr>
            <a:r>
              <a:rPr lang="en-GB" sz="1200" kern="0" dirty="0">
                <a:solidFill>
                  <a:srgbClr val="FFFFFF"/>
                </a:solidFill>
                <a:latin typeface="Arial"/>
              </a:rPr>
              <a:t>UAT</a:t>
            </a:r>
          </a:p>
          <a:p>
            <a:pPr defTabSz="932462">
              <a:defRPr/>
            </a:pPr>
            <a:r>
              <a:rPr lang="en-GB" sz="1200" kern="0" dirty="0">
                <a:solidFill>
                  <a:srgbClr val="FFFFFF"/>
                </a:solidFill>
                <a:latin typeface="Arial"/>
              </a:rPr>
              <a:t>Sign offs</a:t>
            </a:r>
          </a:p>
        </p:txBody>
      </p:sp>
      <p:sp>
        <p:nvSpPr>
          <p:cNvPr id="16" name="Rectangle: Rounded Corners 15">
            <a:extLst>
              <a:ext uri="{FF2B5EF4-FFF2-40B4-BE49-F238E27FC236}">
                <a16:creationId xmlns:a16="http://schemas.microsoft.com/office/drawing/2014/main" id="{4E77001A-A8FA-401A-8FFD-1E796113E5FE}"/>
              </a:ext>
            </a:extLst>
          </p:cNvPr>
          <p:cNvSpPr/>
          <p:nvPr/>
        </p:nvSpPr>
        <p:spPr>
          <a:xfrm>
            <a:off x="10010498" y="1329545"/>
            <a:ext cx="1778534" cy="1207327"/>
          </a:xfrm>
          <a:prstGeom prst="roundRect">
            <a:avLst/>
          </a:prstGeom>
          <a:solidFill>
            <a:schemeClr val="tx1"/>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200" kern="0" dirty="0">
                <a:solidFill>
                  <a:srgbClr val="FFFFFF"/>
                </a:solidFill>
                <a:latin typeface="Arial"/>
              </a:rPr>
              <a:t>Change Management</a:t>
            </a:r>
          </a:p>
          <a:p>
            <a:pPr defTabSz="932462">
              <a:defRPr/>
            </a:pPr>
            <a:r>
              <a:rPr lang="en-GB" sz="1200" kern="0" dirty="0">
                <a:solidFill>
                  <a:srgbClr val="FFFFFF"/>
                </a:solidFill>
                <a:latin typeface="Arial"/>
              </a:rPr>
              <a:t>Logging &amp; Monitoring</a:t>
            </a:r>
          </a:p>
          <a:p>
            <a:pPr defTabSz="932462">
              <a:defRPr/>
            </a:pPr>
            <a:r>
              <a:rPr lang="en-GB" sz="1200" kern="0" dirty="0">
                <a:solidFill>
                  <a:srgbClr val="FFFFFF"/>
                </a:solidFill>
                <a:latin typeface="Arial"/>
              </a:rPr>
              <a:t>Incidents &amp; Support</a:t>
            </a:r>
            <a:br>
              <a:rPr lang="en-GB" sz="1200" kern="0" dirty="0">
                <a:solidFill>
                  <a:srgbClr val="FFFFFF"/>
                </a:solidFill>
                <a:latin typeface="Arial"/>
              </a:rPr>
            </a:br>
            <a:r>
              <a:rPr lang="en-GB" sz="1200" kern="0" dirty="0">
                <a:solidFill>
                  <a:srgbClr val="FFFFFF"/>
                </a:solidFill>
                <a:latin typeface="Arial"/>
              </a:rPr>
              <a:t>Administration</a:t>
            </a:r>
            <a:br>
              <a:rPr lang="en-GB" sz="1200" kern="0" dirty="0">
                <a:solidFill>
                  <a:srgbClr val="FFFFFF"/>
                </a:solidFill>
                <a:latin typeface="Arial"/>
              </a:rPr>
            </a:br>
            <a:r>
              <a:rPr lang="en-GB" sz="1200" kern="0" dirty="0">
                <a:solidFill>
                  <a:srgbClr val="FFFFFF"/>
                </a:solidFill>
                <a:latin typeface="Arial"/>
              </a:rPr>
              <a:t>Feedback</a:t>
            </a:r>
            <a:br>
              <a:rPr lang="en-GB" sz="1200" kern="0" dirty="0">
                <a:solidFill>
                  <a:srgbClr val="FFFFFF"/>
                </a:solidFill>
                <a:latin typeface="Arial"/>
              </a:rPr>
            </a:br>
            <a:endParaRPr lang="en-GB" sz="1200" kern="0" dirty="0">
              <a:solidFill>
                <a:srgbClr val="FFFFFF"/>
              </a:solidFill>
              <a:latin typeface="Arial"/>
            </a:endParaRPr>
          </a:p>
        </p:txBody>
      </p:sp>
      <p:sp>
        <p:nvSpPr>
          <p:cNvPr id="17" name="Rectangle: Rounded Corners 16">
            <a:extLst>
              <a:ext uri="{FF2B5EF4-FFF2-40B4-BE49-F238E27FC236}">
                <a16:creationId xmlns:a16="http://schemas.microsoft.com/office/drawing/2014/main" id="{90815ED9-8D30-40BE-A29A-24F5B071C830}"/>
              </a:ext>
            </a:extLst>
          </p:cNvPr>
          <p:cNvSpPr/>
          <p:nvPr/>
        </p:nvSpPr>
        <p:spPr>
          <a:xfrm>
            <a:off x="631731" y="2705659"/>
            <a:ext cx="1778534" cy="815953"/>
          </a:xfrm>
          <a:prstGeom prst="roundRect">
            <a:avLst/>
          </a:prstGeom>
          <a:solidFill>
            <a:srgbClr val="92D050"/>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600" kern="0" dirty="0">
                <a:solidFill>
                  <a:srgbClr val="FFFFFF"/>
                </a:solidFill>
                <a:latin typeface="Arial"/>
              </a:rPr>
              <a:t>Product Owner</a:t>
            </a:r>
            <a:br>
              <a:rPr lang="en-GB" sz="1600" kern="0" dirty="0">
                <a:solidFill>
                  <a:srgbClr val="FFFFFF"/>
                </a:solidFill>
                <a:latin typeface="Arial"/>
              </a:rPr>
            </a:br>
            <a:r>
              <a:rPr lang="en-GB" sz="1600" kern="0" dirty="0">
                <a:solidFill>
                  <a:srgbClr val="FFFFFF"/>
                </a:solidFill>
                <a:latin typeface="Arial"/>
              </a:rPr>
              <a:t>Team</a:t>
            </a:r>
          </a:p>
        </p:txBody>
      </p:sp>
      <p:sp>
        <p:nvSpPr>
          <p:cNvPr id="18" name="Rectangle: Rounded Corners 17">
            <a:extLst>
              <a:ext uri="{FF2B5EF4-FFF2-40B4-BE49-F238E27FC236}">
                <a16:creationId xmlns:a16="http://schemas.microsoft.com/office/drawing/2014/main" id="{2BC8F0AF-CD1F-4AEA-8788-67B8D7F978F5}"/>
              </a:ext>
            </a:extLst>
          </p:cNvPr>
          <p:cNvSpPr/>
          <p:nvPr/>
        </p:nvSpPr>
        <p:spPr>
          <a:xfrm>
            <a:off x="2998454" y="2705659"/>
            <a:ext cx="1778534" cy="815954"/>
          </a:xfrm>
          <a:prstGeom prst="roundRect">
            <a:avLst/>
          </a:prstGeom>
          <a:solidFill>
            <a:srgbClr val="92D050"/>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600" kern="0" dirty="0">
                <a:solidFill>
                  <a:srgbClr val="FFFFFF"/>
                </a:solidFill>
                <a:latin typeface="Arial"/>
              </a:rPr>
              <a:t>Citizen Devs</a:t>
            </a:r>
            <a:br>
              <a:rPr lang="en-GB" sz="1600" kern="0" dirty="0">
                <a:solidFill>
                  <a:srgbClr val="FFFFFF"/>
                </a:solidFill>
                <a:latin typeface="Arial"/>
              </a:rPr>
            </a:br>
            <a:r>
              <a:rPr lang="en-GB" sz="1600" kern="0" dirty="0">
                <a:solidFill>
                  <a:srgbClr val="FFFFFF"/>
                </a:solidFill>
                <a:latin typeface="Arial"/>
              </a:rPr>
              <a:t>Pro Devs</a:t>
            </a:r>
          </a:p>
        </p:txBody>
      </p:sp>
      <p:sp>
        <p:nvSpPr>
          <p:cNvPr id="19" name="Rectangle: Rounded Corners 18">
            <a:extLst>
              <a:ext uri="{FF2B5EF4-FFF2-40B4-BE49-F238E27FC236}">
                <a16:creationId xmlns:a16="http://schemas.microsoft.com/office/drawing/2014/main" id="{70937BD4-AB2F-4520-8D66-5C306EB3F2F2}"/>
              </a:ext>
            </a:extLst>
          </p:cNvPr>
          <p:cNvSpPr/>
          <p:nvPr/>
        </p:nvSpPr>
        <p:spPr>
          <a:xfrm>
            <a:off x="5368861" y="2705657"/>
            <a:ext cx="1778534" cy="815955"/>
          </a:xfrm>
          <a:prstGeom prst="roundRect">
            <a:avLst/>
          </a:prstGeom>
          <a:solidFill>
            <a:srgbClr val="92D050"/>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600" kern="0" dirty="0">
                <a:solidFill>
                  <a:srgbClr val="FFFFFF"/>
                </a:solidFill>
                <a:latin typeface="Arial"/>
              </a:rPr>
              <a:t>Pro Devs</a:t>
            </a:r>
          </a:p>
          <a:p>
            <a:pPr defTabSz="932462">
              <a:defRPr/>
            </a:pPr>
            <a:r>
              <a:rPr lang="en-GB" sz="1600" kern="0" dirty="0">
                <a:solidFill>
                  <a:srgbClr val="FFFFFF"/>
                </a:solidFill>
                <a:latin typeface="Arial"/>
              </a:rPr>
              <a:t>DevOps</a:t>
            </a:r>
          </a:p>
        </p:txBody>
      </p:sp>
      <p:sp>
        <p:nvSpPr>
          <p:cNvPr id="20" name="Rectangle: Rounded Corners 19">
            <a:extLst>
              <a:ext uri="{FF2B5EF4-FFF2-40B4-BE49-F238E27FC236}">
                <a16:creationId xmlns:a16="http://schemas.microsoft.com/office/drawing/2014/main" id="{69FFAA2D-7508-4A90-A27B-6304B96BB9A7}"/>
              </a:ext>
            </a:extLst>
          </p:cNvPr>
          <p:cNvSpPr/>
          <p:nvPr/>
        </p:nvSpPr>
        <p:spPr>
          <a:xfrm>
            <a:off x="7689679" y="2705657"/>
            <a:ext cx="1778534" cy="815955"/>
          </a:xfrm>
          <a:prstGeom prst="roundRect">
            <a:avLst/>
          </a:prstGeom>
          <a:solidFill>
            <a:srgbClr val="92D050"/>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600" kern="0" dirty="0">
                <a:solidFill>
                  <a:srgbClr val="FFFFFF"/>
                </a:solidFill>
                <a:latin typeface="Arial"/>
              </a:rPr>
              <a:t>Testers</a:t>
            </a:r>
          </a:p>
          <a:p>
            <a:pPr defTabSz="932462">
              <a:defRPr/>
            </a:pPr>
            <a:r>
              <a:rPr lang="en-GB" sz="1600" kern="0" dirty="0">
                <a:solidFill>
                  <a:srgbClr val="FFFFFF"/>
                </a:solidFill>
                <a:latin typeface="Arial"/>
              </a:rPr>
              <a:t>Business</a:t>
            </a:r>
          </a:p>
        </p:txBody>
      </p:sp>
      <p:sp>
        <p:nvSpPr>
          <p:cNvPr id="21" name="Rectangle: Rounded Corners 20">
            <a:extLst>
              <a:ext uri="{FF2B5EF4-FFF2-40B4-BE49-F238E27FC236}">
                <a16:creationId xmlns:a16="http://schemas.microsoft.com/office/drawing/2014/main" id="{4BA14E99-4122-4CF1-AEF8-64CA681E7CF6}"/>
              </a:ext>
            </a:extLst>
          </p:cNvPr>
          <p:cNvSpPr/>
          <p:nvPr/>
        </p:nvSpPr>
        <p:spPr>
          <a:xfrm>
            <a:off x="10010498" y="2705657"/>
            <a:ext cx="1778534" cy="815955"/>
          </a:xfrm>
          <a:prstGeom prst="roundRect">
            <a:avLst/>
          </a:prstGeom>
          <a:solidFill>
            <a:srgbClr val="92D050"/>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600" kern="0" dirty="0">
                <a:solidFill>
                  <a:srgbClr val="FFFFFF"/>
                </a:solidFill>
                <a:latin typeface="Arial"/>
              </a:rPr>
              <a:t>DevOps</a:t>
            </a:r>
          </a:p>
          <a:p>
            <a:pPr defTabSz="932462">
              <a:defRPr/>
            </a:pPr>
            <a:r>
              <a:rPr lang="en-GB" sz="1600" kern="0" dirty="0">
                <a:solidFill>
                  <a:srgbClr val="FFFFFF"/>
                </a:solidFill>
                <a:latin typeface="Arial"/>
              </a:rPr>
              <a:t>Operations</a:t>
            </a:r>
          </a:p>
        </p:txBody>
      </p:sp>
      <p:pic>
        <p:nvPicPr>
          <p:cNvPr id="2050" name="Picture 2" descr="Integrating Netsparker Standard with Azure DevOps | Netsparker">
            <a:extLst>
              <a:ext uri="{FF2B5EF4-FFF2-40B4-BE49-F238E27FC236}">
                <a16:creationId xmlns:a16="http://schemas.microsoft.com/office/drawing/2014/main" id="{77DEC21D-DE81-40FE-9ABB-6A26640C9C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067" y="3664381"/>
            <a:ext cx="648915" cy="46526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pos Archives | PRAKTIK Group">
            <a:extLst>
              <a:ext uri="{FF2B5EF4-FFF2-40B4-BE49-F238E27FC236}">
                <a16:creationId xmlns:a16="http://schemas.microsoft.com/office/drawing/2014/main" id="{C1587735-E970-4FE1-8780-E21C9BE121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2344" y="3708056"/>
            <a:ext cx="711575" cy="46526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ow to Build an Azure Pipeline (Build/Release) from Scratch">
            <a:extLst>
              <a:ext uri="{FF2B5EF4-FFF2-40B4-BE49-F238E27FC236}">
                <a16:creationId xmlns:a16="http://schemas.microsoft.com/office/drawing/2014/main" id="{87FEFA60-1E31-4D53-8BCB-F80AA32F4F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09303" y="3708056"/>
            <a:ext cx="807498" cy="46526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DevOps | Anakot Cloud Expert">
            <a:extLst>
              <a:ext uri="{FF2B5EF4-FFF2-40B4-BE49-F238E27FC236}">
                <a16:creationId xmlns:a16="http://schemas.microsoft.com/office/drawing/2014/main" id="{90953238-C74B-4794-812C-BE226276AFC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3158" y="3664381"/>
            <a:ext cx="711574" cy="46526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Jira Logo transparent PNG - StickPNG">
            <a:extLst>
              <a:ext uri="{FF2B5EF4-FFF2-40B4-BE49-F238E27FC236}">
                <a16:creationId xmlns:a16="http://schemas.microsoft.com/office/drawing/2014/main" id="{7A69D163-816E-44C0-B4F7-A1083D4A04B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2496" y="4358588"/>
            <a:ext cx="1009635" cy="394257"/>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Jenkins Logo PNG Transparent &amp;amp; SVG Vector - Freebie Supply">
            <a:extLst>
              <a:ext uri="{FF2B5EF4-FFF2-40B4-BE49-F238E27FC236}">
                <a16:creationId xmlns:a16="http://schemas.microsoft.com/office/drawing/2014/main" id="{45999552-D9CC-4B14-AD77-CAC3AE91C25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93503" y="4608263"/>
            <a:ext cx="1226921" cy="920191"/>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GitHub logo and symbol, meaning, history, PNG">
            <a:extLst>
              <a:ext uri="{FF2B5EF4-FFF2-40B4-BE49-F238E27FC236}">
                <a16:creationId xmlns:a16="http://schemas.microsoft.com/office/drawing/2014/main" id="{3B7AF41B-F32C-49D7-8E12-9DB211FFFFA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26704" y="4293285"/>
            <a:ext cx="822857" cy="462857"/>
          </a:xfrm>
          <a:prstGeom prst="rect">
            <a:avLst/>
          </a:prstGeom>
          <a:noFill/>
          <a:extLst>
            <a:ext uri="{909E8E84-426E-40DD-AFC4-6F175D3DCCD1}">
              <a14:hiddenFill xmlns:a14="http://schemas.microsoft.com/office/drawing/2010/main">
                <a:solidFill>
                  <a:srgbClr val="FFFFFF"/>
                </a:solidFill>
              </a14:hiddenFill>
            </a:ext>
          </a:extLst>
        </p:spPr>
      </p:pic>
      <p:pic>
        <p:nvPicPr>
          <p:cNvPr id="2070" name="Picture 22">
            <a:extLst>
              <a:ext uri="{FF2B5EF4-FFF2-40B4-BE49-F238E27FC236}">
                <a16:creationId xmlns:a16="http://schemas.microsoft.com/office/drawing/2014/main" id="{79A1A112-7CDC-4D5B-8FE4-7B2D4A3E2FC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160217" y="3727748"/>
            <a:ext cx="1414304" cy="206621"/>
          </a:xfrm>
          <a:prstGeom prst="rect">
            <a:avLst/>
          </a:prstGeom>
          <a:noFill/>
          <a:extLst>
            <a:ext uri="{909E8E84-426E-40DD-AFC4-6F175D3DCCD1}">
              <a14:hiddenFill xmlns:a14="http://schemas.microsoft.com/office/drawing/2010/main">
                <a:solidFill>
                  <a:srgbClr val="FFFFFF"/>
                </a:solidFill>
              </a14:hiddenFill>
            </a:ext>
          </a:extLst>
        </p:spPr>
      </p:pic>
      <p:pic>
        <p:nvPicPr>
          <p:cNvPr id="2074" name="Picture 26" descr="Azure Monitor vROps Integration | ZigiOps Integration Platform">
            <a:extLst>
              <a:ext uri="{FF2B5EF4-FFF2-40B4-BE49-F238E27FC236}">
                <a16:creationId xmlns:a16="http://schemas.microsoft.com/office/drawing/2014/main" id="{7C109C1C-7971-442F-A39B-0D42CB28363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178995" y="4358588"/>
            <a:ext cx="1376748" cy="296144"/>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10" descr="Jira Logo transparent PNG - StickPNG">
            <a:extLst>
              <a:ext uri="{FF2B5EF4-FFF2-40B4-BE49-F238E27FC236}">
                <a16:creationId xmlns:a16="http://schemas.microsoft.com/office/drawing/2014/main" id="{41AB0DC5-4C81-4931-81F2-71D5E7F80D3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74129" y="4323086"/>
            <a:ext cx="1009635" cy="394257"/>
          </a:xfrm>
          <a:prstGeom prst="rect">
            <a:avLst/>
          </a:prstGeom>
          <a:noFill/>
          <a:extLst>
            <a:ext uri="{909E8E84-426E-40DD-AFC4-6F175D3DCCD1}">
              <a14:hiddenFill xmlns:a14="http://schemas.microsoft.com/office/drawing/2010/main">
                <a:solidFill>
                  <a:srgbClr val="FFFFFF"/>
                </a:solidFill>
              </a14:hiddenFill>
            </a:ext>
          </a:extLst>
        </p:spPr>
      </p:pic>
      <p:pic>
        <p:nvPicPr>
          <p:cNvPr id="2078" name="Picture 30" descr="Integrating Netsparker Enterprise with GitHub Actions | Netsparker">
            <a:extLst>
              <a:ext uri="{FF2B5EF4-FFF2-40B4-BE49-F238E27FC236}">
                <a16:creationId xmlns:a16="http://schemas.microsoft.com/office/drawing/2014/main" id="{5D07BB15-0154-4C43-8155-A7CFF617CBE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58365" y="4287585"/>
            <a:ext cx="909373" cy="46526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D0035C94-BE1F-C2BA-81B9-DF81D4188EF6}"/>
              </a:ext>
            </a:extLst>
          </p:cNvPr>
          <p:cNvPicPr>
            <a:picLocks noChangeAspect="1"/>
          </p:cNvPicPr>
          <p:nvPr/>
        </p:nvPicPr>
        <p:blipFill>
          <a:blip r:embed="rId13"/>
          <a:stretch>
            <a:fillRect/>
          </a:stretch>
        </p:blipFill>
        <p:spPr>
          <a:xfrm>
            <a:off x="10160217" y="4815214"/>
            <a:ext cx="425472" cy="361969"/>
          </a:xfrm>
          <a:prstGeom prst="rect">
            <a:avLst/>
          </a:prstGeom>
        </p:spPr>
      </p:pic>
      <p:sp>
        <p:nvSpPr>
          <p:cNvPr id="5" name="TextBox 4">
            <a:extLst>
              <a:ext uri="{FF2B5EF4-FFF2-40B4-BE49-F238E27FC236}">
                <a16:creationId xmlns:a16="http://schemas.microsoft.com/office/drawing/2014/main" id="{4E6B40A3-7963-1CB0-05B8-6285385EC659}"/>
              </a:ext>
            </a:extLst>
          </p:cNvPr>
          <p:cNvSpPr txBox="1"/>
          <p:nvPr/>
        </p:nvSpPr>
        <p:spPr>
          <a:xfrm>
            <a:off x="10585689" y="4752845"/>
            <a:ext cx="1061590" cy="430887"/>
          </a:xfrm>
          <a:prstGeom prst="rect">
            <a:avLst/>
          </a:prstGeom>
          <a:noFill/>
        </p:spPr>
        <p:txBody>
          <a:bodyPr wrap="square" rtlCol="0">
            <a:spAutoFit/>
          </a:bodyPr>
          <a:lstStyle/>
          <a:p>
            <a:r>
              <a:rPr lang="en-GB" sz="1100" dirty="0">
                <a:solidFill>
                  <a:srgbClr val="742774"/>
                </a:solidFill>
              </a:rPr>
              <a:t>Microsoft 365 Health</a:t>
            </a:r>
          </a:p>
        </p:txBody>
      </p:sp>
      <p:pic>
        <p:nvPicPr>
          <p:cNvPr id="3074" name="Picture 2" descr="Playwright Logo Download in SVG Vector or PNG File Format">
            <a:extLst>
              <a:ext uri="{FF2B5EF4-FFF2-40B4-BE49-F238E27FC236}">
                <a16:creationId xmlns:a16="http://schemas.microsoft.com/office/drawing/2014/main" id="{DD86857E-DA32-F8D4-322C-2958A5905B5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810936" y="4895454"/>
            <a:ext cx="1526579" cy="307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1005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dirty="0"/>
              <a:t>AI Across the DevOps Lifecycle</a:t>
            </a:r>
          </a:p>
        </p:txBody>
      </p:sp>
      <p:sp>
        <p:nvSpPr>
          <p:cNvPr id="3" name="LegBg"/>
          <p:cNvSpPr/>
          <p:nvPr/>
        </p:nvSpPr>
        <p:spPr>
          <a:xfrm>
            <a:off x="457200" y="936769"/>
            <a:ext cx="11277600" cy="228600"/>
          </a:xfrm>
          <a:prstGeom prst="rect">
            <a:avLst/>
          </a:prstGeom>
          <a:solidFill>
            <a:srgbClr val="0F1F3D"/>
          </a:solidFill>
          <a:ln>
            <a:noFill/>
          </a:ln>
        </p:spPr>
        <p:txBody>
          <a:bodyPr wrap="square" lIns="228600" tIns="45720" rIns="228600" bIns="45720" anchor="ctr"/>
          <a:lstStyle/>
          <a:p>
            <a:r>
              <a:rPr lang="en-GB" sz="950" b="1" dirty="0">
                <a:solidFill>
                  <a:srgbClr val="00CBBB"/>
                </a:solidFill>
                <a:latin typeface="Segoe UI"/>
              </a:rPr>
              <a:t>⬤ </a:t>
            </a:r>
            <a:r>
              <a:rPr lang="en-GB" sz="950" dirty="0">
                <a:solidFill>
                  <a:srgbClr val="CCCCCC"/>
                </a:solidFill>
                <a:latin typeface="Segoe UI"/>
              </a:rPr>
              <a:t>Platform now     </a:t>
            </a:r>
            <a:r>
              <a:rPr lang="en-GB" sz="950" b="1" dirty="0">
                <a:solidFill>
                  <a:srgbClr val="1A87CD"/>
                </a:solidFill>
                <a:latin typeface="Segoe UI"/>
              </a:rPr>
              <a:t>⬤ </a:t>
            </a:r>
            <a:r>
              <a:rPr lang="en-GB" sz="950" dirty="0">
                <a:solidFill>
                  <a:srgbClr val="CCCCCC"/>
                </a:solidFill>
                <a:latin typeface="Segoe UI"/>
              </a:rPr>
              <a:t>Industry     </a:t>
            </a:r>
            <a:r>
              <a:rPr lang="en-GB" sz="950" b="1" dirty="0">
                <a:solidFill>
                  <a:srgbClr val="C55A11"/>
                </a:solidFill>
                <a:latin typeface="Segoe UI"/>
              </a:rPr>
              <a:t>⬤ </a:t>
            </a:r>
            <a:r>
              <a:rPr lang="en-GB" sz="950" b="1" dirty="0">
                <a:solidFill>
                  <a:srgbClr val="CCCCCC"/>
                </a:solidFill>
                <a:latin typeface="Segoe UI"/>
              </a:rPr>
              <a:t>Future Potential</a:t>
            </a:r>
            <a:endParaRPr lang="en-GB" sz="950" dirty="0">
              <a:solidFill>
                <a:srgbClr val="CCCCCC"/>
              </a:solidFill>
              <a:latin typeface="Segoe UI"/>
            </a:endParaRPr>
          </a:p>
        </p:txBody>
      </p:sp>
      <p:sp>
        <p:nvSpPr>
          <p:cNvPr id="10" name="P1Bg"/>
          <p:cNvSpPr/>
          <p:nvPr/>
        </p:nvSpPr>
        <p:spPr>
          <a:xfrm>
            <a:off x="533400" y="1203469"/>
            <a:ext cx="2133600" cy="4872867"/>
          </a:xfrm>
          <a:prstGeom prst="rect">
            <a:avLst/>
          </a:prstGeom>
          <a:solidFill>
            <a:srgbClr val="F2F7FF"/>
          </a:solidFill>
          <a:ln w="9525">
            <a:solidFill>
              <a:srgbClr val="D0E4F5"/>
            </a:solidFill>
          </a:ln>
        </p:spPr>
        <p:txBody>
          <a:bodyPr/>
          <a:lstStyle/>
          <a:p>
            <a:endParaRPr/>
          </a:p>
        </p:txBody>
      </p:sp>
      <p:sp>
        <p:nvSpPr>
          <p:cNvPr id="11" name="P1Hdr"/>
          <p:cNvSpPr/>
          <p:nvPr/>
        </p:nvSpPr>
        <p:spPr>
          <a:xfrm>
            <a:off x="533400" y="1203469"/>
            <a:ext cx="2133600" cy="380250"/>
          </a:xfrm>
          <a:prstGeom prst="rect">
            <a:avLst/>
          </a:prstGeom>
          <a:solidFill>
            <a:srgbClr val="0761AD"/>
          </a:solidFill>
          <a:ln>
            <a:noFill/>
          </a:ln>
        </p:spPr>
        <p:txBody>
          <a:bodyPr anchor="ctr"/>
          <a:lstStyle/>
          <a:p>
            <a:pPr algn="ctr"/>
            <a:r>
              <a:rPr lang="en-GB" sz="1400" b="1" dirty="0">
                <a:solidFill>
                  <a:srgbClr val="FFFFFF"/>
                </a:solidFill>
                <a:latin typeface="Segoe UI Black"/>
              </a:rPr>
              <a:t>📋  Plan</a:t>
            </a:r>
          </a:p>
        </p:txBody>
      </p:sp>
      <p:sp>
        <p:nvSpPr>
          <p:cNvPr id="12" name="P1Body"/>
          <p:cNvSpPr txBox="1"/>
          <p:nvPr/>
        </p:nvSpPr>
        <p:spPr>
          <a:xfrm>
            <a:off x="571500" y="1621819"/>
            <a:ext cx="2057400" cy="4454517"/>
          </a:xfrm>
          <a:prstGeom prst="rect">
            <a:avLst/>
          </a:prstGeom>
          <a:noFill/>
        </p:spPr>
        <p:txBody>
          <a:bodyPr wrap="square" lIns="91440" tIns="114300" rIns="91440" bIns="91440"/>
          <a:lstStyle/>
          <a:p>
            <a:pPr>
              <a:spcAft>
                <a:spcPts val="500"/>
              </a:spcAft>
            </a:pPr>
            <a:r>
              <a:rPr lang="en-GB" sz="1050" b="1" dirty="0">
                <a:solidFill>
                  <a:srgbClr val="00CBBB"/>
                </a:solidFill>
                <a:latin typeface="Segoe UI"/>
              </a:rPr>
              <a:t>⬤  </a:t>
            </a:r>
            <a:r>
              <a:rPr lang="en-GB" sz="1050" dirty="0">
                <a:solidFill>
                  <a:srgbClr val="333333"/>
                </a:solidFill>
                <a:latin typeface="Segoe UI"/>
              </a:rPr>
              <a:t>Copilot in Power Apps — describe an app, get a canvas</a:t>
            </a:r>
          </a:p>
          <a:p>
            <a:pPr>
              <a:spcAft>
                <a:spcPts val="500"/>
              </a:spcAft>
            </a:pPr>
            <a:r>
              <a:rPr lang="en-GB" sz="1050" b="1" dirty="0">
                <a:solidFill>
                  <a:srgbClr val="00CBBB"/>
                </a:solidFill>
                <a:latin typeface="Segoe UI"/>
              </a:rPr>
              <a:t>⬤  </a:t>
            </a:r>
            <a:r>
              <a:rPr lang="en-GB" sz="1050" dirty="0">
                <a:solidFill>
                  <a:srgbClr val="333333"/>
                </a:solidFill>
                <a:latin typeface="Segoe UI"/>
              </a:rPr>
              <a:t>Plan Designer in Power Apps — AI-assisted requirements and app structure</a:t>
            </a:r>
          </a:p>
          <a:p>
            <a:pPr>
              <a:spcAft>
                <a:spcPts val="700"/>
              </a:spcAft>
            </a:pPr>
            <a:r>
              <a:rPr lang="en-GB" sz="1050" b="1" dirty="0">
                <a:solidFill>
                  <a:srgbClr val="1A87CD"/>
                </a:solidFill>
                <a:latin typeface="Segoe UI"/>
              </a:rPr>
              <a:t>⬤  </a:t>
            </a:r>
            <a:r>
              <a:rPr lang="en-GB" sz="1050" dirty="0">
                <a:solidFill>
                  <a:srgbClr val="555555"/>
                </a:solidFill>
                <a:latin typeface="Segoe UI"/>
              </a:rPr>
              <a:t>GitHub Copilot generates user stories from issue descriptions</a:t>
            </a:r>
          </a:p>
          <a:p>
            <a:pPr>
              <a:spcAft>
                <a:spcPts val="0"/>
              </a:spcAft>
            </a:pPr>
            <a:r>
              <a:rPr lang="en-GB" sz="1050" b="1" dirty="0">
                <a:solidFill>
                  <a:srgbClr val="C55A11"/>
                </a:solidFill>
                <a:latin typeface="Segoe UI"/>
              </a:rPr>
              <a:t>⬤  </a:t>
            </a:r>
            <a:r>
              <a:rPr lang="en-GB" sz="1050" dirty="0">
                <a:solidFill>
                  <a:srgbClr val="777777"/>
                </a:solidFill>
                <a:latin typeface="Segoe UI"/>
              </a:rPr>
              <a:t>Full solution blueprints from a single business prompt</a:t>
            </a:r>
          </a:p>
        </p:txBody>
      </p:sp>
      <p:sp>
        <p:nvSpPr>
          <p:cNvPr id="20" name="P2Bg"/>
          <p:cNvSpPr/>
          <p:nvPr/>
        </p:nvSpPr>
        <p:spPr>
          <a:xfrm>
            <a:off x="2781300" y="1203469"/>
            <a:ext cx="2133600" cy="4872867"/>
          </a:xfrm>
          <a:prstGeom prst="rect">
            <a:avLst/>
          </a:prstGeom>
          <a:solidFill>
            <a:srgbClr val="F2F7FF"/>
          </a:solidFill>
          <a:ln w="9525">
            <a:solidFill>
              <a:srgbClr val="D0E4F5"/>
            </a:solidFill>
          </a:ln>
        </p:spPr>
        <p:txBody>
          <a:bodyPr/>
          <a:lstStyle/>
          <a:p>
            <a:endParaRPr/>
          </a:p>
        </p:txBody>
      </p:sp>
      <p:sp>
        <p:nvSpPr>
          <p:cNvPr id="21" name="P2Hdr"/>
          <p:cNvSpPr/>
          <p:nvPr/>
        </p:nvSpPr>
        <p:spPr>
          <a:xfrm>
            <a:off x="2781300" y="1203469"/>
            <a:ext cx="2133600" cy="380250"/>
          </a:xfrm>
          <a:prstGeom prst="rect">
            <a:avLst/>
          </a:prstGeom>
          <a:solidFill>
            <a:srgbClr val="00CBBB"/>
          </a:solidFill>
          <a:ln>
            <a:noFill/>
          </a:ln>
        </p:spPr>
        <p:txBody>
          <a:bodyPr anchor="ctr"/>
          <a:lstStyle/>
          <a:p>
            <a:pPr algn="ctr"/>
            <a:r>
              <a:rPr lang="en-GB" sz="1400" b="1" dirty="0">
                <a:solidFill>
                  <a:srgbClr val="FFFFFF"/>
                </a:solidFill>
                <a:latin typeface="Segoe UI Black"/>
              </a:rPr>
              <a:t>🛠  Build</a:t>
            </a:r>
          </a:p>
        </p:txBody>
      </p:sp>
      <p:sp>
        <p:nvSpPr>
          <p:cNvPr id="22" name="P2Body"/>
          <p:cNvSpPr txBox="1"/>
          <p:nvPr/>
        </p:nvSpPr>
        <p:spPr>
          <a:xfrm>
            <a:off x="2819400" y="1621819"/>
            <a:ext cx="2057400" cy="4454517"/>
          </a:xfrm>
          <a:prstGeom prst="rect">
            <a:avLst/>
          </a:prstGeom>
          <a:noFill/>
        </p:spPr>
        <p:txBody>
          <a:bodyPr wrap="square" lIns="91440" tIns="114300" rIns="91440" bIns="91440"/>
          <a:lstStyle/>
          <a:p>
            <a:pPr>
              <a:spcAft>
                <a:spcPts val="500"/>
              </a:spcAft>
            </a:pPr>
            <a:r>
              <a:rPr lang="en-GB" sz="1050" b="1" dirty="0">
                <a:solidFill>
                  <a:srgbClr val="00CBBB"/>
                </a:solidFill>
                <a:latin typeface="Segoe UI"/>
              </a:rPr>
              <a:t>⬤  </a:t>
            </a:r>
            <a:r>
              <a:rPr lang="en-GB" sz="1050" dirty="0">
                <a:solidFill>
                  <a:srgbClr val="333333"/>
                </a:solidFill>
                <a:latin typeface="Segoe UI"/>
              </a:rPr>
              <a:t>Vibe coding — App Copilot &amp; App Agent in Power Apps</a:t>
            </a:r>
          </a:p>
          <a:p>
            <a:pPr>
              <a:spcAft>
                <a:spcPts val="500"/>
              </a:spcAft>
            </a:pPr>
            <a:r>
              <a:rPr lang="en-GB" sz="1050" b="1" dirty="0">
                <a:solidFill>
                  <a:srgbClr val="00CBBB"/>
                </a:solidFill>
                <a:latin typeface="Segoe UI"/>
              </a:rPr>
              <a:t>⬤  </a:t>
            </a:r>
            <a:r>
              <a:rPr lang="en-GB" sz="1050" dirty="0">
                <a:solidFill>
                  <a:srgbClr val="333333"/>
                </a:solidFill>
                <a:latin typeface="Segoe UI"/>
              </a:rPr>
              <a:t>GitHub Copilot &amp; Claude Code MCP plugins — Canvas, Code Apps, Power Pages &amp; Dataverse</a:t>
            </a:r>
          </a:p>
          <a:p>
            <a:pPr>
              <a:spcAft>
                <a:spcPts val="700"/>
              </a:spcAft>
            </a:pPr>
            <a:r>
              <a:rPr lang="en-GB" sz="1050" b="1" dirty="0">
                <a:solidFill>
                  <a:srgbClr val="1A87CD"/>
                </a:solidFill>
                <a:latin typeface="Segoe UI"/>
              </a:rPr>
              <a:t>⬤  </a:t>
            </a:r>
            <a:r>
              <a:rPr lang="en-GB" sz="1050" dirty="0">
                <a:solidFill>
                  <a:srgbClr val="555555"/>
                </a:solidFill>
                <a:latin typeface="Segoe UI"/>
              </a:rPr>
              <a:t>GitHub Copilot &amp; Claude Code agentic coding in VS Code</a:t>
            </a:r>
          </a:p>
          <a:p>
            <a:pPr>
              <a:spcAft>
                <a:spcPts val="0"/>
              </a:spcAft>
            </a:pPr>
            <a:r>
              <a:rPr lang="en-GB" sz="1050" b="1" dirty="0">
                <a:solidFill>
                  <a:srgbClr val="C55A11"/>
                </a:solidFill>
                <a:latin typeface="Segoe UI"/>
              </a:rPr>
              <a:t>⬤  </a:t>
            </a:r>
            <a:r>
              <a:rPr lang="en-GB" sz="1050" dirty="0">
                <a:solidFill>
                  <a:srgbClr val="777777"/>
                </a:solidFill>
                <a:latin typeface="Segoe UI"/>
              </a:rPr>
              <a:t>Autonomous agents scaffold entire solutions from a prompt</a:t>
            </a:r>
          </a:p>
        </p:txBody>
      </p:sp>
      <p:sp>
        <p:nvSpPr>
          <p:cNvPr id="30" name="P3Bg"/>
          <p:cNvSpPr/>
          <p:nvPr/>
        </p:nvSpPr>
        <p:spPr>
          <a:xfrm>
            <a:off x="5029200" y="1203469"/>
            <a:ext cx="2133600" cy="4872867"/>
          </a:xfrm>
          <a:prstGeom prst="rect">
            <a:avLst/>
          </a:prstGeom>
          <a:solidFill>
            <a:srgbClr val="F2F7FF"/>
          </a:solidFill>
          <a:ln w="9525">
            <a:solidFill>
              <a:srgbClr val="D0E4F5"/>
            </a:solidFill>
          </a:ln>
        </p:spPr>
        <p:txBody>
          <a:bodyPr/>
          <a:lstStyle/>
          <a:p>
            <a:endParaRPr/>
          </a:p>
        </p:txBody>
      </p:sp>
      <p:sp>
        <p:nvSpPr>
          <p:cNvPr id="31" name="P3Hdr"/>
          <p:cNvSpPr/>
          <p:nvPr/>
        </p:nvSpPr>
        <p:spPr>
          <a:xfrm>
            <a:off x="5029200" y="1203469"/>
            <a:ext cx="2133600" cy="380250"/>
          </a:xfrm>
          <a:prstGeom prst="rect">
            <a:avLst/>
          </a:prstGeom>
          <a:solidFill>
            <a:srgbClr val="0761AD"/>
          </a:solidFill>
          <a:ln>
            <a:noFill/>
          </a:ln>
        </p:spPr>
        <p:txBody>
          <a:bodyPr anchor="ctr"/>
          <a:lstStyle/>
          <a:p>
            <a:pPr algn="ctr"/>
            <a:r>
              <a:rPr lang="en-GB" sz="1400" b="1" dirty="0">
                <a:solidFill>
                  <a:srgbClr val="FFFFFF"/>
                </a:solidFill>
                <a:latin typeface="Segoe UI Black"/>
              </a:rPr>
              <a:t>✔  Test</a:t>
            </a:r>
          </a:p>
        </p:txBody>
      </p:sp>
      <p:sp>
        <p:nvSpPr>
          <p:cNvPr id="32" name="P3Body"/>
          <p:cNvSpPr txBox="1"/>
          <p:nvPr/>
        </p:nvSpPr>
        <p:spPr>
          <a:xfrm>
            <a:off x="5067300" y="1621819"/>
            <a:ext cx="2057400" cy="4454517"/>
          </a:xfrm>
          <a:prstGeom prst="rect">
            <a:avLst/>
          </a:prstGeom>
          <a:noFill/>
        </p:spPr>
        <p:txBody>
          <a:bodyPr wrap="square" lIns="91440" tIns="114300" rIns="91440" bIns="91440"/>
          <a:lstStyle/>
          <a:p>
            <a:pPr>
              <a:spcAft>
                <a:spcPts val="500"/>
              </a:spcAft>
            </a:pPr>
            <a:r>
              <a:rPr lang="en-GB" sz="1050" b="1" dirty="0">
                <a:solidFill>
                  <a:srgbClr val="00CBBB"/>
                </a:solidFill>
                <a:latin typeface="Segoe UI"/>
              </a:rPr>
              <a:t>⬤  </a:t>
            </a:r>
            <a:r>
              <a:rPr lang="en-GB" sz="1050" dirty="0">
                <a:solidFill>
                  <a:srgbClr val="333333"/>
                </a:solidFill>
                <a:latin typeface="Segoe UI"/>
              </a:rPr>
              <a:t>Solution Checker — AI quality &amp; security analysis in the pipeline</a:t>
            </a:r>
          </a:p>
          <a:p>
            <a:pPr>
              <a:spcAft>
                <a:spcPts val="500"/>
              </a:spcAft>
            </a:pPr>
            <a:r>
              <a:rPr lang="en-GB" sz="1050" b="1" dirty="0">
                <a:solidFill>
                  <a:srgbClr val="00CBBB"/>
                </a:solidFill>
                <a:latin typeface="Segoe UI"/>
              </a:rPr>
              <a:t>⬤  </a:t>
            </a:r>
            <a:r>
              <a:rPr lang="en-GB" sz="1050" dirty="0">
                <a:solidFill>
                  <a:srgbClr val="333333"/>
                </a:solidFill>
                <a:latin typeface="Segoe UI"/>
              </a:rPr>
              <a:t>Copilot explains formula errors and suggests fixes</a:t>
            </a:r>
          </a:p>
          <a:p>
            <a:pPr>
              <a:spcAft>
                <a:spcPts val="700"/>
              </a:spcAft>
            </a:pPr>
            <a:r>
              <a:rPr lang="en-GB" sz="1050" b="1" dirty="0">
                <a:solidFill>
                  <a:srgbClr val="1A87CD"/>
                </a:solidFill>
                <a:latin typeface="Segoe UI"/>
              </a:rPr>
              <a:t>⬤  </a:t>
            </a:r>
            <a:r>
              <a:rPr lang="en-GB" sz="1050" dirty="0">
                <a:solidFill>
                  <a:srgbClr val="555555"/>
                </a:solidFill>
                <a:latin typeface="Segoe UI"/>
              </a:rPr>
              <a:t>GitHub Copilot code review agent on every PR</a:t>
            </a:r>
          </a:p>
          <a:p>
            <a:pPr>
              <a:spcAft>
                <a:spcPts val="0"/>
              </a:spcAft>
            </a:pPr>
            <a:r>
              <a:rPr lang="en-GB" sz="1050" b="1" dirty="0">
                <a:solidFill>
                  <a:srgbClr val="C55A11"/>
                </a:solidFill>
                <a:latin typeface="Segoe UI"/>
              </a:rPr>
              <a:t>⬤  </a:t>
            </a:r>
            <a:r>
              <a:rPr lang="en-GB" sz="1050" dirty="0">
                <a:solidFill>
                  <a:srgbClr val="777777"/>
                </a:solidFill>
                <a:latin typeface="Segoe UI"/>
              </a:rPr>
              <a:t>AI-generated regression suites from solution diffs</a:t>
            </a:r>
          </a:p>
        </p:txBody>
      </p:sp>
      <p:sp>
        <p:nvSpPr>
          <p:cNvPr id="40" name="P4Bg"/>
          <p:cNvSpPr/>
          <p:nvPr/>
        </p:nvSpPr>
        <p:spPr>
          <a:xfrm>
            <a:off x="7277100" y="1203469"/>
            <a:ext cx="2133600" cy="4872867"/>
          </a:xfrm>
          <a:prstGeom prst="rect">
            <a:avLst/>
          </a:prstGeom>
          <a:solidFill>
            <a:srgbClr val="F2F7FF"/>
          </a:solidFill>
          <a:ln w="9525">
            <a:solidFill>
              <a:srgbClr val="D0E4F5"/>
            </a:solidFill>
          </a:ln>
        </p:spPr>
        <p:txBody>
          <a:bodyPr/>
          <a:lstStyle/>
          <a:p>
            <a:endParaRPr/>
          </a:p>
        </p:txBody>
      </p:sp>
      <p:sp>
        <p:nvSpPr>
          <p:cNvPr id="41" name="P4Hdr"/>
          <p:cNvSpPr/>
          <p:nvPr/>
        </p:nvSpPr>
        <p:spPr>
          <a:xfrm>
            <a:off x="7277100" y="1203469"/>
            <a:ext cx="2133600" cy="380250"/>
          </a:xfrm>
          <a:prstGeom prst="rect">
            <a:avLst/>
          </a:prstGeom>
          <a:solidFill>
            <a:srgbClr val="00CBBB"/>
          </a:solidFill>
          <a:ln>
            <a:noFill/>
          </a:ln>
        </p:spPr>
        <p:txBody>
          <a:bodyPr anchor="ctr"/>
          <a:lstStyle/>
          <a:p>
            <a:pPr algn="ctr"/>
            <a:r>
              <a:rPr lang="en-GB" sz="1400" b="1" dirty="0">
                <a:solidFill>
                  <a:srgbClr val="FFFFFF"/>
                </a:solidFill>
                <a:latin typeface="Segoe UI Black"/>
              </a:rPr>
              <a:t>🚀  Deploy</a:t>
            </a:r>
          </a:p>
        </p:txBody>
      </p:sp>
      <p:sp>
        <p:nvSpPr>
          <p:cNvPr id="42" name="P4Body"/>
          <p:cNvSpPr txBox="1"/>
          <p:nvPr/>
        </p:nvSpPr>
        <p:spPr>
          <a:xfrm>
            <a:off x="7315200" y="1621819"/>
            <a:ext cx="2057400" cy="4454517"/>
          </a:xfrm>
          <a:prstGeom prst="rect">
            <a:avLst/>
          </a:prstGeom>
          <a:noFill/>
        </p:spPr>
        <p:txBody>
          <a:bodyPr wrap="square" lIns="91440" tIns="114300" rIns="91440" bIns="91440"/>
          <a:lstStyle/>
          <a:p>
            <a:pPr>
              <a:spcAft>
                <a:spcPts val="500"/>
              </a:spcAft>
            </a:pPr>
            <a:r>
              <a:rPr lang="en-GB" sz="1050" b="1" dirty="0">
                <a:solidFill>
                  <a:srgbClr val="00CBBB"/>
                </a:solidFill>
                <a:latin typeface="Segoe UI"/>
              </a:rPr>
              <a:t>⬤  </a:t>
            </a:r>
            <a:r>
              <a:rPr lang="en-GB" sz="1050" dirty="0">
                <a:solidFill>
                  <a:srgbClr val="333333"/>
                </a:solidFill>
                <a:latin typeface="Segoe UI"/>
              </a:rPr>
              <a:t>AI component docs &amp; AI release notes in Pipelines</a:t>
            </a:r>
          </a:p>
          <a:p>
            <a:pPr>
              <a:spcAft>
                <a:spcPts val="500"/>
              </a:spcAft>
            </a:pPr>
            <a:r>
              <a:rPr lang="en-GB" sz="1050" b="1" dirty="0">
                <a:solidFill>
                  <a:srgbClr val="00CBBB"/>
                </a:solidFill>
                <a:latin typeface="Segoe UI"/>
              </a:rPr>
              <a:t>⬤  </a:t>
            </a:r>
            <a:r>
              <a:rPr lang="en-GB" sz="1050" dirty="0">
                <a:solidFill>
                  <a:srgbClr val="333333"/>
                </a:solidFill>
                <a:latin typeface="Segoe UI"/>
              </a:rPr>
              <a:t>Preflight conflict &amp; dependency detection</a:t>
            </a:r>
          </a:p>
          <a:p>
            <a:pPr>
              <a:spcAft>
                <a:spcPts val="700"/>
              </a:spcAft>
            </a:pPr>
            <a:r>
              <a:rPr lang="en-GB" sz="1050" b="1" dirty="0">
                <a:solidFill>
                  <a:srgbClr val="1A87CD"/>
                </a:solidFill>
                <a:latin typeface="Segoe UI"/>
              </a:rPr>
              <a:t>⬤  </a:t>
            </a:r>
            <a:r>
              <a:rPr lang="en-GB" sz="1050" dirty="0">
                <a:solidFill>
                  <a:srgbClr val="555555"/>
                </a:solidFill>
                <a:latin typeface="Segoe UI"/>
              </a:rPr>
              <a:t>GitHub Copilot PR summaries &amp; AI deployment risk scoring</a:t>
            </a:r>
          </a:p>
          <a:p>
            <a:pPr>
              <a:spcAft>
                <a:spcPts val="0"/>
              </a:spcAft>
            </a:pPr>
            <a:r>
              <a:rPr lang="en-GB" sz="1050" b="1" dirty="0">
                <a:solidFill>
                  <a:srgbClr val="C55A11"/>
                </a:solidFill>
                <a:latin typeface="Segoe UI"/>
              </a:rPr>
              <a:t>⬤  </a:t>
            </a:r>
            <a:r>
              <a:rPr lang="en-GB" sz="1050" dirty="0">
                <a:solidFill>
                  <a:srgbClr val="777777"/>
                </a:solidFill>
                <a:latin typeface="Segoe UI"/>
              </a:rPr>
              <a:t>AI recommends deployment windows, auto-reverses failures</a:t>
            </a:r>
          </a:p>
        </p:txBody>
      </p:sp>
      <p:sp>
        <p:nvSpPr>
          <p:cNvPr id="50" name="P5Bg"/>
          <p:cNvSpPr/>
          <p:nvPr/>
        </p:nvSpPr>
        <p:spPr>
          <a:xfrm>
            <a:off x="9525000" y="1203469"/>
            <a:ext cx="2133600" cy="4872867"/>
          </a:xfrm>
          <a:prstGeom prst="rect">
            <a:avLst/>
          </a:prstGeom>
          <a:solidFill>
            <a:srgbClr val="F2F7FF"/>
          </a:solidFill>
          <a:ln w="9525">
            <a:solidFill>
              <a:srgbClr val="D0E4F5"/>
            </a:solidFill>
          </a:ln>
        </p:spPr>
        <p:txBody>
          <a:bodyPr/>
          <a:lstStyle/>
          <a:p>
            <a:endParaRPr/>
          </a:p>
        </p:txBody>
      </p:sp>
      <p:sp>
        <p:nvSpPr>
          <p:cNvPr id="51" name="P5Hdr"/>
          <p:cNvSpPr/>
          <p:nvPr/>
        </p:nvSpPr>
        <p:spPr>
          <a:xfrm>
            <a:off x="9525000" y="1203469"/>
            <a:ext cx="2133600" cy="380250"/>
          </a:xfrm>
          <a:prstGeom prst="rect">
            <a:avLst/>
          </a:prstGeom>
          <a:solidFill>
            <a:srgbClr val="0761AD"/>
          </a:solidFill>
          <a:ln>
            <a:noFill/>
          </a:ln>
        </p:spPr>
        <p:txBody>
          <a:bodyPr anchor="ctr"/>
          <a:lstStyle/>
          <a:p>
            <a:pPr algn="ctr"/>
            <a:r>
              <a:rPr lang="en-GB" sz="1200" b="1" dirty="0">
                <a:solidFill>
                  <a:srgbClr val="FFFFFF"/>
                </a:solidFill>
                <a:latin typeface="Segoe UI Black"/>
              </a:rPr>
              <a:t>📊 Monitor &amp; ⚙ Operate</a:t>
            </a:r>
          </a:p>
        </p:txBody>
      </p:sp>
      <p:sp>
        <p:nvSpPr>
          <p:cNvPr id="52" name="P5Body"/>
          <p:cNvSpPr txBox="1"/>
          <p:nvPr/>
        </p:nvSpPr>
        <p:spPr>
          <a:xfrm>
            <a:off x="9563100" y="1621819"/>
            <a:ext cx="2057400" cy="4454517"/>
          </a:xfrm>
          <a:prstGeom prst="rect">
            <a:avLst/>
          </a:prstGeom>
          <a:noFill/>
        </p:spPr>
        <p:txBody>
          <a:bodyPr wrap="square" lIns="91440" tIns="114300" rIns="91440" bIns="91440"/>
          <a:lstStyle/>
          <a:p>
            <a:pPr>
              <a:spcAft>
                <a:spcPts val="500"/>
              </a:spcAft>
            </a:pPr>
            <a:r>
              <a:rPr lang="en-GB" sz="1050" b="1" dirty="0">
                <a:solidFill>
                  <a:srgbClr val="00CBBB"/>
                </a:solidFill>
                <a:latin typeface="Segoe UI"/>
              </a:rPr>
              <a:t>⬤  </a:t>
            </a:r>
            <a:r>
              <a:rPr lang="en-GB" sz="1050" dirty="0">
                <a:solidFill>
                  <a:srgbClr val="333333"/>
                </a:solidFill>
                <a:latin typeface="Segoe UI"/>
              </a:rPr>
              <a:t>PP Monitor alerts (GA 2026) — proactive alerting for apps, agents &amp; flows</a:t>
            </a:r>
          </a:p>
          <a:p>
            <a:pPr>
              <a:spcAft>
                <a:spcPts val="500"/>
              </a:spcAft>
            </a:pPr>
            <a:r>
              <a:rPr lang="en-GB" sz="1050" b="1" dirty="0">
                <a:solidFill>
                  <a:srgbClr val="00CBBB"/>
                </a:solidFill>
                <a:latin typeface="Segoe UI"/>
              </a:rPr>
              <a:t>⬤  </a:t>
            </a:r>
            <a:r>
              <a:rPr lang="en-GB" sz="1050" dirty="0">
                <a:solidFill>
                  <a:srgbClr val="333333"/>
                </a:solidFill>
                <a:latin typeface="Segoe UI"/>
              </a:rPr>
              <a:t>Copilot in model-driven apps — users query data in natural language</a:t>
            </a:r>
          </a:p>
          <a:p>
            <a:pPr>
              <a:spcAft>
                <a:spcPts val="700"/>
              </a:spcAft>
            </a:pPr>
            <a:r>
              <a:rPr lang="en-GB" sz="1050" b="1" dirty="0">
                <a:solidFill>
                  <a:srgbClr val="1A87CD"/>
                </a:solidFill>
                <a:latin typeface="Segoe UI"/>
              </a:rPr>
              <a:t>⬤  </a:t>
            </a:r>
            <a:r>
              <a:rPr lang="en-GB" sz="1050" dirty="0">
                <a:solidFill>
                  <a:srgbClr val="555555"/>
                </a:solidFill>
                <a:latin typeface="Segoe UI"/>
              </a:rPr>
              <a:t>AIOps — AI-correlated incidents, self-healing infrastructure</a:t>
            </a:r>
          </a:p>
          <a:p>
            <a:pPr>
              <a:spcAft>
                <a:spcPts val="0"/>
              </a:spcAft>
            </a:pPr>
            <a:r>
              <a:rPr lang="en-GB" sz="1050" b="1" dirty="0">
                <a:solidFill>
                  <a:srgbClr val="C55A11"/>
                </a:solidFill>
                <a:latin typeface="Segoe UI"/>
              </a:rPr>
              <a:t>⬤  </a:t>
            </a:r>
            <a:r>
              <a:rPr lang="en-GB" sz="1050" dirty="0">
                <a:solidFill>
                  <a:srgbClr val="777777"/>
                </a:solidFill>
                <a:latin typeface="Segoe UI"/>
              </a:rPr>
              <a:t>AI suggests optimisations from usage telemetry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4644D-B39E-F5BE-E7E6-14EE329E1D2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41B9C33-20E5-989B-84BF-6A62585C4755}"/>
              </a:ext>
            </a:extLst>
          </p:cNvPr>
          <p:cNvSpPr>
            <a:spLocks noGrp="1"/>
          </p:cNvSpPr>
          <p:nvPr>
            <p:ph type="title"/>
          </p:nvPr>
        </p:nvSpPr>
        <p:spPr/>
        <p:txBody>
          <a:bodyPr/>
          <a:lstStyle/>
          <a:p>
            <a:r>
              <a:rPr lang="en-GB" dirty="0"/>
              <a:t>Lab 1</a:t>
            </a:r>
            <a:endParaRPr lang="en-US" dirty="0"/>
          </a:p>
        </p:txBody>
      </p:sp>
      <p:sp>
        <p:nvSpPr>
          <p:cNvPr id="5" name="Text Placeholder 4">
            <a:extLst>
              <a:ext uri="{FF2B5EF4-FFF2-40B4-BE49-F238E27FC236}">
                <a16:creationId xmlns:a16="http://schemas.microsoft.com/office/drawing/2014/main" id="{31913C9B-D31A-F709-72A9-B7862780C08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31871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Environments</a:t>
            </a:r>
          </a:p>
        </p:txBody>
      </p:sp>
      <p:sp>
        <p:nvSpPr>
          <p:cNvPr id="10" name="DefBg"/>
          <p:cNvSpPr/>
          <p:nvPr/>
        </p:nvSpPr>
        <p:spPr>
          <a:xfrm>
            <a:off x="457200" y="914400"/>
            <a:ext cx="6858000" cy="718682"/>
          </a:xfrm>
          <a:prstGeom prst="rect">
            <a:avLst/>
          </a:prstGeom>
          <a:solidFill>
            <a:srgbClr val="EBF5FB"/>
          </a:solidFill>
          <a:ln w="19050">
            <a:solidFill>
              <a:srgbClr val="00CBBB"/>
            </a:solidFill>
          </a:ln>
        </p:spPr>
        <p:txBody>
          <a:bodyPr/>
          <a:lstStyle/>
          <a:p>
            <a:endParaRPr/>
          </a:p>
        </p:txBody>
      </p:sp>
      <p:sp>
        <p:nvSpPr>
          <p:cNvPr id="11" name="DefAccent"/>
          <p:cNvSpPr/>
          <p:nvPr/>
        </p:nvSpPr>
        <p:spPr>
          <a:xfrm>
            <a:off x="457200" y="914399"/>
            <a:ext cx="70600" cy="718681"/>
          </a:xfrm>
          <a:prstGeom prst="rect">
            <a:avLst/>
          </a:prstGeom>
          <a:solidFill>
            <a:srgbClr val="00CBBB"/>
          </a:solidFill>
          <a:ln>
            <a:noFill/>
          </a:ln>
        </p:spPr>
        <p:txBody>
          <a:bodyPr/>
          <a:lstStyle/>
          <a:p>
            <a:endParaRPr/>
          </a:p>
        </p:txBody>
      </p:sp>
      <p:sp>
        <p:nvSpPr>
          <p:cNvPr id="12" name="DefText_marker"/>
          <p:cNvSpPr txBox="1"/>
          <p:nvPr/>
        </p:nvSpPr>
        <p:spPr>
          <a:xfrm>
            <a:off x="571500" y="851501"/>
            <a:ext cx="6700000" cy="718682"/>
          </a:xfrm>
          <a:prstGeom prst="rect">
            <a:avLst/>
          </a:prstGeom>
          <a:noFill/>
        </p:spPr>
        <p:txBody>
          <a:bodyPr wrap="square" lIns="91440" tIns="91440" rIns="91440" bIns="91440"/>
          <a:lstStyle/>
          <a:p>
            <a:pPr>
              <a:lnSpc>
                <a:spcPct val="115000"/>
              </a:lnSpc>
            </a:pPr>
            <a:r>
              <a:rPr lang="en-GB" sz="1150" dirty="0">
                <a:solidFill>
                  <a:srgbClr val="333333"/>
                </a:solidFill>
                <a:latin typeface="Segoe UI"/>
              </a:rPr>
              <a:t>An </a:t>
            </a:r>
            <a:r>
              <a:rPr lang="en-GB" sz="1300" b="1" dirty="0">
                <a:solidFill>
                  <a:srgbClr val="0761AD"/>
                </a:solidFill>
                <a:latin typeface="Segoe UI"/>
              </a:rPr>
              <a:t>Environment</a:t>
            </a:r>
            <a:r>
              <a:rPr lang="en-GB" sz="1150" dirty="0">
                <a:solidFill>
                  <a:srgbClr val="333333"/>
                </a:solidFill>
                <a:latin typeface="Segoe UI"/>
              </a:rPr>
              <a:t> is a dedicated space in the Power Platform where you store, manage, and run apps, flows, agents and data. Each environment has its own Dataverse database, security boundary, and set of resources — completely isolated from other environments in your tenant.</a:t>
            </a:r>
          </a:p>
        </p:txBody>
      </p:sp>
      <p:sp>
        <p:nvSpPr>
          <p:cNvPr id="20" name="TypesPanelBg"/>
          <p:cNvSpPr/>
          <p:nvPr/>
        </p:nvSpPr>
        <p:spPr>
          <a:xfrm>
            <a:off x="7543800" y="914400"/>
            <a:ext cx="4191000" cy="5486400"/>
          </a:xfrm>
          <a:prstGeom prst="rect">
            <a:avLst/>
          </a:prstGeom>
          <a:solidFill>
            <a:srgbClr val="F2F7FF"/>
          </a:solidFill>
          <a:ln w="19050">
            <a:solidFill>
              <a:srgbClr val="0761AD"/>
            </a:solidFill>
          </a:ln>
        </p:spPr>
        <p:txBody>
          <a:bodyPr/>
          <a:lstStyle/>
          <a:p>
            <a:endParaRPr/>
          </a:p>
        </p:txBody>
      </p:sp>
      <p:sp>
        <p:nvSpPr>
          <p:cNvPr id="21" name="TypesHdr"/>
          <p:cNvSpPr/>
          <p:nvPr/>
        </p:nvSpPr>
        <p:spPr>
          <a:xfrm>
            <a:off x="7543800" y="914400"/>
            <a:ext cx="4191000" cy="419100"/>
          </a:xfrm>
          <a:prstGeom prst="rect">
            <a:avLst/>
          </a:prstGeom>
          <a:solidFill>
            <a:srgbClr val="0761AD"/>
          </a:solidFill>
          <a:ln>
            <a:noFill/>
          </a:ln>
        </p:spPr>
        <p:txBody>
          <a:bodyPr anchor="ctr"/>
          <a:lstStyle/>
          <a:p>
            <a:pPr algn="ctr"/>
            <a:r>
              <a:rPr lang="en-GB" sz="1200" b="1" dirty="0">
                <a:solidFill>
                  <a:srgbClr val="FFFFFF"/>
                </a:solidFill>
                <a:latin typeface="Segoe UI"/>
              </a:rPr>
              <a:t>Environment Types</a:t>
            </a:r>
          </a:p>
        </p:txBody>
      </p:sp>
      <p:sp>
        <p:nvSpPr>
          <p:cNvPr id="30" name="ProdCard"/>
          <p:cNvSpPr/>
          <p:nvPr/>
        </p:nvSpPr>
        <p:spPr>
          <a:xfrm>
            <a:off x="7543800" y="1333500"/>
            <a:ext cx="4191000" cy="1013460"/>
          </a:xfrm>
          <a:prstGeom prst="rect">
            <a:avLst/>
          </a:prstGeom>
          <a:solidFill>
            <a:srgbClr val="FFFFFF"/>
          </a:solidFill>
          <a:ln w="9525">
            <a:solidFill>
              <a:srgbClr val="D0E4F5"/>
            </a:solidFill>
          </a:ln>
        </p:spPr>
        <p:txBody>
          <a:bodyPr/>
          <a:lstStyle/>
          <a:p>
            <a:endParaRPr/>
          </a:p>
        </p:txBody>
      </p:sp>
      <p:sp>
        <p:nvSpPr>
          <p:cNvPr id="31" name="ProdAccent"/>
          <p:cNvSpPr/>
          <p:nvPr/>
        </p:nvSpPr>
        <p:spPr>
          <a:xfrm>
            <a:off x="7543800" y="1333500"/>
            <a:ext cx="38100" cy="1013460"/>
          </a:xfrm>
          <a:prstGeom prst="rect">
            <a:avLst/>
          </a:prstGeom>
          <a:solidFill>
            <a:srgbClr val="0761AD"/>
          </a:solidFill>
          <a:ln>
            <a:noFill/>
          </a:ln>
        </p:spPr>
        <p:txBody>
          <a:bodyPr/>
          <a:lstStyle/>
          <a:p>
            <a:endParaRPr/>
          </a:p>
        </p:txBody>
      </p:sp>
      <p:sp>
        <p:nvSpPr>
          <p:cNvPr id="32" name="ProdText"/>
          <p:cNvSpPr txBox="1"/>
          <p:nvPr/>
        </p:nvSpPr>
        <p:spPr>
          <a:xfrm>
            <a:off x="7619100" y="1333500"/>
            <a:ext cx="4076700" cy="1013460"/>
          </a:xfrm>
          <a:prstGeom prst="rect">
            <a:avLst/>
          </a:prstGeom>
          <a:noFill/>
        </p:spPr>
        <p:txBody>
          <a:bodyPr lIns="91440" tIns="91440" rIns="91440" bIns="45720"/>
          <a:lstStyle/>
          <a:p>
            <a:r>
              <a:rPr lang="en-GB" sz="1100" b="1" dirty="0">
                <a:solidFill>
                  <a:srgbClr val="0761AD"/>
                </a:solidFill>
                <a:latin typeface="Segoe UI"/>
              </a:rPr>
              <a:t>Production</a:t>
            </a:r>
          </a:p>
          <a:p>
            <a:pPr>
              <a:lnSpc>
                <a:spcPct val="110000"/>
              </a:lnSpc>
            </a:pPr>
            <a:r>
              <a:rPr lang="en-GB" sz="900" dirty="0">
                <a:solidFill>
                  <a:srgbClr val="555555"/>
                </a:solidFill>
                <a:latin typeface="Segoe UI"/>
              </a:rPr>
              <a:t>Live environment for end users. Full Dataverse capacity. Requires a paid licence. Intended for business-critical applications only.</a:t>
            </a:r>
          </a:p>
        </p:txBody>
      </p:sp>
      <p:sp>
        <p:nvSpPr>
          <p:cNvPr id="40" name="SboxCard"/>
          <p:cNvSpPr/>
          <p:nvPr/>
        </p:nvSpPr>
        <p:spPr>
          <a:xfrm>
            <a:off x="7543800" y="2346960"/>
            <a:ext cx="4191000" cy="1013460"/>
          </a:xfrm>
          <a:prstGeom prst="rect">
            <a:avLst/>
          </a:prstGeom>
          <a:solidFill>
            <a:srgbClr val="F2F7FF"/>
          </a:solidFill>
          <a:ln w="9525">
            <a:solidFill>
              <a:srgbClr val="D0E4F5"/>
            </a:solidFill>
          </a:ln>
        </p:spPr>
        <p:txBody>
          <a:bodyPr/>
          <a:lstStyle/>
          <a:p>
            <a:endParaRPr/>
          </a:p>
        </p:txBody>
      </p:sp>
      <p:sp>
        <p:nvSpPr>
          <p:cNvPr id="41" name="SboxAccent"/>
          <p:cNvSpPr/>
          <p:nvPr/>
        </p:nvSpPr>
        <p:spPr>
          <a:xfrm>
            <a:off x="7543800" y="2346960"/>
            <a:ext cx="38100" cy="1013460"/>
          </a:xfrm>
          <a:prstGeom prst="rect">
            <a:avLst/>
          </a:prstGeom>
          <a:solidFill>
            <a:srgbClr val="1A87CD"/>
          </a:solidFill>
          <a:ln>
            <a:noFill/>
          </a:ln>
        </p:spPr>
        <p:txBody>
          <a:bodyPr/>
          <a:lstStyle/>
          <a:p>
            <a:endParaRPr/>
          </a:p>
        </p:txBody>
      </p:sp>
      <p:sp>
        <p:nvSpPr>
          <p:cNvPr id="42" name="SboxText"/>
          <p:cNvSpPr txBox="1"/>
          <p:nvPr/>
        </p:nvSpPr>
        <p:spPr>
          <a:xfrm>
            <a:off x="7619100" y="2346960"/>
            <a:ext cx="4076700" cy="1013460"/>
          </a:xfrm>
          <a:prstGeom prst="rect">
            <a:avLst/>
          </a:prstGeom>
          <a:noFill/>
        </p:spPr>
        <p:txBody>
          <a:bodyPr lIns="91440" tIns="91440" rIns="91440" bIns="45720"/>
          <a:lstStyle/>
          <a:p>
            <a:r>
              <a:rPr lang="en-GB" sz="1100" b="1" dirty="0">
                <a:solidFill>
                  <a:srgbClr val="0761AD"/>
                </a:solidFill>
                <a:latin typeface="Segoe UI"/>
              </a:rPr>
              <a:t>Sandbox</a:t>
            </a:r>
          </a:p>
          <a:p>
            <a:pPr>
              <a:lnSpc>
                <a:spcPct val="110000"/>
              </a:lnSpc>
            </a:pPr>
            <a:r>
              <a:rPr lang="en-GB" sz="900" dirty="0">
                <a:solidFill>
                  <a:srgbClr val="555555"/>
                </a:solidFill>
                <a:latin typeface="Segoe UI"/>
              </a:rPr>
              <a:t>Non-production environment used for testing, QA, and UAT. Can be reset and copied. Ideal for Test and UAT stages in the ALM pipeline.</a:t>
            </a:r>
          </a:p>
        </p:txBody>
      </p:sp>
      <p:sp>
        <p:nvSpPr>
          <p:cNvPr id="50" name="DevCard"/>
          <p:cNvSpPr/>
          <p:nvPr/>
        </p:nvSpPr>
        <p:spPr>
          <a:xfrm>
            <a:off x="7543800" y="3360420"/>
            <a:ext cx="4191000" cy="1013460"/>
          </a:xfrm>
          <a:prstGeom prst="rect">
            <a:avLst/>
          </a:prstGeom>
          <a:solidFill>
            <a:srgbClr val="FFFFFF"/>
          </a:solidFill>
          <a:ln w="9525">
            <a:solidFill>
              <a:srgbClr val="D0E4F5"/>
            </a:solidFill>
          </a:ln>
        </p:spPr>
        <p:txBody>
          <a:bodyPr/>
          <a:lstStyle/>
          <a:p>
            <a:endParaRPr/>
          </a:p>
        </p:txBody>
      </p:sp>
      <p:sp>
        <p:nvSpPr>
          <p:cNvPr id="51" name="DevAccent"/>
          <p:cNvSpPr/>
          <p:nvPr/>
        </p:nvSpPr>
        <p:spPr>
          <a:xfrm>
            <a:off x="7543800" y="3360420"/>
            <a:ext cx="38100" cy="1013460"/>
          </a:xfrm>
          <a:prstGeom prst="rect">
            <a:avLst/>
          </a:prstGeom>
          <a:solidFill>
            <a:srgbClr val="00CBBB"/>
          </a:solidFill>
          <a:ln>
            <a:noFill/>
          </a:ln>
        </p:spPr>
        <p:txBody>
          <a:bodyPr/>
          <a:lstStyle/>
          <a:p>
            <a:endParaRPr/>
          </a:p>
        </p:txBody>
      </p:sp>
      <p:sp>
        <p:nvSpPr>
          <p:cNvPr id="52" name="DevText"/>
          <p:cNvSpPr txBox="1"/>
          <p:nvPr/>
        </p:nvSpPr>
        <p:spPr>
          <a:xfrm>
            <a:off x="7619100" y="3360420"/>
            <a:ext cx="4076700" cy="1013460"/>
          </a:xfrm>
          <a:prstGeom prst="rect">
            <a:avLst/>
          </a:prstGeom>
          <a:noFill/>
        </p:spPr>
        <p:txBody>
          <a:bodyPr lIns="91440" tIns="91440" rIns="91440" bIns="45720"/>
          <a:lstStyle/>
          <a:p>
            <a:r>
              <a:rPr lang="en-GB" sz="1100" b="1" dirty="0">
                <a:solidFill>
                  <a:srgbClr val="00CBBB"/>
                </a:solidFill>
                <a:latin typeface="Segoe UI"/>
              </a:rPr>
              <a:t>Developer</a:t>
            </a:r>
          </a:p>
          <a:p>
            <a:pPr>
              <a:lnSpc>
                <a:spcPct val="110000"/>
              </a:lnSpc>
            </a:pPr>
            <a:r>
              <a:rPr lang="en-GB" sz="900" dirty="0">
                <a:solidFill>
                  <a:srgbClr val="555555"/>
                </a:solidFill>
                <a:latin typeface="Segoe UI"/>
              </a:rPr>
              <a:t>Free personal environment for a single developer. Full Dataverse and premium connectors. Used as the DEV environment in this bootcamp.</a:t>
            </a:r>
          </a:p>
        </p:txBody>
      </p:sp>
      <p:sp>
        <p:nvSpPr>
          <p:cNvPr id="60" name="TrialCard"/>
          <p:cNvSpPr/>
          <p:nvPr/>
        </p:nvSpPr>
        <p:spPr>
          <a:xfrm>
            <a:off x="7543800" y="4373880"/>
            <a:ext cx="4191000" cy="1013460"/>
          </a:xfrm>
          <a:prstGeom prst="rect">
            <a:avLst/>
          </a:prstGeom>
          <a:solidFill>
            <a:srgbClr val="F2F7FF"/>
          </a:solidFill>
          <a:ln w="9525">
            <a:solidFill>
              <a:srgbClr val="D0E4F5"/>
            </a:solidFill>
          </a:ln>
        </p:spPr>
        <p:txBody>
          <a:bodyPr/>
          <a:lstStyle/>
          <a:p>
            <a:endParaRPr/>
          </a:p>
        </p:txBody>
      </p:sp>
      <p:sp>
        <p:nvSpPr>
          <p:cNvPr id="61" name="TrialAccent"/>
          <p:cNvSpPr/>
          <p:nvPr/>
        </p:nvSpPr>
        <p:spPr>
          <a:xfrm>
            <a:off x="7543800" y="4373880"/>
            <a:ext cx="38100" cy="1013460"/>
          </a:xfrm>
          <a:prstGeom prst="rect">
            <a:avLst/>
          </a:prstGeom>
          <a:solidFill>
            <a:srgbClr val="1A87CD"/>
          </a:solidFill>
          <a:ln>
            <a:noFill/>
          </a:ln>
        </p:spPr>
        <p:txBody>
          <a:bodyPr/>
          <a:lstStyle/>
          <a:p>
            <a:endParaRPr/>
          </a:p>
        </p:txBody>
      </p:sp>
      <p:sp>
        <p:nvSpPr>
          <p:cNvPr id="62" name="TrialText"/>
          <p:cNvSpPr txBox="1"/>
          <p:nvPr/>
        </p:nvSpPr>
        <p:spPr>
          <a:xfrm>
            <a:off x="7619100" y="4373880"/>
            <a:ext cx="4076700" cy="1013460"/>
          </a:xfrm>
          <a:prstGeom prst="rect">
            <a:avLst/>
          </a:prstGeom>
          <a:noFill/>
        </p:spPr>
        <p:txBody>
          <a:bodyPr lIns="91440" tIns="91440" rIns="91440" bIns="45720"/>
          <a:lstStyle/>
          <a:p>
            <a:r>
              <a:rPr lang="en-GB" sz="1100" b="1" dirty="0">
                <a:solidFill>
                  <a:srgbClr val="0761AD"/>
                </a:solidFill>
                <a:latin typeface="Segoe UI"/>
              </a:rPr>
              <a:t>Trial</a:t>
            </a:r>
          </a:p>
          <a:p>
            <a:pPr>
              <a:lnSpc>
                <a:spcPct val="110000"/>
              </a:lnSpc>
            </a:pPr>
            <a:r>
              <a:rPr lang="en-GB" sz="900" dirty="0">
                <a:solidFill>
                  <a:srgbClr val="555555"/>
                </a:solidFill>
                <a:latin typeface="Segoe UI"/>
              </a:rPr>
              <a:t>30-day temporary environment for evaluating Power Platform. Automatically expires. Not suitable for ALM pipelines.</a:t>
            </a:r>
          </a:p>
        </p:txBody>
      </p:sp>
      <p:sp>
        <p:nvSpPr>
          <p:cNvPr id="70" name="DefaultCard"/>
          <p:cNvSpPr/>
          <p:nvPr/>
        </p:nvSpPr>
        <p:spPr>
          <a:xfrm>
            <a:off x="7543800" y="5387340"/>
            <a:ext cx="4191000" cy="1013460"/>
          </a:xfrm>
          <a:prstGeom prst="rect">
            <a:avLst/>
          </a:prstGeom>
          <a:solidFill>
            <a:srgbClr val="FFFFFF"/>
          </a:solidFill>
          <a:ln w="9525">
            <a:solidFill>
              <a:srgbClr val="D0E4F5"/>
            </a:solidFill>
          </a:ln>
        </p:spPr>
        <p:txBody>
          <a:bodyPr/>
          <a:lstStyle/>
          <a:p>
            <a:endParaRPr/>
          </a:p>
        </p:txBody>
      </p:sp>
      <p:sp>
        <p:nvSpPr>
          <p:cNvPr id="71" name="DefaultAccent"/>
          <p:cNvSpPr/>
          <p:nvPr/>
        </p:nvSpPr>
        <p:spPr>
          <a:xfrm>
            <a:off x="7543800" y="5387340"/>
            <a:ext cx="38100" cy="1013460"/>
          </a:xfrm>
          <a:prstGeom prst="rect">
            <a:avLst/>
          </a:prstGeom>
          <a:solidFill>
            <a:srgbClr val="AAAAAA"/>
          </a:solidFill>
          <a:ln>
            <a:noFill/>
          </a:ln>
        </p:spPr>
        <p:txBody>
          <a:bodyPr/>
          <a:lstStyle/>
          <a:p>
            <a:endParaRPr/>
          </a:p>
        </p:txBody>
      </p:sp>
      <p:sp>
        <p:nvSpPr>
          <p:cNvPr id="72" name="DefaultText"/>
          <p:cNvSpPr txBox="1"/>
          <p:nvPr/>
        </p:nvSpPr>
        <p:spPr>
          <a:xfrm>
            <a:off x="7619100" y="5387340"/>
            <a:ext cx="4076700" cy="1013460"/>
          </a:xfrm>
          <a:prstGeom prst="rect">
            <a:avLst/>
          </a:prstGeom>
          <a:noFill/>
        </p:spPr>
        <p:txBody>
          <a:bodyPr lIns="91440" tIns="91440" rIns="91440" bIns="45720"/>
          <a:lstStyle/>
          <a:p>
            <a:r>
              <a:rPr lang="en-GB" sz="1100" b="1" dirty="0">
                <a:solidFill>
                  <a:srgbClr val="888888"/>
                </a:solidFill>
                <a:latin typeface="Segoe UI"/>
              </a:rPr>
              <a:t>Default</a:t>
            </a:r>
          </a:p>
          <a:p>
            <a:pPr>
              <a:lnSpc>
                <a:spcPct val="110000"/>
              </a:lnSpc>
            </a:pPr>
            <a:r>
              <a:rPr lang="en-GB" sz="900" dirty="0">
                <a:solidFill>
                  <a:srgbClr val="555555"/>
                </a:solidFill>
                <a:latin typeface="Segoe UI"/>
              </a:rPr>
              <a:t>Shared tenant environment created automatically. Cannot be deleted. Avoid using in ALM pipelines — no isolation or control.</a:t>
            </a:r>
          </a:p>
        </p:txBody>
      </p:sp>
      <p:sp>
        <p:nvSpPr>
          <p:cNvPr id="80" name="ALMHdr"/>
          <p:cNvSpPr/>
          <p:nvPr/>
        </p:nvSpPr>
        <p:spPr>
          <a:xfrm>
            <a:off x="457200" y="1690082"/>
            <a:ext cx="6858000" cy="342900"/>
          </a:xfrm>
          <a:prstGeom prst="rect">
            <a:avLst/>
          </a:prstGeom>
          <a:solidFill>
            <a:srgbClr val="0761AD"/>
          </a:solidFill>
          <a:ln>
            <a:noFill/>
          </a:ln>
        </p:spPr>
        <p:txBody>
          <a:bodyPr lIns="182880" anchor="ctr"/>
          <a:lstStyle/>
          <a:p>
            <a:r>
              <a:rPr lang="en-GB" sz="1100" b="1" dirty="0">
                <a:solidFill>
                  <a:srgbClr val="FFFFFF"/>
                </a:solidFill>
                <a:latin typeface="Segoe UI"/>
              </a:rPr>
              <a:t>How Environments Fit Into the ALM Pipeline</a:t>
            </a:r>
          </a:p>
        </p:txBody>
      </p:sp>
      <p:sp>
        <p:nvSpPr>
          <p:cNvPr id="81" name="PipelineBg"/>
          <p:cNvSpPr/>
          <p:nvPr/>
        </p:nvSpPr>
        <p:spPr>
          <a:xfrm>
            <a:off x="457200" y="2089982"/>
            <a:ext cx="6858000" cy="4267800"/>
          </a:xfrm>
          <a:prstGeom prst="rect">
            <a:avLst/>
          </a:prstGeom>
          <a:solidFill>
            <a:srgbClr val="F2F7FF"/>
          </a:solidFill>
          <a:ln w="9525">
            <a:solidFill>
              <a:srgbClr val="D0E4F5"/>
            </a:solidFill>
          </a:ln>
        </p:spPr>
        <p:txBody>
          <a:bodyPr/>
          <a:lstStyle/>
          <a:p>
            <a:endParaRPr/>
          </a:p>
        </p:txBody>
      </p:sp>
      <p:sp>
        <p:nvSpPr>
          <p:cNvPr id="90" name="DevStage"/>
          <p:cNvSpPr/>
          <p:nvPr/>
        </p:nvSpPr>
        <p:spPr>
          <a:xfrm>
            <a:off x="571500" y="2089982"/>
            <a:ext cx="6629400" cy="870000"/>
          </a:xfrm>
          <a:prstGeom prst="rect">
            <a:avLst/>
          </a:prstGeom>
          <a:solidFill>
            <a:srgbClr val="E8F8F7"/>
          </a:solidFill>
          <a:ln w="19050">
            <a:solidFill>
              <a:srgbClr val="00CBBB"/>
            </a:solidFill>
          </a:ln>
        </p:spPr>
        <p:txBody>
          <a:bodyPr/>
          <a:lstStyle/>
          <a:p>
            <a:endParaRPr/>
          </a:p>
        </p:txBody>
      </p:sp>
      <p:sp>
        <p:nvSpPr>
          <p:cNvPr id="91" name="DevBadge"/>
          <p:cNvSpPr/>
          <p:nvPr/>
        </p:nvSpPr>
        <p:spPr>
          <a:xfrm>
            <a:off x="571499" y="2089982"/>
            <a:ext cx="720441" cy="870000"/>
          </a:xfrm>
          <a:prstGeom prst="rect">
            <a:avLst/>
          </a:prstGeom>
          <a:solidFill>
            <a:srgbClr val="00CBBB"/>
          </a:solidFill>
          <a:ln>
            <a:noFill/>
          </a:ln>
        </p:spPr>
        <p:txBody>
          <a:bodyPr anchor="ctr"/>
          <a:lstStyle/>
          <a:p>
            <a:pPr algn="ctr"/>
            <a:r>
              <a:rPr lang="en-GB" sz="1400" b="1" dirty="0">
                <a:solidFill>
                  <a:srgbClr val="FFFFFF"/>
                </a:solidFill>
                <a:latin typeface="Segoe UI Black"/>
              </a:rPr>
              <a:t>DEV</a:t>
            </a:r>
          </a:p>
        </p:txBody>
      </p:sp>
      <p:sp>
        <p:nvSpPr>
          <p:cNvPr id="92" name="DevStageText"/>
          <p:cNvSpPr txBox="1"/>
          <p:nvPr/>
        </p:nvSpPr>
        <p:spPr>
          <a:xfrm>
            <a:off x="1219200" y="2089982"/>
            <a:ext cx="5981700" cy="870000"/>
          </a:xfrm>
          <a:prstGeom prst="rect">
            <a:avLst/>
          </a:prstGeom>
          <a:noFill/>
        </p:spPr>
        <p:txBody>
          <a:bodyPr lIns="182880" tIns="91440" rIns="182880" bIns="91440"/>
          <a:lstStyle/>
          <a:p>
            <a:r>
              <a:rPr lang="en-GB" sz="1100" b="1" dirty="0">
                <a:solidFill>
                  <a:srgbClr val="00CBBB"/>
                </a:solidFill>
                <a:latin typeface="Segoe UI"/>
              </a:rPr>
              <a:t>Development Environment</a:t>
            </a:r>
            <a:r>
              <a:rPr lang="en-GB" sz="1000" dirty="0">
                <a:solidFill>
                  <a:srgbClr val="888888"/>
                </a:solidFill>
                <a:latin typeface="Segoe UI"/>
              </a:rPr>
              <a:t>  —  Developer type</a:t>
            </a:r>
          </a:p>
          <a:p>
            <a:pPr>
              <a:lnSpc>
                <a:spcPct val="110000"/>
              </a:lnSpc>
            </a:pPr>
            <a:r>
              <a:rPr lang="en-GB" sz="950" dirty="0">
                <a:solidFill>
                  <a:srgbClr val="444444"/>
                </a:solidFill>
                <a:latin typeface="Segoe UI"/>
              </a:rPr>
              <a:t>Where makers build. Unmanaged solutions live here. Changes are exported by the pipeline and committed to source control. One per developer.</a:t>
            </a:r>
          </a:p>
        </p:txBody>
      </p:sp>
      <p:sp>
        <p:nvSpPr>
          <p:cNvPr id="93" name="Arr1"/>
          <p:cNvSpPr/>
          <p:nvPr/>
        </p:nvSpPr>
        <p:spPr>
          <a:xfrm>
            <a:off x="3657600" y="2959982"/>
            <a:ext cx="0" cy="228600"/>
          </a:xfrm>
          <a:prstGeom prst="line">
            <a:avLst/>
          </a:prstGeom>
          <a:noFill/>
          <a:ln w="28575">
            <a:solidFill>
              <a:srgbClr val="00CBBB"/>
            </a:solidFill>
            <a:tailEnd type="arrow" w="med" len="med"/>
          </a:ln>
        </p:spPr>
        <p:txBody>
          <a:bodyPr/>
          <a:lstStyle/>
          <a:p>
            <a:endParaRPr/>
          </a:p>
        </p:txBody>
      </p:sp>
      <p:sp>
        <p:nvSpPr>
          <p:cNvPr id="100" name="TestStage"/>
          <p:cNvSpPr/>
          <p:nvPr/>
        </p:nvSpPr>
        <p:spPr>
          <a:xfrm>
            <a:off x="571500" y="3188582"/>
            <a:ext cx="6629400" cy="870000"/>
          </a:xfrm>
          <a:prstGeom prst="rect">
            <a:avLst/>
          </a:prstGeom>
          <a:solidFill>
            <a:srgbClr val="EBF2FA"/>
          </a:solidFill>
          <a:ln w="19050">
            <a:solidFill>
              <a:srgbClr val="1A87CD"/>
            </a:solidFill>
          </a:ln>
        </p:spPr>
        <p:txBody>
          <a:bodyPr/>
          <a:lstStyle/>
          <a:p>
            <a:endParaRPr/>
          </a:p>
        </p:txBody>
      </p:sp>
      <p:sp>
        <p:nvSpPr>
          <p:cNvPr id="101" name="TestBadge"/>
          <p:cNvSpPr/>
          <p:nvPr/>
        </p:nvSpPr>
        <p:spPr>
          <a:xfrm>
            <a:off x="571500" y="3188582"/>
            <a:ext cx="720444" cy="870000"/>
          </a:xfrm>
          <a:prstGeom prst="rect">
            <a:avLst/>
          </a:prstGeom>
          <a:solidFill>
            <a:srgbClr val="1A87CD"/>
          </a:solidFill>
          <a:ln>
            <a:noFill/>
          </a:ln>
        </p:spPr>
        <p:txBody>
          <a:bodyPr anchor="ctr"/>
          <a:lstStyle/>
          <a:p>
            <a:pPr algn="ctr"/>
            <a:r>
              <a:rPr lang="en-GB" sz="1400" b="1" dirty="0">
                <a:solidFill>
                  <a:srgbClr val="FFFFFF"/>
                </a:solidFill>
                <a:latin typeface="Segoe UI Black"/>
              </a:rPr>
              <a:t>TEST</a:t>
            </a:r>
          </a:p>
        </p:txBody>
      </p:sp>
      <p:sp>
        <p:nvSpPr>
          <p:cNvPr id="102" name="TestStageText"/>
          <p:cNvSpPr txBox="1"/>
          <p:nvPr/>
        </p:nvSpPr>
        <p:spPr>
          <a:xfrm>
            <a:off x="1219200" y="3188582"/>
            <a:ext cx="5981700" cy="870000"/>
          </a:xfrm>
          <a:prstGeom prst="rect">
            <a:avLst/>
          </a:prstGeom>
          <a:noFill/>
        </p:spPr>
        <p:txBody>
          <a:bodyPr lIns="182880" tIns="91440" rIns="182880" bIns="91440"/>
          <a:lstStyle/>
          <a:p>
            <a:r>
              <a:rPr lang="en-GB" sz="1100" b="1" dirty="0">
                <a:solidFill>
                  <a:srgbClr val="1A87CD"/>
                </a:solidFill>
                <a:latin typeface="Segoe UI"/>
              </a:rPr>
              <a:t>Test Environment</a:t>
            </a:r>
            <a:r>
              <a:rPr lang="en-GB" sz="1000" dirty="0">
                <a:solidFill>
                  <a:srgbClr val="888888"/>
                </a:solidFill>
                <a:latin typeface="Segoe UI"/>
              </a:rPr>
              <a:t>  —  Sandbox type</a:t>
            </a:r>
          </a:p>
          <a:p>
            <a:pPr>
              <a:lnSpc>
                <a:spcPct val="110000"/>
              </a:lnSpc>
            </a:pPr>
            <a:r>
              <a:rPr lang="en-GB" sz="950" dirty="0">
                <a:solidFill>
                  <a:srgbClr val="444444"/>
                </a:solidFill>
                <a:latin typeface="Segoe UI"/>
              </a:rPr>
              <a:t>Receives managed solution deployments from the pipeline. Used for automated testing and quality checks. No direct customisation.</a:t>
            </a:r>
          </a:p>
        </p:txBody>
      </p:sp>
      <p:sp>
        <p:nvSpPr>
          <p:cNvPr id="103" name="Arr2"/>
          <p:cNvSpPr/>
          <p:nvPr/>
        </p:nvSpPr>
        <p:spPr>
          <a:xfrm>
            <a:off x="3657600" y="4058582"/>
            <a:ext cx="0" cy="228600"/>
          </a:xfrm>
          <a:prstGeom prst="line">
            <a:avLst/>
          </a:prstGeom>
          <a:noFill/>
          <a:ln w="28575">
            <a:solidFill>
              <a:srgbClr val="1A87CD"/>
            </a:solidFill>
            <a:tailEnd type="arrow" w="med" len="med"/>
          </a:ln>
        </p:spPr>
        <p:txBody>
          <a:bodyPr/>
          <a:lstStyle/>
          <a:p>
            <a:endParaRPr/>
          </a:p>
        </p:txBody>
      </p:sp>
      <p:sp>
        <p:nvSpPr>
          <p:cNvPr id="110" name="UATStage"/>
          <p:cNvSpPr/>
          <p:nvPr/>
        </p:nvSpPr>
        <p:spPr>
          <a:xfrm>
            <a:off x="571500" y="4287182"/>
            <a:ext cx="6629400" cy="870000"/>
          </a:xfrm>
          <a:prstGeom prst="rect">
            <a:avLst/>
          </a:prstGeom>
          <a:solidFill>
            <a:srgbClr val="EBF0FA"/>
          </a:solidFill>
          <a:ln w="19050">
            <a:solidFill>
              <a:srgbClr val="0761AD"/>
            </a:solidFill>
          </a:ln>
        </p:spPr>
        <p:txBody>
          <a:bodyPr/>
          <a:lstStyle/>
          <a:p>
            <a:endParaRPr/>
          </a:p>
        </p:txBody>
      </p:sp>
      <p:sp>
        <p:nvSpPr>
          <p:cNvPr id="111" name="UATBadge"/>
          <p:cNvSpPr/>
          <p:nvPr/>
        </p:nvSpPr>
        <p:spPr>
          <a:xfrm>
            <a:off x="571499" y="4287182"/>
            <a:ext cx="720451" cy="870000"/>
          </a:xfrm>
          <a:prstGeom prst="rect">
            <a:avLst/>
          </a:prstGeom>
          <a:solidFill>
            <a:srgbClr val="0761AD"/>
          </a:solidFill>
          <a:ln>
            <a:noFill/>
          </a:ln>
        </p:spPr>
        <p:txBody>
          <a:bodyPr anchor="ctr"/>
          <a:lstStyle/>
          <a:p>
            <a:pPr algn="ctr"/>
            <a:r>
              <a:rPr lang="en-GB" sz="1400" b="1" dirty="0">
                <a:solidFill>
                  <a:srgbClr val="FFFFFF"/>
                </a:solidFill>
                <a:latin typeface="Segoe UI Black"/>
              </a:rPr>
              <a:t>UAT</a:t>
            </a:r>
          </a:p>
        </p:txBody>
      </p:sp>
      <p:sp>
        <p:nvSpPr>
          <p:cNvPr id="112" name="UATStageText"/>
          <p:cNvSpPr txBox="1"/>
          <p:nvPr/>
        </p:nvSpPr>
        <p:spPr>
          <a:xfrm>
            <a:off x="1219200" y="4287182"/>
            <a:ext cx="5981700" cy="870000"/>
          </a:xfrm>
          <a:prstGeom prst="rect">
            <a:avLst/>
          </a:prstGeom>
          <a:noFill/>
        </p:spPr>
        <p:txBody>
          <a:bodyPr lIns="182880" tIns="91440" rIns="182880" bIns="91440"/>
          <a:lstStyle/>
          <a:p>
            <a:r>
              <a:rPr lang="en-GB" sz="1100" b="1" dirty="0">
                <a:solidFill>
                  <a:srgbClr val="0761AD"/>
                </a:solidFill>
                <a:latin typeface="Segoe UI"/>
              </a:rPr>
              <a:t>UAT Environment</a:t>
            </a:r>
            <a:r>
              <a:rPr lang="en-GB" sz="1000" dirty="0">
                <a:solidFill>
                  <a:srgbClr val="888888"/>
                </a:solidFill>
                <a:latin typeface="Segoe UI"/>
              </a:rPr>
              <a:t>  —  Sandbox type</a:t>
            </a:r>
          </a:p>
          <a:p>
            <a:pPr>
              <a:lnSpc>
                <a:spcPct val="110000"/>
              </a:lnSpc>
            </a:pPr>
            <a:r>
              <a:rPr lang="en-GB" sz="950" dirty="0">
                <a:solidFill>
                  <a:srgbClr val="444444"/>
                </a:solidFill>
                <a:latin typeface="Segoe UI"/>
              </a:rPr>
              <a:t>Business sign-off environment. Stakeholders validate the solution before production release. Gated approval required to progress.</a:t>
            </a:r>
          </a:p>
        </p:txBody>
      </p:sp>
      <p:sp>
        <p:nvSpPr>
          <p:cNvPr id="113" name="Arr3"/>
          <p:cNvSpPr/>
          <p:nvPr/>
        </p:nvSpPr>
        <p:spPr>
          <a:xfrm>
            <a:off x="3657600" y="5157182"/>
            <a:ext cx="0" cy="228600"/>
          </a:xfrm>
          <a:prstGeom prst="line">
            <a:avLst/>
          </a:prstGeom>
          <a:noFill/>
          <a:ln w="28575">
            <a:solidFill>
              <a:srgbClr val="0761AD"/>
            </a:solidFill>
            <a:tailEnd type="arrow" w="med" len="med"/>
          </a:ln>
        </p:spPr>
        <p:txBody>
          <a:bodyPr/>
          <a:lstStyle/>
          <a:p>
            <a:endParaRPr/>
          </a:p>
        </p:txBody>
      </p:sp>
      <p:sp>
        <p:nvSpPr>
          <p:cNvPr id="120" name="ProdStage"/>
          <p:cNvSpPr/>
          <p:nvPr/>
        </p:nvSpPr>
        <p:spPr>
          <a:xfrm>
            <a:off x="571500" y="5385782"/>
            <a:ext cx="6629400" cy="870000"/>
          </a:xfrm>
          <a:prstGeom prst="rect">
            <a:avLst/>
          </a:prstGeom>
          <a:solidFill>
            <a:srgbClr val="EBF0FA"/>
          </a:solidFill>
          <a:ln w="25400">
            <a:solidFill>
              <a:srgbClr val="0F3460"/>
            </a:solidFill>
          </a:ln>
        </p:spPr>
        <p:txBody>
          <a:bodyPr/>
          <a:lstStyle/>
          <a:p>
            <a:endParaRPr/>
          </a:p>
        </p:txBody>
      </p:sp>
      <p:sp>
        <p:nvSpPr>
          <p:cNvPr id="121" name="ProdBadge"/>
          <p:cNvSpPr/>
          <p:nvPr/>
        </p:nvSpPr>
        <p:spPr>
          <a:xfrm>
            <a:off x="571499" y="5385782"/>
            <a:ext cx="720455" cy="870000"/>
          </a:xfrm>
          <a:prstGeom prst="rect">
            <a:avLst/>
          </a:prstGeom>
          <a:solidFill>
            <a:srgbClr val="0F3460"/>
          </a:solidFill>
          <a:ln>
            <a:noFill/>
          </a:ln>
        </p:spPr>
        <p:txBody>
          <a:bodyPr anchor="ctr"/>
          <a:lstStyle/>
          <a:p>
            <a:pPr algn="ctr"/>
            <a:r>
              <a:rPr lang="en-GB" sz="1300" b="1" dirty="0">
                <a:solidFill>
                  <a:srgbClr val="FFFFFF"/>
                </a:solidFill>
                <a:latin typeface="Segoe UI Black"/>
              </a:rPr>
              <a:t>PROD</a:t>
            </a:r>
          </a:p>
        </p:txBody>
      </p:sp>
      <p:sp>
        <p:nvSpPr>
          <p:cNvPr id="122" name="ProdStageText"/>
          <p:cNvSpPr txBox="1"/>
          <p:nvPr/>
        </p:nvSpPr>
        <p:spPr>
          <a:xfrm>
            <a:off x="1219200" y="5385782"/>
            <a:ext cx="5981700" cy="870000"/>
          </a:xfrm>
          <a:prstGeom prst="rect">
            <a:avLst/>
          </a:prstGeom>
          <a:noFill/>
        </p:spPr>
        <p:txBody>
          <a:bodyPr lIns="182880" tIns="91440" rIns="182880" bIns="91440"/>
          <a:lstStyle/>
          <a:p>
            <a:r>
              <a:rPr lang="en-GB" sz="1100" b="1" dirty="0">
                <a:solidFill>
                  <a:srgbClr val="0F3460"/>
                </a:solidFill>
                <a:latin typeface="Segoe UI"/>
              </a:rPr>
              <a:t>Production Environment</a:t>
            </a:r>
            <a:r>
              <a:rPr lang="en-GB" sz="1000" dirty="0">
                <a:solidFill>
                  <a:srgbClr val="888888"/>
                </a:solidFill>
                <a:latin typeface="Segoe UI"/>
              </a:rPr>
              <a:t>  —  Production type</a:t>
            </a:r>
          </a:p>
          <a:p>
            <a:pPr>
              <a:lnSpc>
                <a:spcPct val="110000"/>
              </a:lnSpc>
            </a:pPr>
            <a:r>
              <a:rPr lang="en-GB" sz="950" dirty="0">
                <a:solidFill>
                  <a:srgbClr val="444444"/>
                </a:solidFill>
                <a:latin typeface="Segoe UI"/>
              </a:rPr>
              <a:t>Live environment for end users. Only receives managed solutions deployed by the approved pipeline. No direct edits permitted.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Solutions</a:t>
            </a:r>
          </a:p>
        </p:txBody>
      </p:sp>
      <p:sp>
        <p:nvSpPr>
          <p:cNvPr id="10" name="DefText"/>
          <p:cNvSpPr txBox="1"/>
          <p:nvPr/>
        </p:nvSpPr>
        <p:spPr>
          <a:xfrm>
            <a:off x="456400" y="944504"/>
            <a:ext cx="6400000" cy="685800"/>
          </a:xfrm>
          <a:prstGeom prst="rect">
            <a:avLst/>
          </a:prstGeom>
          <a:noFill/>
        </p:spPr>
        <p:txBody>
          <a:bodyPr wrap="square" lIns="91440" tIns="45720" rIns="91440" bIns="45720"/>
          <a:lstStyle/>
          <a:p>
            <a:pPr>
              <a:lnSpc>
                <a:spcPct val="115000"/>
              </a:lnSpc>
            </a:pPr>
            <a:r>
              <a:rPr lang="en-GB" sz="1400" dirty="0">
                <a:solidFill>
                  <a:srgbClr val="333333"/>
                </a:solidFill>
                <a:latin typeface="Segoe UI"/>
              </a:rPr>
              <a:t>A Solution is a container that groups Power Platform components — apps, agents, flows, tables, and more — so they can be managed, versioned, and moved between environments as a single unit.</a:t>
            </a:r>
          </a:p>
        </p:txBody>
      </p:sp>
      <p:sp>
        <p:nvSpPr>
          <p:cNvPr id="11" name="CalloutBg"/>
          <p:cNvSpPr/>
          <p:nvPr/>
        </p:nvSpPr>
        <p:spPr>
          <a:xfrm>
            <a:off x="456400" y="2870954"/>
            <a:ext cx="6400000" cy="571500"/>
          </a:xfrm>
          <a:prstGeom prst="rect">
            <a:avLst/>
          </a:prstGeom>
          <a:solidFill>
            <a:srgbClr val="EBF5FB"/>
          </a:solidFill>
          <a:ln w="19050">
            <a:solidFill>
              <a:srgbClr val="00CBBB"/>
            </a:solidFill>
          </a:ln>
        </p:spPr>
        <p:txBody>
          <a:bodyPr/>
          <a:lstStyle/>
          <a:p>
            <a:endParaRPr/>
          </a:p>
        </p:txBody>
      </p:sp>
      <p:sp>
        <p:nvSpPr>
          <p:cNvPr id="12" name="CalloutAccent"/>
          <p:cNvSpPr/>
          <p:nvPr/>
        </p:nvSpPr>
        <p:spPr>
          <a:xfrm>
            <a:off x="456400" y="2870954"/>
            <a:ext cx="57150" cy="571500"/>
          </a:xfrm>
          <a:prstGeom prst="rect">
            <a:avLst/>
          </a:prstGeom>
          <a:solidFill>
            <a:srgbClr val="00CBBB"/>
          </a:solidFill>
          <a:ln>
            <a:noFill/>
          </a:ln>
        </p:spPr>
        <p:txBody>
          <a:bodyPr/>
          <a:lstStyle/>
          <a:p>
            <a:endParaRPr/>
          </a:p>
        </p:txBody>
      </p:sp>
      <p:sp>
        <p:nvSpPr>
          <p:cNvPr id="13" name="CalloutText"/>
          <p:cNvSpPr txBox="1"/>
          <p:nvPr/>
        </p:nvSpPr>
        <p:spPr>
          <a:xfrm>
            <a:off x="559200" y="2870954"/>
            <a:ext cx="6200000" cy="571500"/>
          </a:xfrm>
          <a:prstGeom prst="rect">
            <a:avLst/>
          </a:prstGeom>
          <a:noFill/>
        </p:spPr>
        <p:txBody>
          <a:bodyPr wrap="square" lIns="91440" tIns="91440" rIns="91440" bIns="91440"/>
          <a:lstStyle/>
          <a:p>
            <a:r>
              <a:rPr lang="en-GB" sz="1200" i="1" dirty="0">
                <a:solidFill>
                  <a:srgbClr val="555555"/>
                </a:solidFill>
                <a:latin typeface="Segoe UI"/>
              </a:rPr>
              <a:t>Think of it as a </a:t>
            </a:r>
            <a:r>
              <a:rPr lang="en-GB" sz="1200" b="1" i="1" dirty="0">
                <a:solidFill>
                  <a:srgbClr val="0761AD"/>
                </a:solidFill>
                <a:latin typeface="Segoe UI"/>
              </a:rPr>
              <a:t>shipping container</a:t>
            </a:r>
            <a:r>
              <a:rPr lang="en-GB" sz="1200" i="1" dirty="0">
                <a:solidFill>
                  <a:srgbClr val="555555"/>
                </a:solidFill>
                <a:latin typeface="Segoe UI"/>
              </a:rPr>
              <a:t> for your Power Platform work — pack it up, move it, unpack it anywhere.</a:t>
            </a:r>
          </a:p>
        </p:txBody>
      </p:sp>
      <p:sp>
        <p:nvSpPr>
          <p:cNvPr id="20" name="UnmanagedPill"/>
          <p:cNvSpPr/>
          <p:nvPr/>
        </p:nvSpPr>
        <p:spPr>
          <a:xfrm>
            <a:off x="456400" y="3809775"/>
            <a:ext cx="3000000" cy="400050"/>
          </a:xfrm>
          <a:prstGeom prst="rect">
            <a:avLst/>
          </a:prstGeom>
          <a:solidFill>
            <a:srgbClr val="E8F8F7"/>
          </a:solidFill>
          <a:ln w="19050">
            <a:solidFill>
              <a:srgbClr val="00CBBB"/>
            </a:solidFill>
          </a:ln>
        </p:spPr>
        <p:txBody>
          <a:bodyPr anchor="ctr"/>
          <a:lstStyle/>
          <a:p>
            <a:pPr algn="ctr"/>
            <a:r>
              <a:rPr lang="en-GB" sz="1100" b="1" dirty="0">
                <a:solidFill>
                  <a:srgbClr val="00CBBB"/>
                </a:solidFill>
                <a:latin typeface="Segoe UI"/>
              </a:rPr>
              <a:t>Unmanaged</a:t>
            </a:r>
            <a:r>
              <a:rPr lang="en-GB" sz="1100" dirty="0">
                <a:solidFill>
                  <a:srgbClr val="555555"/>
                </a:solidFill>
                <a:latin typeface="Segoe UI"/>
              </a:rPr>
              <a:t>  ·  DEV only  ·  editable</a:t>
            </a:r>
          </a:p>
        </p:txBody>
      </p:sp>
      <p:sp>
        <p:nvSpPr>
          <p:cNvPr id="21" name="ManagedPill"/>
          <p:cNvSpPr/>
          <p:nvPr/>
        </p:nvSpPr>
        <p:spPr>
          <a:xfrm>
            <a:off x="3656800" y="3809775"/>
            <a:ext cx="3200000" cy="400050"/>
          </a:xfrm>
          <a:prstGeom prst="rect">
            <a:avLst/>
          </a:prstGeom>
          <a:solidFill>
            <a:srgbClr val="EBF2FA"/>
          </a:solidFill>
          <a:ln w="19050">
            <a:solidFill>
              <a:srgbClr val="0761AD"/>
            </a:solidFill>
          </a:ln>
        </p:spPr>
        <p:txBody>
          <a:bodyPr anchor="ctr"/>
          <a:lstStyle/>
          <a:p>
            <a:pPr algn="ctr"/>
            <a:r>
              <a:rPr lang="en-GB" sz="1100" b="1" dirty="0">
                <a:solidFill>
                  <a:srgbClr val="0761AD"/>
                </a:solidFill>
                <a:latin typeface="Segoe UI"/>
              </a:rPr>
              <a:t>Managed</a:t>
            </a:r>
            <a:r>
              <a:rPr lang="en-GB" sz="1100" dirty="0">
                <a:solidFill>
                  <a:srgbClr val="555555"/>
                </a:solidFill>
                <a:latin typeface="Segoe UI"/>
              </a:rPr>
              <a:t>  ·  TEST / PROD  ·  locked</a:t>
            </a:r>
          </a:p>
        </p:txBody>
      </p:sp>
      <p:sp>
        <p:nvSpPr>
          <p:cNvPr id="30" name="FlowLabel"/>
          <p:cNvSpPr txBox="1"/>
          <p:nvPr/>
        </p:nvSpPr>
        <p:spPr>
          <a:xfrm>
            <a:off x="456400" y="4812695"/>
            <a:ext cx="6400000" cy="228600"/>
          </a:xfrm>
          <a:prstGeom prst="rect">
            <a:avLst/>
          </a:prstGeom>
          <a:noFill/>
        </p:spPr>
        <p:txBody>
          <a:bodyPr/>
          <a:lstStyle/>
          <a:p>
            <a:r>
              <a:rPr lang="en-GB" sz="1200" dirty="0">
                <a:solidFill>
                  <a:srgbClr val="888888"/>
                </a:solidFill>
                <a:latin typeface="Segoe UI"/>
              </a:rPr>
              <a:t>Solution flows through environments via the pipeline:</a:t>
            </a:r>
          </a:p>
        </p:txBody>
      </p:sp>
      <p:sp>
        <p:nvSpPr>
          <p:cNvPr id="31" name="DevBox"/>
          <p:cNvSpPr/>
          <p:nvPr/>
        </p:nvSpPr>
        <p:spPr>
          <a:xfrm>
            <a:off x="456400" y="5098695"/>
            <a:ext cx="1600000" cy="457200"/>
          </a:xfrm>
          <a:prstGeom prst="rect">
            <a:avLst/>
          </a:prstGeom>
          <a:solidFill>
            <a:srgbClr val="E8F8F7"/>
          </a:solidFill>
          <a:ln w="25400">
            <a:solidFill>
              <a:srgbClr val="00CBBB"/>
            </a:solidFill>
          </a:ln>
        </p:spPr>
        <p:txBody>
          <a:bodyPr anchor="ctr"/>
          <a:lstStyle/>
          <a:p>
            <a:pPr algn="ctr"/>
            <a:r>
              <a:rPr lang="en-GB" sz="1600" b="1" dirty="0">
                <a:solidFill>
                  <a:srgbClr val="00CBBB"/>
                </a:solidFill>
                <a:latin typeface="Segoe UI Black"/>
              </a:rPr>
              <a:t>DEV</a:t>
            </a:r>
          </a:p>
        </p:txBody>
      </p:sp>
      <p:sp>
        <p:nvSpPr>
          <p:cNvPr id="32" name="Arrow1"/>
          <p:cNvSpPr/>
          <p:nvPr/>
        </p:nvSpPr>
        <p:spPr>
          <a:xfrm>
            <a:off x="2099200" y="5280295"/>
            <a:ext cx="457200" cy="0"/>
          </a:xfrm>
          <a:prstGeom prst="line">
            <a:avLst/>
          </a:prstGeom>
          <a:noFill/>
          <a:ln w="25400">
            <a:solidFill>
              <a:srgbClr val="AAAAAA"/>
            </a:solidFill>
            <a:tailEnd type="arrow" w="med" len="med"/>
          </a:ln>
        </p:spPr>
        <p:txBody>
          <a:bodyPr/>
          <a:lstStyle/>
          <a:p>
            <a:endParaRPr/>
          </a:p>
        </p:txBody>
      </p:sp>
      <p:sp>
        <p:nvSpPr>
          <p:cNvPr id="33" name="TestBox"/>
          <p:cNvSpPr/>
          <p:nvPr/>
        </p:nvSpPr>
        <p:spPr>
          <a:xfrm>
            <a:off x="2627800" y="5098695"/>
            <a:ext cx="1600000" cy="457200"/>
          </a:xfrm>
          <a:prstGeom prst="rect">
            <a:avLst/>
          </a:prstGeom>
          <a:solidFill>
            <a:srgbClr val="EBF2FA"/>
          </a:solidFill>
          <a:ln w="25400">
            <a:solidFill>
              <a:srgbClr val="1A87CD"/>
            </a:solidFill>
          </a:ln>
        </p:spPr>
        <p:txBody>
          <a:bodyPr anchor="ctr"/>
          <a:lstStyle/>
          <a:p>
            <a:pPr algn="ctr"/>
            <a:r>
              <a:rPr lang="en-GB" sz="1600" b="1" dirty="0">
                <a:solidFill>
                  <a:schemeClr val="accent5"/>
                </a:solidFill>
                <a:latin typeface="Segoe UI Black"/>
              </a:rPr>
              <a:t>TEST</a:t>
            </a:r>
          </a:p>
        </p:txBody>
      </p:sp>
      <p:sp>
        <p:nvSpPr>
          <p:cNvPr id="34" name="Arrow2"/>
          <p:cNvSpPr/>
          <p:nvPr/>
        </p:nvSpPr>
        <p:spPr>
          <a:xfrm>
            <a:off x="4269800" y="5280295"/>
            <a:ext cx="457200" cy="0"/>
          </a:xfrm>
          <a:prstGeom prst="line">
            <a:avLst/>
          </a:prstGeom>
          <a:noFill/>
          <a:ln w="25400">
            <a:solidFill>
              <a:srgbClr val="AAAAAA"/>
            </a:solidFill>
            <a:tailEnd type="arrow" w="med" len="med"/>
          </a:ln>
        </p:spPr>
        <p:txBody>
          <a:bodyPr/>
          <a:lstStyle/>
          <a:p>
            <a:endParaRPr/>
          </a:p>
        </p:txBody>
      </p:sp>
      <p:sp>
        <p:nvSpPr>
          <p:cNvPr id="35" name="ProdBox"/>
          <p:cNvSpPr/>
          <p:nvPr/>
        </p:nvSpPr>
        <p:spPr>
          <a:xfrm>
            <a:off x="4799800" y="5098695"/>
            <a:ext cx="1600000" cy="457200"/>
          </a:xfrm>
          <a:prstGeom prst="rect">
            <a:avLst/>
          </a:prstGeom>
          <a:solidFill>
            <a:srgbClr val="EBF0FA"/>
          </a:solidFill>
          <a:ln w="25400">
            <a:solidFill>
              <a:schemeClr val="accent1"/>
            </a:solidFill>
          </a:ln>
        </p:spPr>
        <p:txBody>
          <a:bodyPr anchor="ctr"/>
          <a:lstStyle/>
          <a:p>
            <a:pPr algn="ctr"/>
            <a:r>
              <a:rPr lang="en-GB" sz="1600" b="1" dirty="0">
                <a:latin typeface="Segoe UI Black"/>
              </a:rPr>
              <a:t>PROD</a:t>
            </a:r>
          </a:p>
        </p:txBody>
      </p:sp>
      <p:sp>
        <p:nvSpPr>
          <p:cNvPr id="40" name="PanelBg"/>
          <p:cNvSpPr/>
          <p:nvPr/>
        </p:nvSpPr>
        <p:spPr>
          <a:xfrm>
            <a:off x="7086000" y="914400"/>
            <a:ext cx="4800600" cy="4914000"/>
          </a:xfrm>
          <a:prstGeom prst="rect">
            <a:avLst/>
          </a:prstGeom>
          <a:solidFill>
            <a:srgbClr val="F2F7FF"/>
          </a:solidFill>
          <a:ln w="19050">
            <a:solidFill>
              <a:srgbClr val="0761AD"/>
            </a:solidFill>
          </a:ln>
        </p:spPr>
        <p:txBody>
          <a:bodyPr/>
          <a:lstStyle/>
          <a:p>
            <a:endParaRPr/>
          </a:p>
        </p:txBody>
      </p:sp>
      <p:sp>
        <p:nvSpPr>
          <p:cNvPr id="41" name="PanelHeader"/>
          <p:cNvSpPr/>
          <p:nvPr/>
        </p:nvSpPr>
        <p:spPr>
          <a:xfrm>
            <a:off x="7086000" y="914400"/>
            <a:ext cx="4800600" cy="457200"/>
          </a:xfrm>
          <a:prstGeom prst="rect">
            <a:avLst/>
          </a:prstGeom>
          <a:solidFill>
            <a:schemeClr val="tx1"/>
          </a:solidFill>
          <a:ln>
            <a:noFill/>
          </a:ln>
        </p:spPr>
        <p:txBody>
          <a:bodyPr anchor="ctr"/>
          <a:lstStyle/>
          <a:p>
            <a:pPr algn="ctr"/>
            <a:r>
              <a:rPr lang="en-GB" sz="1300" b="1" dirty="0">
                <a:solidFill>
                  <a:srgbClr val="FFFFFF"/>
                </a:solidFill>
                <a:latin typeface="Segoe UI"/>
              </a:rPr>
              <a:t>What’s Inside a Solution?</a:t>
            </a:r>
          </a:p>
        </p:txBody>
      </p:sp>
      <p:sp>
        <p:nvSpPr>
          <p:cNvPr id="50" name="Row1Bg"/>
          <p:cNvSpPr/>
          <p:nvPr/>
        </p:nvSpPr>
        <p:spPr>
          <a:xfrm>
            <a:off x="7086000" y="1371600"/>
            <a:ext cx="4800600" cy="571500"/>
          </a:xfrm>
          <a:prstGeom prst="rect">
            <a:avLst/>
          </a:prstGeom>
          <a:solidFill>
            <a:srgbClr val="FFFFFF"/>
          </a:solidFill>
          <a:ln w="9525">
            <a:solidFill>
              <a:srgbClr val="D0E4F5"/>
            </a:solidFill>
          </a:ln>
        </p:spPr>
        <p:txBody>
          <a:bodyPr/>
          <a:lstStyle/>
          <a:p>
            <a:endParaRPr/>
          </a:p>
        </p:txBody>
      </p:sp>
      <p:sp>
        <p:nvSpPr>
          <p:cNvPr id="51" name="Row1Accent"/>
          <p:cNvSpPr/>
          <p:nvPr/>
        </p:nvSpPr>
        <p:spPr>
          <a:xfrm>
            <a:off x="7086000" y="1371600"/>
            <a:ext cx="38100" cy="571500"/>
          </a:xfrm>
          <a:prstGeom prst="rect">
            <a:avLst/>
          </a:prstGeom>
          <a:solidFill>
            <a:srgbClr val="00CBBB"/>
          </a:solidFill>
          <a:ln>
            <a:noFill/>
          </a:ln>
        </p:spPr>
        <p:txBody>
          <a:bodyPr/>
          <a:lstStyle/>
          <a:p>
            <a:endParaRPr/>
          </a:p>
        </p:txBody>
      </p:sp>
      <p:sp>
        <p:nvSpPr>
          <p:cNvPr id="52" name="Row1Text"/>
          <p:cNvSpPr txBox="1"/>
          <p:nvPr/>
        </p:nvSpPr>
        <p:spPr>
          <a:xfrm>
            <a:off x="7200000" y="1371600"/>
            <a:ext cx="4686600" cy="571500"/>
          </a:xfrm>
          <a:prstGeom prst="rect">
            <a:avLst/>
          </a:prstGeom>
          <a:noFill/>
        </p:spPr>
        <p:txBody>
          <a:bodyPr lIns="91440" tIns="57150" rIns="91440" bIns="57150"/>
          <a:lstStyle/>
          <a:p>
            <a:r>
              <a:rPr lang="en-GB" sz="1100" b="1" dirty="0">
                <a:solidFill>
                  <a:srgbClr val="0761AD"/>
                </a:solidFill>
                <a:latin typeface="Segoe UI"/>
              </a:rPr>
              <a:t>Canvas &amp; Model-driven Apps</a:t>
            </a:r>
          </a:p>
          <a:p>
            <a:r>
              <a:rPr lang="en-GB" sz="900" dirty="0">
                <a:solidFill>
                  <a:srgbClr val="777777"/>
                </a:solidFill>
                <a:latin typeface="Segoe UI"/>
              </a:rPr>
              <a:t>The apps your users interact with</a:t>
            </a:r>
          </a:p>
        </p:txBody>
      </p:sp>
      <p:sp>
        <p:nvSpPr>
          <p:cNvPr id="60" name="Row2Bg"/>
          <p:cNvSpPr/>
          <p:nvPr/>
        </p:nvSpPr>
        <p:spPr>
          <a:xfrm>
            <a:off x="7086000" y="1981800"/>
            <a:ext cx="4800600" cy="571500"/>
          </a:xfrm>
          <a:prstGeom prst="rect">
            <a:avLst/>
          </a:prstGeom>
          <a:solidFill>
            <a:srgbClr val="F2F7FF"/>
          </a:solidFill>
          <a:ln w="9525">
            <a:solidFill>
              <a:srgbClr val="D0E4F5"/>
            </a:solidFill>
          </a:ln>
        </p:spPr>
        <p:txBody>
          <a:bodyPr/>
          <a:lstStyle/>
          <a:p>
            <a:endParaRPr/>
          </a:p>
        </p:txBody>
      </p:sp>
      <p:sp>
        <p:nvSpPr>
          <p:cNvPr id="61" name="Row2Accent"/>
          <p:cNvSpPr/>
          <p:nvPr/>
        </p:nvSpPr>
        <p:spPr>
          <a:xfrm>
            <a:off x="7086000" y="1981800"/>
            <a:ext cx="38100" cy="571500"/>
          </a:xfrm>
          <a:prstGeom prst="rect">
            <a:avLst/>
          </a:prstGeom>
          <a:solidFill>
            <a:schemeClr val="tx1"/>
          </a:solidFill>
          <a:ln>
            <a:noFill/>
          </a:ln>
        </p:spPr>
        <p:txBody>
          <a:bodyPr/>
          <a:lstStyle/>
          <a:p>
            <a:endParaRPr/>
          </a:p>
        </p:txBody>
      </p:sp>
      <p:sp>
        <p:nvSpPr>
          <p:cNvPr id="62" name="Row2Text"/>
          <p:cNvSpPr txBox="1"/>
          <p:nvPr/>
        </p:nvSpPr>
        <p:spPr>
          <a:xfrm>
            <a:off x="7200000" y="1981800"/>
            <a:ext cx="4686600" cy="571500"/>
          </a:xfrm>
          <a:prstGeom prst="rect">
            <a:avLst/>
          </a:prstGeom>
          <a:noFill/>
        </p:spPr>
        <p:txBody>
          <a:bodyPr lIns="91440" tIns="57150" rIns="91440" bIns="57150"/>
          <a:lstStyle/>
          <a:p>
            <a:r>
              <a:rPr lang="en-GB" sz="1100" b="1" dirty="0">
                <a:solidFill>
                  <a:srgbClr val="0761AD"/>
                </a:solidFill>
                <a:latin typeface="Segoe UI"/>
              </a:rPr>
              <a:t>Dataverse Tables &amp; Columns</a:t>
            </a:r>
          </a:p>
          <a:p>
            <a:r>
              <a:rPr lang="en-GB" sz="900" dirty="0">
                <a:solidFill>
                  <a:srgbClr val="777777"/>
                </a:solidFill>
                <a:latin typeface="Segoe UI"/>
              </a:rPr>
              <a:t>Your data schema and structure</a:t>
            </a:r>
          </a:p>
        </p:txBody>
      </p:sp>
      <p:sp>
        <p:nvSpPr>
          <p:cNvPr id="70" name="Row3Bg"/>
          <p:cNvSpPr/>
          <p:nvPr/>
        </p:nvSpPr>
        <p:spPr>
          <a:xfrm>
            <a:off x="7086000" y="2592000"/>
            <a:ext cx="4800600" cy="571500"/>
          </a:xfrm>
          <a:prstGeom prst="rect">
            <a:avLst/>
          </a:prstGeom>
          <a:solidFill>
            <a:srgbClr val="FFFFFF"/>
          </a:solidFill>
          <a:ln w="9525">
            <a:solidFill>
              <a:srgbClr val="D0E4F5"/>
            </a:solidFill>
          </a:ln>
        </p:spPr>
        <p:txBody>
          <a:bodyPr/>
          <a:lstStyle/>
          <a:p>
            <a:endParaRPr/>
          </a:p>
        </p:txBody>
      </p:sp>
      <p:sp>
        <p:nvSpPr>
          <p:cNvPr id="71" name="Row3Accent"/>
          <p:cNvSpPr/>
          <p:nvPr/>
        </p:nvSpPr>
        <p:spPr>
          <a:xfrm>
            <a:off x="7086000" y="2592000"/>
            <a:ext cx="38100" cy="571500"/>
          </a:xfrm>
          <a:prstGeom prst="rect">
            <a:avLst/>
          </a:prstGeom>
          <a:solidFill>
            <a:srgbClr val="00CBBB"/>
          </a:solidFill>
          <a:ln>
            <a:noFill/>
          </a:ln>
        </p:spPr>
        <p:txBody>
          <a:bodyPr/>
          <a:lstStyle/>
          <a:p>
            <a:endParaRPr/>
          </a:p>
        </p:txBody>
      </p:sp>
      <p:sp>
        <p:nvSpPr>
          <p:cNvPr id="72" name="Row3Text"/>
          <p:cNvSpPr txBox="1"/>
          <p:nvPr/>
        </p:nvSpPr>
        <p:spPr>
          <a:xfrm>
            <a:off x="7200000" y="2592000"/>
            <a:ext cx="4686600" cy="571500"/>
          </a:xfrm>
          <a:prstGeom prst="rect">
            <a:avLst/>
          </a:prstGeom>
          <a:noFill/>
        </p:spPr>
        <p:txBody>
          <a:bodyPr lIns="91440" tIns="57150" rIns="91440" bIns="57150"/>
          <a:lstStyle/>
          <a:p>
            <a:r>
              <a:rPr lang="en-GB" sz="1100" b="1" dirty="0">
                <a:solidFill>
                  <a:srgbClr val="0761AD"/>
                </a:solidFill>
                <a:latin typeface="Segoe UI"/>
              </a:rPr>
              <a:t>Cloud Flows &amp; Automations</a:t>
            </a:r>
          </a:p>
          <a:p>
            <a:r>
              <a:rPr lang="en-GB" sz="900" dirty="0">
                <a:solidFill>
                  <a:srgbClr val="777777"/>
                </a:solidFill>
                <a:latin typeface="Segoe UI"/>
              </a:rPr>
              <a:t>Power Automate workflows</a:t>
            </a:r>
          </a:p>
        </p:txBody>
      </p:sp>
      <p:sp>
        <p:nvSpPr>
          <p:cNvPr id="80" name="Row4Bg"/>
          <p:cNvSpPr/>
          <p:nvPr/>
        </p:nvSpPr>
        <p:spPr>
          <a:xfrm>
            <a:off x="7086000" y="3202200"/>
            <a:ext cx="4800600" cy="571500"/>
          </a:xfrm>
          <a:prstGeom prst="rect">
            <a:avLst/>
          </a:prstGeom>
          <a:solidFill>
            <a:srgbClr val="F2F7FF"/>
          </a:solidFill>
          <a:ln w="9525">
            <a:solidFill>
              <a:srgbClr val="D0E4F5"/>
            </a:solidFill>
          </a:ln>
        </p:spPr>
        <p:txBody>
          <a:bodyPr/>
          <a:lstStyle/>
          <a:p>
            <a:endParaRPr/>
          </a:p>
        </p:txBody>
      </p:sp>
      <p:sp>
        <p:nvSpPr>
          <p:cNvPr id="81" name="Row4Accent"/>
          <p:cNvSpPr/>
          <p:nvPr/>
        </p:nvSpPr>
        <p:spPr>
          <a:xfrm>
            <a:off x="7086000" y="3202200"/>
            <a:ext cx="38100" cy="571500"/>
          </a:xfrm>
          <a:prstGeom prst="rect">
            <a:avLst/>
          </a:prstGeom>
          <a:solidFill>
            <a:schemeClr val="tx1"/>
          </a:solidFill>
          <a:ln>
            <a:noFill/>
          </a:ln>
        </p:spPr>
        <p:txBody>
          <a:bodyPr/>
          <a:lstStyle/>
          <a:p>
            <a:endParaRPr/>
          </a:p>
        </p:txBody>
      </p:sp>
      <p:sp>
        <p:nvSpPr>
          <p:cNvPr id="82" name="Row4Text"/>
          <p:cNvSpPr txBox="1"/>
          <p:nvPr/>
        </p:nvSpPr>
        <p:spPr>
          <a:xfrm>
            <a:off x="7200000" y="3202200"/>
            <a:ext cx="4686600" cy="571500"/>
          </a:xfrm>
          <a:prstGeom prst="rect">
            <a:avLst/>
          </a:prstGeom>
          <a:noFill/>
        </p:spPr>
        <p:txBody>
          <a:bodyPr lIns="91440" tIns="57150" rIns="91440" bIns="57150"/>
          <a:lstStyle/>
          <a:p>
            <a:r>
              <a:rPr lang="en-GB" sz="1100" b="1" dirty="0">
                <a:solidFill>
                  <a:srgbClr val="0761AD"/>
                </a:solidFill>
                <a:latin typeface="Segoe UI"/>
              </a:rPr>
              <a:t>Copilot Studio Agents</a:t>
            </a:r>
          </a:p>
          <a:p>
            <a:r>
              <a:rPr lang="en-GB" sz="900" dirty="0">
                <a:solidFill>
                  <a:srgbClr val="777777"/>
                </a:solidFill>
                <a:latin typeface="Segoe UI"/>
              </a:rPr>
              <a:t>AI Agents and Chatbots</a:t>
            </a:r>
          </a:p>
        </p:txBody>
      </p:sp>
      <p:sp>
        <p:nvSpPr>
          <p:cNvPr id="90" name="Row5Bg"/>
          <p:cNvSpPr/>
          <p:nvPr/>
        </p:nvSpPr>
        <p:spPr>
          <a:xfrm>
            <a:off x="7086000" y="3812400"/>
            <a:ext cx="4800600" cy="571500"/>
          </a:xfrm>
          <a:prstGeom prst="rect">
            <a:avLst/>
          </a:prstGeom>
          <a:solidFill>
            <a:srgbClr val="FFFFFF"/>
          </a:solidFill>
          <a:ln w="9525">
            <a:solidFill>
              <a:srgbClr val="D0E4F5"/>
            </a:solidFill>
          </a:ln>
        </p:spPr>
        <p:txBody>
          <a:bodyPr/>
          <a:lstStyle/>
          <a:p>
            <a:endParaRPr/>
          </a:p>
        </p:txBody>
      </p:sp>
      <p:sp>
        <p:nvSpPr>
          <p:cNvPr id="91" name="Row5Accent"/>
          <p:cNvSpPr/>
          <p:nvPr/>
        </p:nvSpPr>
        <p:spPr>
          <a:xfrm>
            <a:off x="7086000" y="3812400"/>
            <a:ext cx="38100" cy="571500"/>
          </a:xfrm>
          <a:prstGeom prst="rect">
            <a:avLst/>
          </a:prstGeom>
          <a:solidFill>
            <a:srgbClr val="00CBBB"/>
          </a:solidFill>
          <a:ln>
            <a:noFill/>
          </a:ln>
        </p:spPr>
        <p:txBody>
          <a:bodyPr/>
          <a:lstStyle/>
          <a:p>
            <a:endParaRPr/>
          </a:p>
        </p:txBody>
      </p:sp>
      <p:sp>
        <p:nvSpPr>
          <p:cNvPr id="92" name="Row5Text"/>
          <p:cNvSpPr txBox="1"/>
          <p:nvPr/>
        </p:nvSpPr>
        <p:spPr>
          <a:xfrm>
            <a:off x="7200000" y="3812400"/>
            <a:ext cx="4686600" cy="571500"/>
          </a:xfrm>
          <a:prstGeom prst="rect">
            <a:avLst/>
          </a:prstGeom>
          <a:noFill/>
        </p:spPr>
        <p:txBody>
          <a:bodyPr lIns="91440" tIns="57150" rIns="91440" bIns="57150"/>
          <a:lstStyle/>
          <a:p>
            <a:r>
              <a:rPr lang="en-GB" sz="1100" b="1" dirty="0">
                <a:solidFill>
                  <a:srgbClr val="0761AD"/>
                </a:solidFill>
                <a:latin typeface="Segoe UI"/>
              </a:rPr>
              <a:t>Power Pages Sites</a:t>
            </a:r>
          </a:p>
          <a:p>
            <a:r>
              <a:rPr lang="en-GB" sz="900" dirty="0">
                <a:solidFill>
                  <a:srgbClr val="777777"/>
                </a:solidFill>
                <a:latin typeface="Segoe UI"/>
              </a:rPr>
              <a:t>External-facing web portals</a:t>
            </a:r>
          </a:p>
        </p:txBody>
      </p:sp>
      <p:sp>
        <p:nvSpPr>
          <p:cNvPr id="100" name="Row6Bg"/>
          <p:cNvSpPr/>
          <p:nvPr/>
        </p:nvSpPr>
        <p:spPr>
          <a:xfrm>
            <a:off x="7086000" y="4422600"/>
            <a:ext cx="4800600" cy="571500"/>
          </a:xfrm>
          <a:prstGeom prst="rect">
            <a:avLst/>
          </a:prstGeom>
          <a:solidFill>
            <a:srgbClr val="F2F7FF"/>
          </a:solidFill>
          <a:ln w="9525">
            <a:solidFill>
              <a:srgbClr val="D0E4F5"/>
            </a:solidFill>
          </a:ln>
        </p:spPr>
        <p:txBody>
          <a:bodyPr/>
          <a:lstStyle/>
          <a:p>
            <a:endParaRPr/>
          </a:p>
        </p:txBody>
      </p:sp>
      <p:sp>
        <p:nvSpPr>
          <p:cNvPr id="101" name="Row6Accent"/>
          <p:cNvSpPr/>
          <p:nvPr/>
        </p:nvSpPr>
        <p:spPr>
          <a:xfrm>
            <a:off x="7086000" y="4422600"/>
            <a:ext cx="38100" cy="571500"/>
          </a:xfrm>
          <a:prstGeom prst="rect">
            <a:avLst/>
          </a:prstGeom>
          <a:solidFill>
            <a:schemeClr val="tx1"/>
          </a:solidFill>
          <a:ln>
            <a:noFill/>
          </a:ln>
        </p:spPr>
        <p:txBody>
          <a:bodyPr/>
          <a:lstStyle/>
          <a:p>
            <a:endParaRPr/>
          </a:p>
        </p:txBody>
      </p:sp>
      <p:sp>
        <p:nvSpPr>
          <p:cNvPr id="102" name="Row6Text"/>
          <p:cNvSpPr txBox="1"/>
          <p:nvPr/>
        </p:nvSpPr>
        <p:spPr>
          <a:xfrm>
            <a:off x="7200000" y="4422600"/>
            <a:ext cx="4686600" cy="571500"/>
          </a:xfrm>
          <a:prstGeom prst="rect">
            <a:avLst/>
          </a:prstGeom>
          <a:noFill/>
        </p:spPr>
        <p:txBody>
          <a:bodyPr lIns="91440" tIns="57150" rIns="91440" bIns="5715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761AD"/>
                </a:solidFill>
                <a:effectLst/>
                <a:uLnTx/>
                <a:uFillTx/>
                <a:latin typeface="Segoe UI"/>
                <a:ea typeface="+mn-ea"/>
                <a:cs typeface="+mn-cs"/>
              </a:rPr>
              <a:t>Connection References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777777"/>
                </a:solidFill>
                <a:effectLst/>
                <a:uLnTx/>
                <a:uFillTx/>
                <a:latin typeface="Segoe UI"/>
                <a:ea typeface="+mn-ea"/>
                <a:cs typeface="+mn-cs"/>
              </a:rPr>
              <a:t>Portable connector definitions</a:t>
            </a:r>
            <a:endParaRPr kumimoji="0" lang="en-GB" sz="900" b="0" i="0" u="none" strike="noStrike" kern="1200" cap="none" spc="0" normalizeH="0" baseline="0" noProof="0" dirty="0">
              <a:ln>
                <a:noFill/>
              </a:ln>
              <a:solidFill>
                <a:srgbClr val="777777"/>
              </a:solidFill>
              <a:effectLst/>
              <a:uLnTx/>
              <a:uFillTx/>
              <a:latin typeface="Segoe UI"/>
              <a:ea typeface="+mn-ea"/>
              <a:cs typeface="+mn-cs"/>
            </a:endParaRPr>
          </a:p>
        </p:txBody>
      </p:sp>
      <p:sp>
        <p:nvSpPr>
          <p:cNvPr id="110" name="Row7Bg"/>
          <p:cNvSpPr/>
          <p:nvPr/>
        </p:nvSpPr>
        <p:spPr>
          <a:xfrm>
            <a:off x="7086000" y="5032800"/>
            <a:ext cx="4800600" cy="571500"/>
          </a:xfrm>
          <a:prstGeom prst="rect">
            <a:avLst/>
          </a:prstGeom>
          <a:solidFill>
            <a:srgbClr val="FFFFFF"/>
          </a:solidFill>
          <a:ln w="9525">
            <a:solidFill>
              <a:srgbClr val="D0E4F5"/>
            </a:solidFill>
          </a:ln>
        </p:spPr>
        <p:txBody>
          <a:bodyPr/>
          <a:lstStyle/>
          <a:p>
            <a:endParaRPr/>
          </a:p>
        </p:txBody>
      </p:sp>
      <p:sp>
        <p:nvSpPr>
          <p:cNvPr id="111" name="Row7Accent"/>
          <p:cNvSpPr/>
          <p:nvPr/>
        </p:nvSpPr>
        <p:spPr>
          <a:xfrm>
            <a:off x="7086000" y="5032800"/>
            <a:ext cx="38100" cy="571500"/>
          </a:xfrm>
          <a:prstGeom prst="rect">
            <a:avLst/>
          </a:prstGeom>
          <a:solidFill>
            <a:srgbClr val="00CBBB"/>
          </a:solidFill>
          <a:ln>
            <a:noFill/>
          </a:ln>
        </p:spPr>
        <p:txBody>
          <a:bodyPr/>
          <a:lstStyle/>
          <a:p>
            <a:endParaRPr/>
          </a:p>
        </p:txBody>
      </p:sp>
      <p:sp>
        <p:nvSpPr>
          <p:cNvPr id="112" name="Row7Text"/>
          <p:cNvSpPr txBox="1"/>
          <p:nvPr/>
        </p:nvSpPr>
        <p:spPr>
          <a:xfrm>
            <a:off x="7200000" y="5032800"/>
            <a:ext cx="4686600" cy="571500"/>
          </a:xfrm>
          <a:prstGeom prst="rect">
            <a:avLst/>
          </a:prstGeom>
          <a:noFill/>
        </p:spPr>
        <p:txBody>
          <a:bodyPr lIns="91440" tIns="57150" rIns="91440" bIns="57150"/>
          <a:lstStyle/>
          <a:p>
            <a:r>
              <a:rPr lang="en-GB" sz="1100" b="1" dirty="0">
                <a:solidFill>
                  <a:srgbClr val="0761AD"/>
                </a:solidFill>
                <a:latin typeface="Segoe UI"/>
              </a:rPr>
              <a:t>Environment Variables</a:t>
            </a:r>
          </a:p>
          <a:p>
            <a:r>
              <a:rPr lang="en-GB" sz="900" dirty="0">
                <a:solidFill>
                  <a:srgbClr val="777777"/>
                </a:solidFill>
                <a:latin typeface="Segoe UI"/>
              </a:rPr>
              <a:t>Config values per environment</a:t>
            </a:r>
          </a:p>
        </p:txBody>
      </p:sp>
      <p:sp>
        <p:nvSpPr>
          <p:cNvPr id="4" name="CalloutBg">
            <a:extLst>
              <a:ext uri="{FF2B5EF4-FFF2-40B4-BE49-F238E27FC236}">
                <a16:creationId xmlns:a16="http://schemas.microsoft.com/office/drawing/2014/main" id="{81848E4D-AA9A-05AD-F15A-7CF64EE3467E}"/>
              </a:ext>
            </a:extLst>
          </p:cNvPr>
          <p:cNvSpPr/>
          <p:nvPr/>
        </p:nvSpPr>
        <p:spPr>
          <a:xfrm>
            <a:off x="456400" y="1927979"/>
            <a:ext cx="6400000" cy="571500"/>
          </a:xfrm>
          <a:prstGeom prst="rect">
            <a:avLst/>
          </a:prstGeom>
          <a:solidFill>
            <a:srgbClr val="EBF5FB"/>
          </a:solidFill>
          <a:ln w="19050">
            <a:solidFill>
              <a:srgbClr val="00CBBB"/>
            </a:solidFill>
          </a:ln>
        </p:spPr>
        <p:txBody>
          <a:bodyPr/>
          <a:lstStyle/>
          <a:p>
            <a:endParaRPr/>
          </a:p>
        </p:txBody>
      </p:sp>
      <p:sp>
        <p:nvSpPr>
          <p:cNvPr id="5" name="CalloutAccent">
            <a:extLst>
              <a:ext uri="{FF2B5EF4-FFF2-40B4-BE49-F238E27FC236}">
                <a16:creationId xmlns:a16="http://schemas.microsoft.com/office/drawing/2014/main" id="{26D33883-6F10-413C-EE00-A9FC9FC062FD}"/>
              </a:ext>
            </a:extLst>
          </p:cNvPr>
          <p:cNvSpPr/>
          <p:nvPr/>
        </p:nvSpPr>
        <p:spPr>
          <a:xfrm>
            <a:off x="456400" y="1927979"/>
            <a:ext cx="57150" cy="571500"/>
          </a:xfrm>
          <a:prstGeom prst="rect">
            <a:avLst/>
          </a:prstGeom>
          <a:solidFill>
            <a:srgbClr val="00CBBB"/>
          </a:solidFill>
          <a:ln>
            <a:noFill/>
          </a:ln>
        </p:spPr>
        <p:txBody>
          <a:bodyPr/>
          <a:lstStyle/>
          <a:p>
            <a:endParaRPr/>
          </a:p>
        </p:txBody>
      </p:sp>
      <p:sp>
        <p:nvSpPr>
          <p:cNvPr id="6" name="CalloutText">
            <a:extLst>
              <a:ext uri="{FF2B5EF4-FFF2-40B4-BE49-F238E27FC236}">
                <a16:creationId xmlns:a16="http://schemas.microsoft.com/office/drawing/2014/main" id="{5C1A3451-2D19-4C46-60C6-8B4EACDDAFF7}"/>
              </a:ext>
            </a:extLst>
          </p:cNvPr>
          <p:cNvSpPr txBox="1"/>
          <p:nvPr/>
        </p:nvSpPr>
        <p:spPr>
          <a:xfrm>
            <a:off x="559200" y="1927979"/>
            <a:ext cx="6200000" cy="571500"/>
          </a:xfrm>
          <a:prstGeom prst="rect">
            <a:avLst/>
          </a:prstGeom>
          <a:noFill/>
        </p:spPr>
        <p:txBody>
          <a:bodyPr wrap="square" lIns="91440" tIns="91440" rIns="91440" bIns="91440"/>
          <a:lstStyle/>
          <a:p>
            <a:r>
              <a:rPr lang="en-GB" sz="1200" i="1" dirty="0">
                <a:solidFill>
                  <a:srgbClr val="555555"/>
                </a:solidFill>
                <a:latin typeface="Segoe UI"/>
              </a:rPr>
              <a:t>Think of it as a way of </a:t>
            </a:r>
            <a:r>
              <a:rPr lang="en-GB" sz="1200" b="1" i="1" dirty="0">
                <a:solidFill>
                  <a:srgbClr val="0761AD"/>
                </a:solidFill>
                <a:latin typeface="Segoe UI"/>
              </a:rPr>
              <a:t>organizing</a:t>
            </a:r>
            <a:r>
              <a:rPr lang="en-GB" sz="1200" i="1" dirty="0">
                <a:solidFill>
                  <a:srgbClr val="555555"/>
                </a:solidFill>
                <a:latin typeface="Segoe UI"/>
              </a:rPr>
              <a:t> for your </a:t>
            </a:r>
            <a:r>
              <a:rPr lang="en-GB" sz="1200" b="1" i="1" dirty="0">
                <a:latin typeface="Segoe UI"/>
              </a:rPr>
              <a:t>related</a:t>
            </a:r>
            <a:r>
              <a:rPr lang="en-GB" sz="1200" i="1" dirty="0">
                <a:solidFill>
                  <a:srgbClr val="555555"/>
                </a:solidFill>
                <a:latin typeface="Segoe UI"/>
              </a:rPr>
              <a:t> Power Platform work in your development environment.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Managed vs Unmanaged Solutions</a:t>
            </a:r>
          </a:p>
        </p:txBody>
      </p:sp>
      <p:sp>
        <p:nvSpPr>
          <p:cNvPr id="10" name="UnmgdHdr"/>
          <p:cNvSpPr/>
          <p:nvPr/>
        </p:nvSpPr>
        <p:spPr>
          <a:xfrm>
            <a:off x="457200" y="914400"/>
            <a:ext cx="5257675" cy="420000"/>
          </a:xfrm>
          <a:prstGeom prst="rect">
            <a:avLst/>
          </a:prstGeom>
          <a:solidFill>
            <a:srgbClr val="00CBBB"/>
          </a:solidFill>
          <a:ln>
            <a:noFill/>
          </a:ln>
        </p:spPr>
        <p:txBody>
          <a:bodyPr anchor="ctr"/>
          <a:lstStyle/>
          <a:p>
            <a:pPr algn="ctr"/>
            <a:r>
              <a:rPr lang="en-GB" sz="1800" b="1" dirty="0">
                <a:solidFill>
                  <a:srgbClr val="FFFFFF"/>
                </a:solidFill>
                <a:latin typeface="Segoe UI Black"/>
              </a:rPr>
              <a:t>Unmanaged</a:t>
            </a:r>
          </a:p>
        </p:txBody>
      </p:sp>
      <p:sp>
        <p:nvSpPr>
          <p:cNvPr id="11" name="MgdHdr"/>
          <p:cNvSpPr/>
          <p:nvPr/>
        </p:nvSpPr>
        <p:spPr>
          <a:xfrm>
            <a:off x="6477125" y="914400"/>
            <a:ext cx="5257675" cy="420000"/>
          </a:xfrm>
          <a:prstGeom prst="rect">
            <a:avLst/>
          </a:prstGeom>
          <a:solidFill>
            <a:srgbClr val="0761AD"/>
          </a:solidFill>
          <a:ln>
            <a:noFill/>
          </a:ln>
        </p:spPr>
        <p:txBody>
          <a:bodyPr anchor="ctr"/>
          <a:lstStyle/>
          <a:p>
            <a:pPr algn="ctr"/>
            <a:r>
              <a:rPr lang="en-GB" sz="1800" b="1" dirty="0">
                <a:solidFill>
                  <a:srgbClr val="FFFFFF"/>
                </a:solidFill>
                <a:latin typeface="Segoe UI Black"/>
              </a:rPr>
              <a:t>Managed</a:t>
            </a:r>
          </a:p>
        </p:txBody>
      </p:sp>
      <p:sp>
        <p:nvSpPr>
          <p:cNvPr id="12" name="ColGap"/>
          <p:cNvSpPr/>
          <p:nvPr/>
        </p:nvSpPr>
        <p:spPr>
          <a:xfrm>
            <a:off x="5714875" y="914400"/>
            <a:ext cx="762250" cy="5140000"/>
          </a:xfrm>
          <a:prstGeom prst="rect">
            <a:avLst/>
          </a:prstGeom>
          <a:solidFill>
            <a:srgbClr val="FFFFFF"/>
          </a:solidFill>
          <a:ln>
            <a:noFill/>
          </a:ln>
        </p:spPr>
        <p:txBody>
          <a:bodyPr/>
          <a:lstStyle/>
          <a:p>
            <a:endParaRPr/>
          </a:p>
        </p:txBody>
      </p:sp>
      <p:sp>
        <p:nvSpPr>
          <p:cNvPr id="20" name="R1L"/>
          <p:cNvSpPr/>
          <p:nvPr/>
        </p:nvSpPr>
        <p:spPr>
          <a:xfrm>
            <a:off x="457200" y="1334400"/>
            <a:ext cx="11277600" cy="270000"/>
          </a:xfrm>
          <a:prstGeom prst="rect">
            <a:avLst/>
          </a:prstGeom>
          <a:solidFill>
            <a:srgbClr val="1A87CD"/>
          </a:solidFill>
          <a:ln>
            <a:noFill/>
          </a:ln>
        </p:spPr>
        <p:txBody>
          <a:bodyPr lIns="182880" anchor="ctr"/>
          <a:lstStyle/>
          <a:p>
            <a:r>
              <a:rPr lang="en-GB" sz="1000" b="1" dirty="0">
                <a:solidFill>
                  <a:srgbClr val="FFFFFF"/>
                </a:solidFill>
                <a:latin typeface="Segoe UI"/>
              </a:rPr>
              <a:t>Typical Environment</a:t>
            </a:r>
          </a:p>
        </p:txBody>
      </p:sp>
      <p:sp>
        <p:nvSpPr>
          <p:cNvPr id="21" name="R1U"/>
          <p:cNvSpPr/>
          <p:nvPr/>
        </p:nvSpPr>
        <p:spPr>
          <a:xfrm>
            <a:off x="457200" y="1604400"/>
            <a:ext cx="5257675" cy="320000"/>
          </a:xfrm>
          <a:prstGeom prst="rect">
            <a:avLst/>
          </a:prstGeom>
          <a:solidFill>
            <a:srgbClr val="FFFFFF"/>
          </a:solidFill>
          <a:ln w="9525">
            <a:solidFill>
              <a:srgbClr val="D0E4F5"/>
            </a:solidFill>
          </a:ln>
        </p:spPr>
        <p:txBody>
          <a:bodyPr lIns="182880" tIns="45720" rIns="182880" bIns="45720" anchor="ctr"/>
          <a:lstStyle/>
          <a:p>
            <a:r>
              <a:rPr lang="en-GB" sz="1000" dirty="0">
                <a:solidFill>
                  <a:srgbClr val="333333"/>
                </a:solidFill>
                <a:latin typeface="Segoe UI"/>
              </a:rPr>
              <a:t>Development only</a:t>
            </a:r>
          </a:p>
        </p:txBody>
      </p:sp>
      <p:sp>
        <p:nvSpPr>
          <p:cNvPr id="22" name="R1M"/>
          <p:cNvSpPr/>
          <p:nvPr/>
        </p:nvSpPr>
        <p:spPr>
          <a:xfrm>
            <a:off x="6477125" y="1604400"/>
            <a:ext cx="5257675" cy="320000"/>
          </a:xfrm>
          <a:prstGeom prst="rect">
            <a:avLst/>
          </a:prstGeom>
          <a:solidFill>
            <a:srgbClr val="FFFFFF"/>
          </a:solidFill>
          <a:ln w="9525">
            <a:solidFill>
              <a:srgbClr val="D0E4F5"/>
            </a:solidFill>
          </a:ln>
        </p:spPr>
        <p:txBody>
          <a:bodyPr lIns="182880" tIns="45720" rIns="182880" bIns="45720" anchor="ctr"/>
          <a:lstStyle/>
          <a:p>
            <a:r>
              <a:rPr lang="en-GB" sz="1000" dirty="0">
                <a:solidFill>
                  <a:srgbClr val="333333"/>
                </a:solidFill>
                <a:latin typeface="Segoe UI"/>
              </a:rPr>
              <a:t>Test, UAT and Production</a:t>
            </a:r>
          </a:p>
        </p:txBody>
      </p:sp>
      <p:sp>
        <p:nvSpPr>
          <p:cNvPr id="30" name="R2L"/>
          <p:cNvSpPr/>
          <p:nvPr/>
        </p:nvSpPr>
        <p:spPr>
          <a:xfrm>
            <a:off x="457200" y="1924400"/>
            <a:ext cx="11277600" cy="270000"/>
          </a:xfrm>
          <a:prstGeom prst="rect">
            <a:avLst/>
          </a:prstGeom>
          <a:solidFill>
            <a:srgbClr val="1A87CD"/>
          </a:solidFill>
          <a:ln>
            <a:noFill/>
          </a:ln>
        </p:spPr>
        <p:txBody>
          <a:bodyPr lIns="182880" anchor="ctr"/>
          <a:lstStyle/>
          <a:p>
            <a:r>
              <a:rPr lang="en-GB" sz="1000" b="1" dirty="0">
                <a:solidFill>
                  <a:srgbClr val="FFFFFF"/>
                </a:solidFill>
                <a:latin typeface="Segoe UI"/>
              </a:rPr>
              <a:t>Customisation</a:t>
            </a:r>
          </a:p>
        </p:txBody>
      </p:sp>
      <p:sp>
        <p:nvSpPr>
          <p:cNvPr id="31" name="R2U"/>
          <p:cNvSpPr/>
          <p:nvPr/>
        </p:nvSpPr>
        <p:spPr>
          <a:xfrm>
            <a:off x="457200" y="2194400"/>
            <a:ext cx="5257675" cy="320000"/>
          </a:xfrm>
          <a:prstGeom prst="rect">
            <a:avLst/>
          </a:prstGeom>
          <a:solidFill>
            <a:srgbClr val="F2F7FF"/>
          </a:solidFill>
          <a:ln w="9525">
            <a:solidFill>
              <a:srgbClr val="D0E4F5"/>
            </a:solidFill>
          </a:ln>
        </p:spPr>
        <p:txBody>
          <a:bodyPr lIns="182880" tIns="45720" rIns="182880" bIns="45720" anchor="ctr"/>
          <a:lstStyle/>
          <a:p>
            <a:r>
              <a:rPr lang="en-GB" sz="1000" dirty="0">
                <a:solidFill>
                  <a:srgbClr val="333333"/>
                </a:solidFill>
                <a:latin typeface="Segoe UI"/>
              </a:rPr>
              <a:t>Fully editable — components can be modified directly</a:t>
            </a:r>
          </a:p>
        </p:txBody>
      </p:sp>
      <p:sp>
        <p:nvSpPr>
          <p:cNvPr id="32" name="R2M"/>
          <p:cNvSpPr/>
          <p:nvPr/>
        </p:nvSpPr>
        <p:spPr>
          <a:xfrm>
            <a:off x="6477125" y="2194400"/>
            <a:ext cx="5257675" cy="320000"/>
          </a:xfrm>
          <a:prstGeom prst="rect">
            <a:avLst/>
          </a:prstGeom>
          <a:solidFill>
            <a:srgbClr val="F2F7FF"/>
          </a:solidFill>
          <a:ln w="9525">
            <a:solidFill>
              <a:srgbClr val="D0E4F5"/>
            </a:solidFill>
          </a:ln>
        </p:spPr>
        <p:txBody>
          <a:bodyPr lIns="182880" tIns="45720" rIns="182880" bIns="45720" anchor="ctr"/>
          <a:lstStyle/>
          <a:p>
            <a:r>
              <a:rPr lang="en-GB" sz="1000" dirty="0">
                <a:solidFill>
                  <a:srgbClr val="333333"/>
                </a:solidFill>
                <a:latin typeface="Segoe UI"/>
              </a:rPr>
              <a:t>Read-only — components are locked against direct edits</a:t>
            </a:r>
          </a:p>
        </p:txBody>
      </p:sp>
      <p:sp>
        <p:nvSpPr>
          <p:cNvPr id="40" name="R3L"/>
          <p:cNvSpPr/>
          <p:nvPr/>
        </p:nvSpPr>
        <p:spPr>
          <a:xfrm>
            <a:off x="457200" y="2514400"/>
            <a:ext cx="11277600" cy="270000"/>
          </a:xfrm>
          <a:prstGeom prst="rect">
            <a:avLst/>
          </a:prstGeom>
          <a:solidFill>
            <a:srgbClr val="1A87CD"/>
          </a:solidFill>
          <a:ln>
            <a:noFill/>
          </a:ln>
        </p:spPr>
        <p:txBody>
          <a:bodyPr lIns="182880" anchor="ctr"/>
          <a:lstStyle/>
          <a:p>
            <a:r>
              <a:rPr lang="en-GB" sz="1000" b="1" dirty="0">
                <a:solidFill>
                  <a:srgbClr val="FFFFFF"/>
                </a:solidFill>
                <a:latin typeface="Segoe UI"/>
              </a:rPr>
              <a:t>Source Control</a:t>
            </a:r>
          </a:p>
        </p:txBody>
      </p:sp>
      <p:sp>
        <p:nvSpPr>
          <p:cNvPr id="41" name="R3U"/>
          <p:cNvSpPr/>
          <p:nvPr/>
        </p:nvSpPr>
        <p:spPr>
          <a:xfrm>
            <a:off x="457200" y="2784400"/>
            <a:ext cx="5257675" cy="320000"/>
          </a:xfrm>
          <a:prstGeom prst="rect">
            <a:avLst/>
          </a:prstGeom>
          <a:solidFill>
            <a:srgbClr val="FFFFFF"/>
          </a:solidFill>
          <a:ln w="9525">
            <a:solidFill>
              <a:srgbClr val="D0E4F5"/>
            </a:solidFill>
          </a:ln>
        </p:spPr>
        <p:txBody>
          <a:bodyPr lIns="182880" tIns="45720" rIns="182880" bIns="45720" anchor="ctr"/>
          <a:lstStyle/>
          <a:p>
            <a:r>
              <a:rPr lang="en-GB" sz="1000" dirty="0">
                <a:solidFill>
                  <a:srgbClr val="333333"/>
                </a:solidFill>
                <a:latin typeface="Segoe UI"/>
              </a:rPr>
              <a:t>Exported and committed to Git as unpacked source files</a:t>
            </a:r>
          </a:p>
        </p:txBody>
      </p:sp>
      <p:sp>
        <p:nvSpPr>
          <p:cNvPr id="42" name="R3M"/>
          <p:cNvSpPr/>
          <p:nvPr/>
        </p:nvSpPr>
        <p:spPr>
          <a:xfrm>
            <a:off x="6477125" y="2784400"/>
            <a:ext cx="5257675" cy="320000"/>
          </a:xfrm>
          <a:prstGeom prst="rect">
            <a:avLst/>
          </a:prstGeom>
          <a:solidFill>
            <a:srgbClr val="FFFFFF"/>
          </a:solidFill>
          <a:ln w="9525">
            <a:solidFill>
              <a:srgbClr val="D0E4F5"/>
            </a:solidFill>
          </a:ln>
        </p:spPr>
        <p:txBody>
          <a:bodyPr lIns="182880" tIns="45720" rIns="182880" bIns="45720" anchor="ctr"/>
          <a:lstStyle/>
          <a:p>
            <a:r>
              <a:rPr lang="en-GB" sz="1000" dirty="0">
                <a:solidFill>
                  <a:srgbClr val="333333"/>
                </a:solidFill>
                <a:latin typeface="Segoe UI"/>
              </a:rPr>
              <a:t>Built and packaged by the pipeline from source control</a:t>
            </a:r>
          </a:p>
        </p:txBody>
      </p:sp>
      <p:sp>
        <p:nvSpPr>
          <p:cNvPr id="50" name="R4L"/>
          <p:cNvSpPr/>
          <p:nvPr/>
        </p:nvSpPr>
        <p:spPr>
          <a:xfrm>
            <a:off x="457200" y="3104400"/>
            <a:ext cx="11277600" cy="270000"/>
          </a:xfrm>
          <a:prstGeom prst="rect">
            <a:avLst/>
          </a:prstGeom>
          <a:solidFill>
            <a:srgbClr val="1A87CD"/>
          </a:solidFill>
          <a:ln>
            <a:noFill/>
          </a:ln>
        </p:spPr>
        <p:txBody>
          <a:bodyPr lIns="182880" anchor="ctr"/>
          <a:lstStyle/>
          <a:p>
            <a:r>
              <a:rPr lang="en-GB" sz="1000" b="1" dirty="0">
                <a:solidFill>
                  <a:srgbClr val="FFFFFF"/>
                </a:solidFill>
                <a:latin typeface="Segoe UI"/>
              </a:rPr>
              <a:t>Deleting the Solution</a:t>
            </a:r>
          </a:p>
        </p:txBody>
      </p:sp>
      <p:sp>
        <p:nvSpPr>
          <p:cNvPr id="51" name="R4U"/>
          <p:cNvSpPr/>
          <p:nvPr/>
        </p:nvSpPr>
        <p:spPr>
          <a:xfrm>
            <a:off x="457200" y="3374400"/>
            <a:ext cx="5257675" cy="320000"/>
          </a:xfrm>
          <a:prstGeom prst="rect">
            <a:avLst/>
          </a:prstGeom>
          <a:solidFill>
            <a:srgbClr val="F2F7FF"/>
          </a:solidFill>
          <a:ln w="9525">
            <a:solidFill>
              <a:srgbClr val="D0E4F5"/>
            </a:solidFill>
          </a:ln>
        </p:spPr>
        <p:txBody>
          <a:bodyPr lIns="182880" tIns="45720" rIns="182880" bIns="45720" anchor="ctr"/>
          <a:lstStyle/>
          <a:p>
            <a:r>
              <a:rPr lang="en-GB" sz="1000" dirty="0">
                <a:solidFill>
                  <a:srgbClr val="333333"/>
                </a:solidFill>
                <a:latin typeface="Segoe UI"/>
              </a:rPr>
              <a:t>Removes the container only — components remain in the environment</a:t>
            </a:r>
          </a:p>
        </p:txBody>
      </p:sp>
      <p:sp>
        <p:nvSpPr>
          <p:cNvPr id="52" name="R4M"/>
          <p:cNvSpPr/>
          <p:nvPr/>
        </p:nvSpPr>
        <p:spPr>
          <a:xfrm>
            <a:off x="6477125" y="3374400"/>
            <a:ext cx="5257675" cy="320000"/>
          </a:xfrm>
          <a:prstGeom prst="rect">
            <a:avLst/>
          </a:prstGeom>
          <a:solidFill>
            <a:srgbClr val="F2F7FF"/>
          </a:solidFill>
          <a:ln w="9525">
            <a:solidFill>
              <a:srgbClr val="D0E4F5"/>
            </a:solidFill>
          </a:ln>
        </p:spPr>
        <p:txBody>
          <a:bodyPr lIns="182880" tIns="45720" rIns="182880" bIns="45720" anchor="ctr"/>
          <a:lstStyle/>
          <a:p>
            <a:r>
              <a:rPr lang="en-GB" sz="1000" dirty="0">
                <a:solidFill>
                  <a:srgbClr val="333333"/>
                </a:solidFill>
                <a:latin typeface="Segoe UI"/>
              </a:rPr>
              <a:t>Removes the solution AND all its components from the environment</a:t>
            </a:r>
          </a:p>
        </p:txBody>
      </p:sp>
      <p:sp>
        <p:nvSpPr>
          <p:cNvPr id="60" name="R5L"/>
          <p:cNvSpPr/>
          <p:nvPr/>
        </p:nvSpPr>
        <p:spPr>
          <a:xfrm>
            <a:off x="457200" y="3694400"/>
            <a:ext cx="11277600" cy="270000"/>
          </a:xfrm>
          <a:prstGeom prst="rect">
            <a:avLst/>
          </a:prstGeom>
          <a:solidFill>
            <a:srgbClr val="1A87CD"/>
          </a:solidFill>
          <a:ln>
            <a:noFill/>
          </a:ln>
        </p:spPr>
        <p:txBody>
          <a:bodyPr lIns="182880" anchor="ctr"/>
          <a:lstStyle/>
          <a:p>
            <a:r>
              <a:rPr lang="en-GB" sz="1000" b="1" dirty="0">
                <a:solidFill>
                  <a:srgbClr val="FFFFFF"/>
                </a:solidFill>
                <a:latin typeface="Segoe UI"/>
              </a:rPr>
              <a:t>Version Numbering</a:t>
            </a:r>
          </a:p>
        </p:txBody>
      </p:sp>
      <p:sp>
        <p:nvSpPr>
          <p:cNvPr id="61" name="R5U"/>
          <p:cNvSpPr/>
          <p:nvPr/>
        </p:nvSpPr>
        <p:spPr>
          <a:xfrm>
            <a:off x="457200" y="3964400"/>
            <a:ext cx="5257675" cy="320000"/>
          </a:xfrm>
          <a:prstGeom prst="rect">
            <a:avLst/>
          </a:prstGeom>
          <a:solidFill>
            <a:srgbClr val="FFFFFF"/>
          </a:solidFill>
          <a:ln w="9525">
            <a:solidFill>
              <a:srgbClr val="D0E4F5"/>
            </a:solidFill>
          </a:ln>
        </p:spPr>
        <p:txBody>
          <a:bodyPr lIns="182880" tIns="45720" rIns="182880" bIns="45720" anchor="ctr"/>
          <a:lstStyle/>
          <a:p>
            <a:r>
              <a:rPr lang="en-GB" sz="1000" dirty="0">
                <a:solidFill>
                  <a:srgbClr val="333333"/>
                </a:solidFill>
                <a:latin typeface="Segoe UI"/>
              </a:rPr>
              <a:t>Must be incremented manually before each export</a:t>
            </a:r>
          </a:p>
        </p:txBody>
      </p:sp>
      <p:sp>
        <p:nvSpPr>
          <p:cNvPr id="62" name="R5M"/>
          <p:cNvSpPr/>
          <p:nvPr/>
        </p:nvSpPr>
        <p:spPr>
          <a:xfrm>
            <a:off x="6477125" y="3964400"/>
            <a:ext cx="5257675" cy="320000"/>
          </a:xfrm>
          <a:prstGeom prst="rect">
            <a:avLst/>
          </a:prstGeom>
          <a:solidFill>
            <a:srgbClr val="FFFFFF"/>
          </a:solidFill>
          <a:ln w="9525">
            <a:solidFill>
              <a:srgbClr val="D0E4F5"/>
            </a:solidFill>
          </a:ln>
        </p:spPr>
        <p:txBody>
          <a:bodyPr lIns="182880" tIns="45720" rIns="182880" bIns="45720" anchor="ctr"/>
          <a:lstStyle/>
          <a:p>
            <a:r>
              <a:rPr lang="en-GB" sz="1000" dirty="0">
                <a:solidFill>
                  <a:srgbClr val="333333"/>
                </a:solidFill>
                <a:latin typeface="Segoe UI"/>
              </a:rPr>
              <a:t>Version is stamped and tracked by the pipeline on each deployment</a:t>
            </a:r>
          </a:p>
        </p:txBody>
      </p:sp>
      <p:sp>
        <p:nvSpPr>
          <p:cNvPr id="70" name="R6L"/>
          <p:cNvSpPr/>
          <p:nvPr/>
        </p:nvSpPr>
        <p:spPr>
          <a:xfrm>
            <a:off x="457200" y="4284400"/>
            <a:ext cx="11277600" cy="270000"/>
          </a:xfrm>
          <a:prstGeom prst="rect">
            <a:avLst/>
          </a:prstGeom>
          <a:solidFill>
            <a:srgbClr val="1A87CD"/>
          </a:solidFill>
          <a:ln>
            <a:noFill/>
          </a:ln>
        </p:spPr>
        <p:txBody>
          <a:bodyPr lIns="182880" anchor="ctr"/>
          <a:lstStyle/>
          <a:p>
            <a:r>
              <a:rPr lang="en-GB" sz="1000" b="1" dirty="0">
                <a:solidFill>
                  <a:srgbClr val="FFFFFF"/>
                </a:solidFill>
                <a:latin typeface="Segoe UI"/>
              </a:rPr>
              <a:t>Upgrades &amp; Patches</a:t>
            </a:r>
          </a:p>
        </p:txBody>
      </p:sp>
      <p:sp>
        <p:nvSpPr>
          <p:cNvPr id="71" name="R6U"/>
          <p:cNvSpPr/>
          <p:nvPr/>
        </p:nvSpPr>
        <p:spPr>
          <a:xfrm>
            <a:off x="457200" y="4554400"/>
            <a:ext cx="5257675" cy="320000"/>
          </a:xfrm>
          <a:prstGeom prst="rect">
            <a:avLst/>
          </a:prstGeom>
          <a:solidFill>
            <a:srgbClr val="F2F7FF"/>
          </a:solidFill>
          <a:ln w="9525">
            <a:solidFill>
              <a:srgbClr val="D0E4F5"/>
            </a:solidFill>
          </a:ln>
        </p:spPr>
        <p:txBody>
          <a:bodyPr lIns="182880" tIns="45720" rIns="182880" bIns="45720" anchor="ctr"/>
          <a:lstStyle/>
          <a:p>
            <a:r>
              <a:rPr lang="en-GB" sz="1000" dirty="0">
                <a:solidFill>
                  <a:srgbClr val="333333"/>
                </a:solidFill>
                <a:latin typeface="Segoe UI"/>
              </a:rPr>
              <a:t>Not applicable — changes are made directly in the environment</a:t>
            </a:r>
          </a:p>
        </p:txBody>
      </p:sp>
      <p:sp>
        <p:nvSpPr>
          <p:cNvPr id="72" name="R6M"/>
          <p:cNvSpPr/>
          <p:nvPr/>
        </p:nvSpPr>
        <p:spPr>
          <a:xfrm>
            <a:off x="6477125" y="4554400"/>
            <a:ext cx="5257675" cy="320000"/>
          </a:xfrm>
          <a:prstGeom prst="rect">
            <a:avLst/>
          </a:prstGeom>
          <a:solidFill>
            <a:srgbClr val="F2F7FF"/>
          </a:solidFill>
          <a:ln w="9525">
            <a:solidFill>
              <a:srgbClr val="D0E4F5"/>
            </a:solidFill>
          </a:ln>
        </p:spPr>
        <p:txBody>
          <a:bodyPr lIns="182880" tIns="45720" rIns="182880" bIns="45720" anchor="ctr"/>
          <a:lstStyle/>
          <a:p>
            <a:r>
              <a:rPr lang="en-GB" sz="1000" dirty="0">
                <a:solidFill>
                  <a:srgbClr val="333333"/>
                </a:solidFill>
                <a:latin typeface="Segoe UI"/>
              </a:rPr>
              <a:t>Supports full upgrade and patch deployment via the pipeline</a:t>
            </a:r>
          </a:p>
        </p:txBody>
      </p:sp>
      <p:sp>
        <p:nvSpPr>
          <p:cNvPr id="80" name="R7L"/>
          <p:cNvSpPr/>
          <p:nvPr/>
        </p:nvSpPr>
        <p:spPr>
          <a:xfrm>
            <a:off x="457200" y="4874400"/>
            <a:ext cx="11277600" cy="270000"/>
          </a:xfrm>
          <a:prstGeom prst="rect">
            <a:avLst/>
          </a:prstGeom>
          <a:solidFill>
            <a:srgbClr val="1A87CD"/>
          </a:solidFill>
          <a:ln>
            <a:noFill/>
          </a:ln>
        </p:spPr>
        <p:txBody>
          <a:bodyPr lIns="182880" anchor="ctr"/>
          <a:lstStyle/>
          <a:p>
            <a:r>
              <a:rPr lang="en-GB" sz="1000" b="1" dirty="0">
                <a:solidFill>
                  <a:srgbClr val="FFFFFF"/>
                </a:solidFill>
                <a:latin typeface="Segoe UI"/>
              </a:rPr>
              <a:t>Solution Layering</a:t>
            </a:r>
          </a:p>
        </p:txBody>
      </p:sp>
      <p:sp>
        <p:nvSpPr>
          <p:cNvPr id="81" name="R7U"/>
          <p:cNvSpPr/>
          <p:nvPr/>
        </p:nvSpPr>
        <p:spPr>
          <a:xfrm>
            <a:off x="457200" y="5144400"/>
            <a:ext cx="5257675" cy="320000"/>
          </a:xfrm>
          <a:prstGeom prst="rect">
            <a:avLst/>
          </a:prstGeom>
          <a:solidFill>
            <a:srgbClr val="FFFFFF"/>
          </a:solidFill>
          <a:ln w="9525">
            <a:solidFill>
              <a:srgbClr val="D0E4F5"/>
            </a:solidFill>
          </a:ln>
        </p:spPr>
        <p:txBody>
          <a:bodyPr lIns="182880" tIns="45720" rIns="182880" bIns="45720" anchor="ctr"/>
          <a:lstStyle/>
          <a:p>
            <a:r>
              <a:rPr lang="en-GB" sz="1000" dirty="0">
                <a:solidFill>
                  <a:srgbClr val="333333"/>
                </a:solidFill>
                <a:latin typeface="Segoe UI"/>
              </a:rPr>
              <a:t>Active layer — customisations sit on top of any managed layers below</a:t>
            </a:r>
          </a:p>
        </p:txBody>
      </p:sp>
      <p:sp>
        <p:nvSpPr>
          <p:cNvPr id="82" name="R7M"/>
          <p:cNvSpPr/>
          <p:nvPr/>
        </p:nvSpPr>
        <p:spPr>
          <a:xfrm>
            <a:off x="6477125" y="5144400"/>
            <a:ext cx="5257675" cy="320000"/>
          </a:xfrm>
          <a:prstGeom prst="rect">
            <a:avLst/>
          </a:prstGeom>
          <a:solidFill>
            <a:srgbClr val="FFFFFF"/>
          </a:solidFill>
          <a:ln w="9525">
            <a:solidFill>
              <a:srgbClr val="D0E4F5"/>
            </a:solidFill>
          </a:ln>
        </p:spPr>
        <p:txBody>
          <a:bodyPr lIns="182880" tIns="45720" rIns="182880" bIns="45720" anchor="ctr"/>
          <a:lstStyle/>
          <a:p>
            <a:r>
              <a:rPr lang="en-GB" sz="1000" dirty="0">
                <a:solidFill>
                  <a:srgbClr val="333333"/>
                </a:solidFill>
                <a:latin typeface="Segoe UI"/>
              </a:rPr>
              <a:t>Base layer — provides a foundation that unmanaged layers can extend</a:t>
            </a:r>
          </a:p>
        </p:txBody>
      </p:sp>
      <p:sp>
        <p:nvSpPr>
          <p:cNvPr id="90" name="R8L"/>
          <p:cNvSpPr/>
          <p:nvPr/>
        </p:nvSpPr>
        <p:spPr>
          <a:xfrm>
            <a:off x="457200" y="5464400"/>
            <a:ext cx="11277600" cy="270000"/>
          </a:xfrm>
          <a:prstGeom prst="rect">
            <a:avLst/>
          </a:prstGeom>
          <a:solidFill>
            <a:srgbClr val="1A87CD"/>
          </a:solidFill>
          <a:ln>
            <a:noFill/>
          </a:ln>
        </p:spPr>
        <p:txBody>
          <a:bodyPr lIns="182880" anchor="ctr"/>
          <a:lstStyle/>
          <a:p>
            <a:r>
              <a:rPr lang="en-GB" sz="1000" b="1" dirty="0">
                <a:solidFill>
                  <a:srgbClr val="FFFFFF"/>
                </a:solidFill>
                <a:latin typeface="Segoe UI"/>
              </a:rPr>
              <a:t>Production Use</a:t>
            </a:r>
          </a:p>
        </p:txBody>
      </p:sp>
      <p:sp>
        <p:nvSpPr>
          <p:cNvPr id="91" name="R8U"/>
          <p:cNvSpPr/>
          <p:nvPr/>
        </p:nvSpPr>
        <p:spPr>
          <a:xfrm>
            <a:off x="457200" y="5734400"/>
            <a:ext cx="5257675" cy="320000"/>
          </a:xfrm>
          <a:prstGeom prst="rect">
            <a:avLst/>
          </a:prstGeom>
          <a:solidFill>
            <a:srgbClr val="F2F7FF"/>
          </a:solidFill>
          <a:ln w="9525">
            <a:solidFill>
              <a:srgbClr val="D0E4F5"/>
            </a:solidFill>
          </a:ln>
        </p:spPr>
        <p:txBody>
          <a:bodyPr lIns="182880" tIns="45720" rIns="182880" bIns="45720" anchor="ctr"/>
          <a:lstStyle/>
          <a:p>
            <a:r>
              <a:rPr lang="en-GB" sz="1000" dirty="0">
                <a:solidFill>
                  <a:srgbClr val="333333"/>
                </a:solidFill>
                <a:latin typeface="Segoe UI"/>
              </a:rPr>
              <a:t>Not suitable for production — intended for development use only</a:t>
            </a:r>
          </a:p>
        </p:txBody>
      </p:sp>
      <p:sp>
        <p:nvSpPr>
          <p:cNvPr id="92" name="R8M"/>
          <p:cNvSpPr/>
          <p:nvPr/>
        </p:nvSpPr>
        <p:spPr>
          <a:xfrm>
            <a:off x="6477125" y="5734400"/>
            <a:ext cx="5257675" cy="320000"/>
          </a:xfrm>
          <a:prstGeom prst="rect">
            <a:avLst/>
          </a:prstGeom>
          <a:solidFill>
            <a:srgbClr val="F2F7FF"/>
          </a:solidFill>
          <a:ln w="9525">
            <a:solidFill>
              <a:srgbClr val="D0E4F5"/>
            </a:solidFill>
          </a:ln>
        </p:spPr>
        <p:txBody>
          <a:bodyPr lIns="182880" tIns="45720" rIns="182880" bIns="45720" anchor="ctr"/>
          <a:lstStyle/>
          <a:p>
            <a:r>
              <a:rPr lang="en-GB" sz="1000" dirty="0">
                <a:solidFill>
                  <a:srgbClr val="333333"/>
                </a:solidFill>
                <a:latin typeface="Segoe UI"/>
              </a:rPr>
              <a:t>Designed for production — the correct deployment target for live environments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dirty="0"/>
              <a:t>Solution Segmentation &amp; Design</a:t>
            </a:r>
          </a:p>
        </p:txBody>
      </p:sp>
      <p:sp>
        <p:nvSpPr>
          <p:cNvPr id="10" name="DefBg"/>
          <p:cNvSpPr/>
          <p:nvPr/>
        </p:nvSpPr>
        <p:spPr>
          <a:xfrm>
            <a:off x="457200" y="914400"/>
            <a:ext cx="11277600" cy="457200"/>
          </a:xfrm>
          <a:prstGeom prst="rect">
            <a:avLst/>
          </a:prstGeom>
          <a:solidFill>
            <a:srgbClr val="EBF5FB"/>
          </a:solidFill>
          <a:ln w="19050">
            <a:solidFill>
              <a:srgbClr val="0761AD"/>
            </a:solidFill>
          </a:ln>
        </p:spPr>
        <p:txBody>
          <a:bodyPr/>
          <a:lstStyle/>
          <a:p>
            <a:endParaRPr/>
          </a:p>
        </p:txBody>
      </p:sp>
      <p:sp>
        <p:nvSpPr>
          <p:cNvPr id="11" name="DefAcc"/>
          <p:cNvSpPr/>
          <p:nvPr/>
        </p:nvSpPr>
        <p:spPr>
          <a:xfrm>
            <a:off x="457200" y="914400"/>
            <a:ext cx="57150" cy="457200"/>
          </a:xfrm>
          <a:prstGeom prst="rect">
            <a:avLst/>
          </a:prstGeom>
          <a:solidFill>
            <a:srgbClr val="0761AD"/>
          </a:solidFill>
          <a:ln>
            <a:noFill/>
          </a:ln>
        </p:spPr>
        <p:txBody>
          <a:bodyPr/>
          <a:lstStyle/>
          <a:p>
            <a:endParaRPr/>
          </a:p>
        </p:txBody>
      </p:sp>
      <p:sp>
        <p:nvSpPr>
          <p:cNvPr id="12" name="DefTxt"/>
          <p:cNvSpPr txBox="1"/>
          <p:nvPr/>
        </p:nvSpPr>
        <p:spPr>
          <a:xfrm>
            <a:off x="571500" y="914400"/>
            <a:ext cx="11163300" cy="457200"/>
          </a:xfrm>
          <a:prstGeom prst="rect">
            <a:avLst/>
          </a:prstGeom>
          <a:noFill/>
        </p:spPr>
        <p:txBody>
          <a:bodyPr wrap="square" lIns="91440" tIns="57150" rIns="91440" bIns="57150" anchor="ctr"/>
          <a:lstStyle/>
          <a:p>
            <a:r>
              <a:rPr lang="en-GB" sz="1100" dirty="0">
                <a:solidFill>
                  <a:srgbClr val="333333"/>
                </a:solidFill>
                <a:latin typeface="Segoe UI"/>
              </a:rPr>
              <a:t>How you structure and split your solutions affects deployment risk, team collaboration, and solution layering in every environment. Plan this before you build — it is much harder to change later.</a:t>
            </a:r>
          </a:p>
        </p:txBody>
      </p:sp>
      <p:sp>
        <p:nvSpPr>
          <p:cNvPr id="20" name="P1Bg"/>
          <p:cNvSpPr/>
          <p:nvPr/>
        </p:nvSpPr>
        <p:spPr>
          <a:xfrm>
            <a:off x="457200" y="1447800"/>
            <a:ext cx="5524800" cy="2248200"/>
          </a:xfrm>
          <a:prstGeom prst="rect">
            <a:avLst/>
          </a:prstGeom>
          <a:solidFill>
            <a:srgbClr val="F2F7FF"/>
          </a:solidFill>
          <a:ln w="9525">
            <a:solidFill>
              <a:srgbClr val="D0E4F5"/>
            </a:solidFill>
          </a:ln>
        </p:spPr>
        <p:txBody>
          <a:bodyPr/>
          <a:lstStyle/>
          <a:p>
            <a:endParaRPr/>
          </a:p>
        </p:txBody>
      </p:sp>
      <p:sp>
        <p:nvSpPr>
          <p:cNvPr id="21" name="P1Hdr"/>
          <p:cNvSpPr/>
          <p:nvPr/>
        </p:nvSpPr>
        <p:spPr>
          <a:xfrm>
            <a:off x="457200" y="1447800"/>
            <a:ext cx="5524800" cy="304800"/>
          </a:xfrm>
          <a:prstGeom prst="rect">
            <a:avLst/>
          </a:prstGeom>
          <a:solidFill>
            <a:srgbClr val="0761AD"/>
          </a:solidFill>
          <a:ln>
            <a:noFill/>
          </a:ln>
        </p:spPr>
        <p:txBody>
          <a:bodyPr lIns="182880" anchor="ctr"/>
          <a:lstStyle/>
          <a:p>
            <a:r>
              <a:rPr lang="en-GB" sz="1100" b="1" dirty="0">
                <a:solidFill>
                  <a:srgbClr val="FFFFFF"/>
                </a:solidFill>
                <a:latin typeface="Segoe UI"/>
              </a:rPr>
              <a:t>📋  Solution Strategies — Simple to Complex</a:t>
            </a:r>
          </a:p>
        </p:txBody>
      </p:sp>
      <p:sp>
        <p:nvSpPr>
          <p:cNvPr id="22" name="P1Body"/>
          <p:cNvSpPr txBox="1"/>
          <p:nvPr/>
        </p:nvSpPr>
        <p:spPr>
          <a:xfrm>
            <a:off x="495300" y="1790700"/>
            <a:ext cx="5448600" cy="1867500"/>
          </a:xfrm>
          <a:prstGeom prst="rect">
            <a:avLst/>
          </a:prstGeom>
          <a:noFill/>
        </p:spPr>
        <p:txBody>
          <a:bodyPr wrap="square" lIns="114300" tIns="91440" rIns="114300" bIns="91440"/>
          <a:lstStyle/>
          <a:p>
            <a:pPr>
              <a:lnSpc>
                <a:spcPct val="115000"/>
              </a:lnSpc>
              <a:spcAft>
                <a:spcPts val="200"/>
              </a:spcAft>
            </a:pPr>
            <a:r>
              <a:rPr lang="en-GB" sz="1000" b="1" dirty="0">
                <a:solidFill>
                  <a:srgbClr val="00CBBB"/>
                </a:solidFill>
                <a:latin typeface="Segoe UI"/>
              </a:rPr>
              <a:t>Single solution </a:t>
            </a:r>
            <a:r>
              <a:rPr lang="en-GB" sz="1000" dirty="0">
                <a:solidFill>
                  <a:srgbClr val="444444"/>
                </a:solidFill>
                <a:latin typeface="Segoe UI"/>
              </a:rPr>
              <a:t>— all customisations in one solution, deployed as one managed artifact. Simplest to manage but harder to split later if the project grows</a:t>
            </a:r>
          </a:p>
          <a:p>
            <a:pPr>
              <a:lnSpc>
                <a:spcPct val="115000"/>
              </a:lnSpc>
              <a:spcAft>
                <a:spcPts val="200"/>
              </a:spcAft>
            </a:pPr>
            <a:r>
              <a:rPr lang="en-GB" sz="1000" b="1" dirty="0">
                <a:solidFill>
                  <a:srgbClr val="1A87CD"/>
                </a:solidFill>
                <a:latin typeface="Segoe UI"/>
              </a:rPr>
              <a:t>Multiple solutions (layered) </a:t>
            </a:r>
            <a:r>
              <a:rPr lang="en-GB" sz="1000" dirty="0">
                <a:solidFill>
                  <a:srgbClr val="444444"/>
                </a:solidFill>
                <a:latin typeface="Segoe UI"/>
              </a:rPr>
              <a:t>— a base solution with shared components (tables, security roles) and separate app solutions layered on top. Target environments receive both in order, creating clean managed layers</a:t>
            </a:r>
          </a:p>
          <a:p>
            <a:pPr>
              <a:lnSpc>
                <a:spcPct val="115000"/>
              </a:lnSpc>
            </a:pPr>
            <a:r>
              <a:rPr lang="en-GB" sz="1000" b="1" dirty="0">
                <a:solidFill>
                  <a:srgbClr val="0F3460"/>
                </a:solidFill>
                <a:latin typeface="Segoe UI"/>
              </a:rPr>
              <a:t>Isolated solution per team </a:t>
            </a:r>
            <a:r>
              <a:rPr lang="en-GB" sz="1000" dirty="0">
                <a:solidFill>
                  <a:srgbClr val="444444"/>
                </a:solidFill>
                <a:latin typeface="Segoe UI"/>
              </a:rPr>
              <a:t>— each solution developed in its own DEV environment. The base managed solution is installed into each team’s environment as a dependency. Best for large enterprise or strict CI/CD scenarios</a:t>
            </a:r>
          </a:p>
        </p:txBody>
      </p:sp>
      <p:sp>
        <p:nvSpPr>
          <p:cNvPr id="30" name="P2Bg"/>
          <p:cNvSpPr/>
          <p:nvPr/>
        </p:nvSpPr>
        <p:spPr>
          <a:xfrm>
            <a:off x="6210300" y="1447800"/>
            <a:ext cx="5524500" cy="2248200"/>
          </a:xfrm>
          <a:prstGeom prst="rect">
            <a:avLst/>
          </a:prstGeom>
          <a:solidFill>
            <a:srgbClr val="F2F7FF"/>
          </a:solidFill>
          <a:ln w="9525">
            <a:solidFill>
              <a:srgbClr val="D0E4F5"/>
            </a:solidFill>
          </a:ln>
        </p:spPr>
        <p:txBody>
          <a:bodyPr/>
          <a:lstStyle/>
          <a:p>
            <a:endParaRPr/>
          </a:p>
        </p:txBody>
      </p:sp>
      <p:sp>
        <p:nvSpPr>
          <p:cNvPr id="31" name="P2Hdr"/>
          <p:cNvSpPr/>
          <p:nvPr/>
        </p:nvSpPr>
        <p:spPr>
          <a:xfrm>
            <a:off x="6210300" y="1447800"/>
            <a:ext cx="5524500" cy="304800"/>
          </a:xfrm>
          <a:prstGeom prst="rect">
            <a:avLst/>
          </a:prstGeom>
          <a:solidFill>
            <a:srgbClr val="00CBBB"/>
          </a:solidFill>
          <a:ln>
            <a:noFill/>
          </a:ln>
        </p:spPr>
        <p:txBody>
          <a:bodyPr lIns="182880" anchor="ctr"/>
          <a:lstStyle/>
          <a:p>
            <a:r>
              <a:rPr lang="en-GB" sz="1100" b="1" dirty="0">
                <a:solidFill>
                  <a:srgbClr val="FFFFFF"/>
                </a:solidFill>
                <a:latin typeface="Segoe UI"/>
              </a:rPr>
              <a:t>🌍  Environment Strategy for Multiple Solutions</a:t>
            </a:r>
          </a:p>
        </p:txBody>
      </p:sp>
      <p:sp>
        <p:nvSpPr>
          <p:cNvPr id="32" name="P2Body"/>
          <p:cNvSpPr txBox="1"/>
          <p:nvPr/>
        </p:nvSpPr>
        <p:spPr>
          <a:xfrm>
            <a:off x="6248400" y="1790700"/>
            <a:ext cx="5448300" cy="1867500"/>
          </a:xfrm>
          <a:prstGeom prst="rect">
            <a:avLst/>
          </a:prstGeom>
          <a:noFill/>
        </p:spPr>
        <p:txBody>
          <a:bodyPr wrap="square" lIns="114300" tIns="91440" rIns="114300" bIns="91440"/>
          <a:lstStyle/>
          <a:p>
            <a:pPr>
              <a:lnSpc>
                <a:spcPct val="115000"/>
              </a:lnSpc>
              <a:spcAft>
                <a:spcPts val="200"/>
              </a:spcAft>
            </a:pPr>
            <a:r>
              <a:rPr lang="en-GB" sz="1000" dirty="0">
                <a:solidFill>
                  <a:srgbClr val="444444"/>
                </a:solidFill>
                <a:latin typeface="Segoe UI"/>
              </a:rPr>
              <a:t>At minimum: one </a:t>
            </a:r>
            <a:r>
              <a:rPr lang="en-GB" sz="1000" b="1" dirty="0">
                <a:solidFill>
                  <a:srgbClr val="0761AD"/>
                </a:solidFill>
                <a:latin typeface="Segoe UI"/>
              </a:rPr>
              <a:t>DEV</a:t>
            </a:r>
            <a:r>
              <a:rPr lang="en-GB" sz="1000" dirty="0">
                <a:solidFill>
                  <a:srgbClr val="444444"/>
                </a:solidFill>
                <a:latin typeface="Segoe UI"/>
              </a:rPr>
              <a:t>, one </a:t>
            </a:r>
            <a:r>
              <a:rPr lang="en-GB" sz="1000" b="1" dirty="0">
                <a:solidFill>
                  <a:srgbClr val="0761AD"/>
                </a:solidFill>
                <a:latin typeface="Segoe UI"/>
              </a:rPr>
              <a:t>TEST</a:t>
            </a:r>
            <a:r>
              <a:rPr lang="en-GB" sz="1000" dirty="0">
                <a:solidFill>
                  <a:srgbClr val="444444"/>
                </a:solidFill>
                <a:latin typeface="Segoe UI"/>
              </a:rPr>
              <a:t>, one </a:t>
            </a:r>
            <a:r>
              <a:rPr lang="en-GB" sz="1000" b="1" dirty="0">
                <a:solidFill>
                  <a:srgbClr val="0761AD"/>
                </a:solidFill>
                <a:latin typeface="Segoe UI"/>
              </a:rPr>
              <a:t>PROD</a:t>
            </a:r>
            <a:r>
              <a:rPr lang="en-GB" sz="1000" dirty="0">
                <a:solidFill>
                  <a:srgbClr val="444444"/>
                </a:solidFill>
                <a:latin typeface="Segoe UI"/>
              </a:rPr>
              <a:t>. Microsoft recommends at least one separate test environment for end-to-end validation</a:t>
            </a:r>
          </a:p>
          <a:p>
            <a:pPr>
              <a:lnSpc>
                <a:spcPct val="115000"/>
              </a:lnSpc>
              <a:spcAft>
                <a:spcPts val="200"/>
              </a:spcAft>
            </a:pPr>
            <a:r>
              <a:rPr lang="en-GB" sz="1000" dirty="0">
                <a:solidFill>
                  <a:srgbClr val="444444"/>
                </a:solidFill>
                <a:latin typeface="Segoe UI"/>
              </a:rPr>
              <a:t>When developing </a:t>
            </a:r>
            <a:r>
              <a:rPr lang="en-GB" sz="1000" b="1" dirty="0">
                <a:solidFill>
                  <a:srgbClr val="0761AD"/>
                </a:solidFill>
                <a:latin typeface="Segoe UI"/>
              </a:rPr>
              <a:t>more than one solution</a:t>
            </a:r>
            <a:r>
              <a:rPr lang="en-GB" sz="1000" dirty="0">
                <a:solidFill>
                  <a:srgbClr val="444444"/>
                </a:solidFill>
                <a:latin typeface="Segoe UI"/>
              </a:rPr>
              <a:t>: each solution needs its own isolated DEV environment. Shared DEV environments cause unintended changes to cross solution boundaries and create merge conflicts</a:t>
            </a:r>
          </a:p>
          <a:p>
            <a:pPr>
              <a:lnSpc>
                <a:spcPct val="115000"/>
              </a:lnSpc>
            </a:pPr>
            <a:r>
              <a:rPr lang="en-GB" sz="1000" dirty="0">
                <a:solidFill>
                  <a:srgbClr val="444444"/>
                </a:solidFill>
                <a:latin typeface="Segoe UI"/>
              </a:rPr>
              <a:t>Developer isolation: each developer ideally has their own DEV environment with only the required </a:t>
            </a:r>
            <a:r>
              <a:rPr lang="en-GB" sz="1000" b="1" dirty="0">
                <a:solidFill>
                  <a:srgbClr val="C55A11"/>
                </a:solidFill>
                <a:latin typeface="Segoe UI"/>
              </a:rPr>
              <a:t>unmanaged</a:t>
            </a:r>
            <a:r>
              <a:rPr lang="en-GB" sz="1000" dirty="0">
                <a:solidFill>
                  <a:srgbClr val="444444"/>
                </a:solidFill>
                <a:latin typeface="Segoe UI"/>
              </a:rPr>
              <a:t> solution installed — all dependencies arrive as </a:t>
            </a:r>
            <a:r>
              <a:rPr lang="en-GB" sz="1000" b="1" dirty="0">
                <a:solidFill>
                  <a:srgbClr val="C55A11"/>
                </a:solidFill>
                <a:latin typeface="Segoe UI"/>
              </a:rPr>
              <a:t>managed</a:t>
            </a:r>
          </a:p>
        </p:txBody>
      </p:sp>
      <p:sp>
        <p:nvSpPr>
          <p:cNvPr id="40" name="P3Bg"/>
          <p:cNvSpPr/>
          <p:nvPr/>
        </p:nvSpPr>
        <p:spPr>
          <a:xfrm>
            <a:off x="457200" y="3733800"/>
            <a:ext cx="5524800" cy="2476500"/>
          </a:xfrm>
          <a:prstGeom prst="rect">
            <a:avLst/>
          </a:prstGeom>
          <a:solidFill>
            <a:srgbClr val="F2F7FF"/>
          </a:solidFill>
          <a:ln w="9525">
            <a:solidFill>
              <a:srgbClr val="D0E4F5"/>
            </a:solidFill>
          </a:ln>
        </p:spPr>
        <p:txBody>
          <a:bodyPr/>
          <a:lstStyle/>
          <a:p>
            <a:endParaRPr/>
          </a:p>
        </p:txBody>
      </p:sp>
      <p:sp>
        <p:nvSpPr>
          <p:cNvPr id="41" name="P3Hdr"/>
          <p:cNvSpPr/>
          <p:nvPr/>
        </p:nvSpPr>
        <p:spPr>
          <a:xfrm>
            <a:off x="457200" y="3733800"/>
            <a:ext cx="5524800" cy="304800"/>
          </a:xfrm>
          <a:prstGeom prst="rect">
            <a:avLst/>
          </a:prstGeom>
          <a:solidFill>
            <a:srgbClr val="C55A11"/>
          </a:solidFill>
          <a:ln>
            <a:noFill/>
          </a:ln>
        </p:spPr>
        <p:txBody>
          <a:bodyPr lIns="182880" anchor="ctr"/>
          <a:lstStyle/>
          <a:p>
            <a:r>
              <a:rPr lang="en-GB" sz="1100" b="1" dirty="0">
                <a:solidFill>
                  <a:srgbClr val="FFFFFF"/>
                </a:solidFill>
                <a:latin typeface="Segoe UI"/>
              </a:rPr>
              <a:t>📂  Table Segmentation — Only Ship What Changed</a:t>
            </a:r>
          </a:p>
        </p:txBody>
      </p:sp>
      <p:sp>
        <p:nvSpPr>
          <p:cNvPr id="42" name="P3Body"/>
          <p:cNvSpPr txBox="1"/>
          <p:nvPr/>
        </p:nvSpPr>
        <p:spPr>
          <a:xfrm>
            <a:off x="495300" y="4076700"/>
            <a:ext cx="5448600" cy="2095800"/>
          </a:xfrm>
          <a:prstGeom prst="rect">
            <a:avLst/>
          </a:prstGeom>
          <a:noFill/>
        </p:spPr>
        <p:txBody>
          <a:bodyPr wrap="square" lIns="114300" tIns="91440" rIns="114300" bIns="91440"/>
          <a:lstStyle/>
          <a:p>
            <a:pPr>
              <a:lnSpc>
                <a:spcPct val="115000"/>
              </a:lnSpc>
              <a:spcAft>
                <a:spcPts val="200"/>
              </a:spcAft>
            </a:pPr>
            <a:r>
              <a:rPr lang="en-GB" sz="1000" dirty="0">
                <a:solidFill>
                  <a:srgbClr val="444444"/>
                </a:solidFill>
                <a:latin typeface="Segoe UI"/>
              </a:rPr>
              <a:t>When adding an existing table to a solution, choose </a:t>
            </a:r>
            <a:r>
              <a:rPr lang="en-GB" sz="1000" b="1" dirty="0">
                <a:solidFill>
                  <a:srgbClr val="0761AD"/>
                </a:solidFill>
                <a:latin typeface="Segoe UI"/>
              </a:rPr>
              <a:t>Edit objects</a:t>
            </a:r>
            <a:r>
              <a:rPr lang="en-GB" sz="1000" dirty="0">
                <a:solidFill>
                  <a:srgbClr val="444444"/>
                </a:solidFill>
                <a:latin typeface="Segoe UI"/>
              </a:rPr>
              <a:t> and select only the columns, forms, or views that were actually changed — not the entire table</a:t>
            </a:r>
          </a:p>
          <a:p>
            <a:pPr>
              <a:lnSpc>
                <a:spcPct val="115000"/>
              </a:lnSpc>
              <a:spcAft>
                <a:spcPts val="200"/>
              </a:spcAft>
            </a:pPr>
            <a:r>
              <a:rPr lang="en-GB" sz="1000" b="1" dirty="0">
                <a:solidFill>
                  <a:srgbClr val="C55A11"/>
                </a:solidFill>
                <a:latin typeface="Segoe UI"/>
              </a:rPr>
              <a:t>Include all objects </a:t>
            </a:r>
            <a:r>
              <a:rPr lang="en-GB" sz="1000" dirty="0">
                <a:solidFill>
                  <a:srgbClr val="444444"/>
                </a:solidFill>
                <a:latin typeface="Segoe UI"/>
              </a:rPr>
              <a:t>only when adding a </a:t>
            </a:r>
            <a:r>
              <a:rPr lang="en-GB" sz="1000" b="1" dirty="0">
                <a:solidFill>
                  <a:srgbClr val="444444"/>
                </a:solidFill>
                <a:latin typeface="Segoe UI"/>
              </a:rPr>
              <a:t>brand new</a:t>
            </a:r>
            <a:r>
              <a:rPr lang="en-GB" sz="1000" dirty="0">
                <a:solidFill>
                  <a:srgbClr val="444444"/>
                </a:solidFill>
                <a:latin typeface="Segoe UI"/>
              </a:rPr>
              <a:t> table that does not yet exist in any target environment — for anything already deployed, select only changed objects</a:t>
            </a:r>
          </a:p>
          <a:p>
            <a:pPr>
              <a:lnSpc>
                <a:spcPct val="115000"/>
              </a:lnSpc>
              <a:spcAft>
                <a:spcPts val="200"/>
              </a:spcAft>
            </a:pPr>
            <a:r>
              <a:rPr lang="en-GB" sz="1000" dirty="0">
                <a:solidFill>
                  <a:srgbClr val="444444"/>
                </a:solidFill>
                <a:latin typeface="Segoe UI"/>
              </a:rPr>
              <a:t>Including unchanged components creates unnecessary solution layers and can </a:t>
            </a:r>
            <a:r>
              <a:rPr lang="en-GB" sz="1000" b="1" dirty="0">
                <a:solidFill>
                  <a:srgbClr val="C55A11"/>
                </a:solidFill>
                <a:latin typeface="Segoe UI"/>
              </a:rPr>
              <a:t>shadow or deactivate</a:t>
            </a:r>
            <a:r>
              <a:rPr lang="en-GB" sz="1000" dirty="0">
                <a:solidFill>
                  <a:srgbClr val="444444"/>
                </a:solidFill>
                <a:latin typeface="Segoe UI"/>
              </a:rPr>
              <a:t> existing customisations already present in the target environment</a:t>
            </a:r>
          </a:p>
          <a:p>
            <a:pPr>
              <a:lnSpc>
                <a:spcPct val="115000"/>
              </a:lnSpc>
            </a:pPr>
            <a:r>
              <a:rPr lang="en-GB" sz="1000" dirty="0">
                <a:solidFill>
                  <a:srgbClr val="444444"/>
                </a:solidFill>
                <a:latin typeface="Segoe UI"/>
              </a:rPr>
              <a:t>Power Platform now auto-detects managed tables and pre-selects only the components with unmanaged customisations, helping prevent bad segmentation</a:t>
            </a:r>
          </a:p>
        </p:txBody>
      </p:sp>
      <p:sp>
        <p:nvSpPr>
          <p:cNvPr id="50" name="P4Bg"/>
          <p:cNvSpPr/>
          <p:nvPr/>
        </p:nvSpPr>
        <p:spPr>
          <a:xfrm>
            <a:off x="6210300" y="3733800"/>
            <a:ext cx="5524500" cy="2476500"/>
          </a:xfrm>
          <a:prstGeom prst="rect">
            <a:avLst/>
          </a:prstGeom>
          <a:solidFill>
            <a:srgbClr val="F2F7FF"/>
          </a:solidFill>
          <a:ln w="9525">
            <a:solidFill>
              <a:srgbClr val="D0E4F5"/>
            </a:solidFill>
          </a:ln>
        </p:spPr>
        <p:txBody>
          <a:bodyPr/>
          <a:lstStyle/>
          <a:p>
            <a:endParaRPr/>
          </a:p>
        </p:txBody>
      </p:sp>
      <p:sp>
        <p:nvSpPr>
          <p:cNvPr id="51" name="P4Hdr"/>
          <p:cNvSpPr/>
          <p:nvPr/>
        </p:nvSpPr>
        <p:spPr>
          <a:xfrm>
            <a:off x="6210300" y="3733800"/>
            <a:ext cx="5524500" cy="304800"/>
          </a:xfrm>
          <a:prstGeom prst="rect">
            <a:avLst/>
          </a:prstGeom>
          <a:solidFill>
            <a:srgbClr val="0F3460"/>
          </a:solidFill>
          <a:ln>
            <a:noFill/>
          </a:ln>
        </p:spPr>
        <p:txBody>
          <a:bodyPr lIns="182880" anchor="ctr"/>
          <a:lstStyle/>
          <a:p>
            <a:r>
              <a:rPr lang="en-GB" sz="1100" b="1" dirty="0">
                <a:solidFill>
                  <a:srgbClr val="FFFFFF"/>
                </a:solidFill>
                <a:latin typeface="Segoe UI"/>
              </a:rPr>
              <a:t>✅  Best Practices</a:t>
            </a:r>
          </a:p>
        </p:txBody>
      </p:sp>
      <p:sp>
        <p:nvSpPr>
          <p:cNvPr id="52" name="P4Body"/>
          <p:cNvSpPr txBox="1"/>
          <p:nvPr/>
        </p:nvSpPr>
        <p:spPr>
          <a:xfrm>
            <a:off x="6248400" y="4076700"/>
            <a:ext cx="5448300" cy="2095800"/>
          </a:xfrm>
          <a:prstGeom prst="rect">
            <a:avLst/>
          </a:prstGeom>
          <a:noFill/>
        </p:spPr>
        <p:txBody>
          <a:bodyPr wrap="square" lIns="114300" tIns="91440" rIns="114300" bIns="91440"/>
          <a:lstStyle/>
          <a:p>
            <a:pPr>
              <a:lnSpc>
                <a:spcPct val="115000"/>
              </a:lnSpc>
              <a:spcAft>
                <a:spcPts val="200"/>
              </a:spcAft>
            </a:pPr>
            <a:r>
              <a:rPr lang="en-GB" sz="1000" dirty="0">
                <a:solidFill>
                  <a:srgbClr val="444444"/>
                </a:solidFill>
                <a:latin typeface="Segoe UI"/>
              </a:rPr>
              <a:t>•  Use the </a:t>
            </a:r>
            <a:r>
              <a:rPr lang="en-GB" sz="1000" b="1" dirty="0">
                <a:solidFill>
                  <a:srgbClr val="0761AD"/>
                </a:solidFill>
                <a:latin typeface="Segoe UI"/>
              </a:rPr>
              <a:t>same publisher</a:t>
            </a:r>
            <a:r>
              <a:rPr lang="en-GB" sz="1000" dirty="0">
                <a:solidFill>
                  <a:srgbClr val="444444"/>
                </a:solidFill>
                <a:latin typeface="Segoe UI"/>
              </a:rPr>
              <a:t> across all solutions in a project to ensure consistent schema prefixes and avoid publisher conflicts at import time</a:t>
            </a:r>
          </a:p>
          <a:p>
            <a:pPr>
              <a:lnSpc>
                <a:spcPct val="115000"/>
              </a:lnSpc>
              <a:spcAft>
                <a:spcPts val="200"/>
              </a:spcAft>
            </a:pPr>
            <a:r>
              <a:rPr lang="en-GB" sz="1000" dirty="0">
                <a:solidFill>
                  <a:srgbClr val="444444"/>
                </a:solidFill>
                <a:latin typeface="Segoe UI"/>
              </a:rPr>
              <a:t>•  Keep the </a:t>
            </a:r>
            <a:r>
              <a:rPr lang="en-GB" sz="1000" b="1" dirty="0">
                <a:solidFill>
                  <a:srgbClr val="0761AD"/>
                </a:solidFill>
                <a:latin typeface="Segoe UI"/>
              </a:rPr>
              <a:t>number of solutions as small as possible</a:t>
            </a:r>
            <a:r>
              <a:rPr lang="en-GB" sz="1000" dirty="0">
                <a:solidFill>
                  <a:srgbClr val="444444"/>
                </a:solidFill>
                <a:latin typeface="Segoe UI"/>
              </a:rPr>
              <a:t> — every additional solution adds layering complexity; only split when there is a clear deployment or team reason to do so</a:t>
            </a:r>
          </a:p>
          <a:p>
            <a:pPr>
              <a:lnSpc>
                <a:spcPct val="115000"/>
              </a:lnSpc>
              <a:spcAft>
                <a:spcPts val="200"/>
              </a:spcAft>
            </a:pPr>
            <a:r>
              <a:rPr lang="en-GB" sz="1000" dirty="0">
                <a:solidFill>
                  <a:srgbClr val="444444"/>
                </a:solidFill>
                <a:latin typeface="Segoe UI"/>
              </a:rPr>
              <a:t>•  Avoid </a:t>
            </a:r>
            <a:r>
              <a:rPr lang="en-GB" sz="1000" b="1" dirty="0">
                <a:solidFill>
                  <a:srgbClr val="C55A11"/>
                </a:solidFill>
                <a:latin typeface="Segoe UI"/>
              </a:rPr>
              <a:t>cross-solution dependencies</a:t>
            </a:r>
            <a:r>
              <a:rPr lang="en-GB" sz="1000" dirty="0">
                <a:solidFill>
                  <a:srgbClr val="444444"/>
                </a:solidFill>
                <a:latin typeface="Segoe UI"/>
              </a:rPr>
              <a:t> where possible — they make removal or reordering of solutions difficult and can block uninstall in target environments</a:t>
            </a:r>
          </a:p>
          <a:p>
            <a:pPr>
              <a:lnSpc>
                <a:spcPct val="115000"/>
              </a:lnSpc>
              <a:spcAft>
                <a:spcPts val="200"/>
              </a:spcAft>
            </a:pPr>
            <a:r>
              <a:rPr lang="en-GB" sz="1000" dirty="0">
                <a:solidFill>
                  <a:srgbClr val="444444"/>
                </a:solidFill>
                <a:latin typeface="Segoe UI"/>
              </a:rPr>
              <a:t>•  Plan your </a:t>
            </a:r>
            <a:r>
              <a:rPr lang="en-GB" sz="1000" b="1" dirty="0">
                <a:solidFill>
                  <a:srgbClr val="0761AD"/>
                </a:solidFill>
                <a:latin typeface="Segoe UI"/>
              </a:rPr>
              <a:t>environment and solution strategy before you build</a:t>
            </a:r>
            <a:r>
              <a:rPr lang="en-GB" sz="1000" dirty="0">
                <a:solidFill>
                  <a:srgbClr val="444444"/>
                </a:solidFill>
                <a:latin typeface="Segoe UI"/>
              </a:rPr>
              <a:t> — changing solution structure after deployment to downstream environments is significantly harder</a:t>
            </a:r>
          </a:p>
          <a:p>
            <a:pPr>
              <a:lnSpc>
                <a:spcPct val="115000"/>
              </a:lnSpc>
            </a:pPr>
            <a:r>
              <a:rPr lang="en-GB" sz="1000" dirty="0">
                <a:solidFill>
                  <a:srgbClr val="444444"/>
                </a:solidFill>
                <a:latin typeface="Segoe UI"/>
              </a:rPr>
              <a:t>•  Never work in the </a:t>
            </a:r>
            <a:r>
              <a:rPr lang="en-GB" sz="1000" b="1" dirty="0">
                <a:solidFill>
                  <a:srgbClr val="C55A11"/>
                </a:solidFill>
                <a:latin typeface="Segoe UI"/>
              </a:rPr>
              <a:t>Default Solution</a:t>
            </a:r>
            <a:r>
              <a:rPr lang="en-GB" sz="1000" dirty="0">
                <a:solidFill>
                  <a:srgbClr val="444444"/>
                </a:solidFill>
                <a:latin typeface="Segoe UI"/>
              </a:rPr>
              <a:t> — components added there cannot be cleanly packaged, deployed, or version-controlled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Power Platform CLI (PAC CLI)</a:t>
            </a:r>
          </a:p>
        </p:txBody>
      </p:sp>
      <p:sp>
        <p:nvSpPr>
          <p:cNvPr id="10" name="DefBg"/>
          <p:cNvSpPr/>
          <p:nvPr/>
        </p:nvSpPr>
        <p:spPr>
          <a:xfrm>
            <a:off x="457200" y="914400"/>
            <a:ext cx="11277600" cy="457200"/>
          </a:xfrm>
          <a:prstGeom prst="rect">
            <a:avLst/>
          </a:prstGeom>
          <a:solidFill>
            <a:srgbClr val="EBF5FB"/>
          </a:solidFill>
          <a:ln w="19050">
            <a:solidFill>
              <a:srgbClr val="00CBBB"/>
            </a:solidFill>
          </a:ln>
        </p:spPr>
        <p:txBody>
          <a:bodyPr/>
          <a:lstStyle/>
          <a:p>
            <a:endParaRPr/>
          </a:p>
        </p:txBody>
      </p:sp>
      <p:sp>
        <p:nvSpPr>
          <p:cNvPr id="11" name="DefAccent"/>
          <p:cNvSpPr/>
          <p:nvPr/>
        </p:nvSpPr>
        <p:spPr>
          <a:xfrm>
            <a:off x="457200" y="914400"/>
            <a:ext cx="57150" cy="457200"/>
          </a:xfrm>
          <a:prstGeom prst="rect">
            <a:avLst/>
          </a:prstGeom>
          <a:solidFill>
            <a:srgbClr val="00CBBB"/>
          </a:solidFill>
          <a:ln>
            <a:noFill/>
          </a:ln>
        </p:spPr>
        <p:txBody>
          <a:bodyPr/>
          <a:lstStyle/>
          <a:p>
            <a:endParaRPr/>
          </a:p>
        </p:txBody>
      </p:sp>
      <p:sp>
        <p:nvSpPr>
          <p:cNvPr id="12" name="DefText"/>
          <p:cNvSpPr txBox="1"/>
          <p:nvPr/>
        </p:nvSpPr>
        <p:spPr>
          <a:xfrm>
            <a:off x="571500" y="914400"/>
            <a:ext cx="11163300" cy="457200"/>
          </a:xfrm>
          <a:prstGeom prst="rect">
            <a:avLst/>
          </a:prstGeom>
          <a:noFill/>
        </p:spPr>
        <p:txBody>
          <a:bodyPr wrap="square" lIns="91440" tIns="57150" rIns="91440" bIns="57150" anchor="ctr"/>
          <a:lstStyle/>
          <a:p>
            <a:r>
              <a:rPr lang="en-GB" sz="1100" b="1" dirty="0">
                <a:solidFill>
                  <a:srgbClr val="0761AD"/>
                </a:solidFill>
                <a:latin typeface="Segoe UI"/>
              </a:rPr>
              <a:t>PAC CLI </a:t>
            </a:r>
            <a:r>
              <a:rPr lang="en-GB" sz="1100" dirty="0">
                <a:solidFill>
                  <a:srgbClr val="333333"/>
                </a:solidFill>
                <a:latin typeface="Segoe UI"/>
              </a:rPr>
              <a:t>is a cross-platform command-line tool for automating and scripting Power Platform administration, ALM, and development tasks. It is the foundation for the Azure DevOps Build Tools and GitHub Actions pipelines, and can also be used locally for day-to-day developer workflows.</a:t>
            </a:r>
          </a:p>
        </p:txBody>
      </p:sp>
      <p:sp>
        <p:nvSpPr>
          <p:cNvPr id="20" name="InstHdr"/>
          <p:cNvSpPr/>
          <p:nvPr/>
        </p:nvSpPr>
        <p:spPr>
          <a:xfrm>
            <a:off x="457200" y="1542190"/>
            <a:ext cx="11277600" cy="285750"/>
          </a:xfrm>
          <a:prstGeom prst="rect">
            <a:avLst/>
          </a:prstGeom>
          <a:solidFill>
            <a:srgbClr val="0761AD"/>
          </a:solidFill>
          <a:ln>
            <a:noFill/>
          </a:ln>
        </p:spPr>
        <p:txBody>
          <a:bodyPr lIns="182880" anchor="ctr"/>
          <a:lstStyle/>
          <a:p>
            <a:r>
              <a:rPr lang="en-GB" sz="1100" b="1" dirty="0">
                <a:solidFill>
                  <a:srgbClr val="FFFFFF"/>
                </a:solidFill>
                <a:latin typeface="Segoe UI"/>
              </a:rPr>
              <a:t>Three Ways to Install</a:t>
            </a:r>
          </a:p>
        </p:txBody>
      </p:sp>
      <p:sp>
        <p:nvSpPr>
          <p:cNvPr id="21" name="I1Bg"/>
          <p:cNvSpPr/>
          <p:nvPr/>
        </p:nvSpPr>
        <p:spPr>
          <a:xfrm>
            <a:off x="457200" y="1827940"/>
            <a:ext cx="3683000" cy="1447800"/>
          </a:xfrm>
          <a:prstGeom prst="rect">
            <a:avLst/>
          </a:prstGeom>
          <a:solidFill>
            <a:srgbClr val="F2F7FF"/>
          </a:solidFill>
          <a:ln w="19050">
            <a:solidFill>
              <a:srgbClr val="00CBBB"/>
            </a:solidFill>
          </a:ln>
        </p:spPr>
        <p:txBody>
          <a:bodyPr/>
          <a:lstStyle/>
          <a:p>
            <a:endParaRPr/>
          </a:p>
        </p:txBody>
      </p:sp>
      <p:sp>
        <p:nvSpPr>
          <p:cNvPr id="22" name="I1TopBar"/>
          <p:cNvSpPr/>
          <p:nvPr/>
        </p:nvSpPr>
        <p:spPr>
          <a:xfrm>
            <a:off x="457200" y="1827940"/>
            <a:ext cx="3683000" cy="266700"/>
          </a:xfrm>
          <a:prstGeom prst="rect">
            <a:avLst/>
          </a:prstGeom>
          <a:solidFill>
            <a:srgbClr val="00CBBB"/>
          </a:solidFill>
          <a:ln>
            <a:noFill/>
          </a:ln>
        </p:spPr>
        <p:txBody>
          <a:bodyPr anchor="ctr"/>
          <a:lstStyle/>
          <a:p>
            <a:pPr algn="ctr"/>
            <a:r>
              <a:rPr lang="en-GB" sz="1050" b="1" dirty="0">
                <a:solidFill>
                  <a:srgbClr val="FFFFFF"/>
                </a:solidFill>
                <a:latin typeface="Segoe UI"/>
              </a:rPr>
              <a:t>VS Code Extension</a:t>
            </a:r>
          </a:p>
        </p:txBody>
      </p:sp>
      <p:sp>
        <p:nvSpPr>
          <p:cNvPr id="23" name="I1Body"/>
          <p:cNvSpPr txBox="1"/>
          <p:nvPr/>
        </p:nvSpPr>
        <p:spPr>
          <a:xfrm>
            <a:off x="495300" y="2132740"/>
            <a:ext cx="3606800" cy="952500"/>
          </a:xfrm>
          <a:prstGeom prst="rect">
            <a:avLst/>
          </a:prstGeom>
          <a:noFill/>
        </p:spPr>
        <p:txBody>
          <a:bodyPr wrap="square" lIns="91440" tIns="57150" rIns="91440" bIns="57150"/>
          <a:lstStyle/>
          <a:p>
            <a:pPr>
              <a:lnSpc>
                <a:spcPct val="115000"/>
              </a:lnSpc>
              <a:spcAft>
                <a:spcPts val="100"/>
              </a:spcAft>
            </a:pPr>
            <a:r>
              <a:rPr lang="en-GB" sz="950" b="1" dirty="0">
                <a:solidFill>
                  <a:srgbClr val="333333"/>
                </a:solidFill>
                <a:latin typeface="Segoe UI"/>
              </a:rPr>
              <a:t>Search: </a:t>
            </a:r>
            <a:r>
              <a:rPr lang="en-GB" sz="950" dirty="0">
                <a:solidFill>
                  <a:srgbClr val="0761AD"/>
                </a:solidFill>
                <a:latin typeface="Segoe UI"/>
              </a:rPr>
              <a:t>Power Platform Tools</a:t>
            </a:r>
            <a:r>
              <a:rPr lang="en-GB" sz="950" dirty="0">
                <a:solidFill>
                  <a:srgbClr val="333333"/>
                </a:solidFill>
                <a:latin typeface="Segoe UI"/>
              </a:rPr>
              <a:t> in VS Code Extensions</a:t>
            </a:r>
          </a:p>
          <a:p>
            <a:pPr>
              <a:lnSpc>
                <a:spcPct val="115000"/>
              </a:lnSpc>
              <a:spcAft>
                <a:spcPts val="100"/>
              </a:spcAft>
            </a:pPr>
            <a:r>
              <a:rPr lang="en-GB" sz="950" dirty="0">
                <a:solidFill>
                  <a:srgbClr val="555555"/>
                </a:solidFill>
                <a:latin typeface="Segoe UI"/>
              </a:rPr>
              <a:t>Windows, macOS, Linux. PAC only available inside a VS Code terminal unless extra steps taken.</a:t>
            </a:r>
          </a:p>
          <a:p>
            <a:pPr>
              <a:lnSpc>
                <a:spcPct val="115000"/>
              </a:lnSpc>
            </a:pPr>
            <a:r>
              <a:rPr lang="en-GB" sz="950" b="1" dirty="0">
                <a:solidFill>
                  <a:srgbClr val="00CBBB"/>
                </a:solidFill>
                <a:latin typeface="Segoe UI"/>
              </a:rPr>
              <a:t>Best for: </a:t>
            </a:r>
            <a:r>
              <a:rPr lang="en-GB" sz="950" dirty="0">
                <a:solidFill>
                  <a:srgbClr val="555555"/>
                </a:solidFill>
                <a:latin typeface="Segoe UI"/>
              </a:rPr>
              <a:t>developers working primarily in VS Code</a:t>
            </a:r>
          </a:p>
        </p:txBody>
      </p:sp>
      <p:sp>
        <p:nvSpPr>
          <p:cNvPr id="24" name="I2Bg"/>
          <p:cNvSpPr/>
          <p:nvPr/>
        </p:nvSpPr>
        <p:spPr>
          <a:xfrm>
            <a:off x="4254500" y="1827940"/>
            <a:ext cx="3683000" cy="1447800"/>
          </a:xfrm>
          <a:prstGeom prst="rect">
            <a:avLst/>
          </a:prstGeom>
          <a:solidFill>
            <a:srgbClr val="F2F7FF"/>
          </a:solidFill>
          <a:ln w="19050">
            <a:solidFill>
              <a:srgbClr val="1A87CD"/>
            </a:solidFill>
          </a:ln>
        </p:spPr>
        <p:txBody>
          <a:bodyPr/>
          <a:lstStyle/>
          <a:p>
            <a:endParaRPr/>
          </a:p>
        </p:txBody>
      </p:sp>
      <p:sp>
        <p:nvSpPr>
          <p:cNvPr id="25" name="I2TopBar"/>
          <p:cNvSpPr/>
          <p:nvPr/>
        </p:nvSpPr>
        <p:spPr>
          <a:xfrm>
            <a:off x="4254500" y="1827940"/>
            <a:ext cx="3683000" cy="266700"/>
          </a:xfrm>
          <a:prstGeom prst="rect">
            <a:avLst/>
          </a:prstGeom>
          <a:solidFill>
            <a:srgbClr val="1A87CD"/>
          </a:solidFill>
          <a:ln>
            <a:noFill/>
          </a:ln>
        </p:spPr>
        <p:txBody>
          <a:bodyPr anchor="ctr"/>
          <a:lstStyle/>
          <a:p>
            <a:pPr algn="ctr"/>
            <a:r>
              <a:rPr lang="en-GB" sz="1050" b="1" dirty="0">
                <a:solidFill>
                  <a:srgbClr val="FFFFFF"/>
                </a:solidFill>
                <a:latin typeface="Segoe UI"/>
              </a:rPr>
              <a:t>.NET Tool  (Recommended)</a:t>
            </a:r>
          </a:p>
        </p:txBody>
      </p:sp>
      <p:sp>
        <p:nvSpPr>
          <p:cNvPr id="26" name="I2Body"/>
          <p:cNvSpPr txBox="1"/>
          <p:nvPr/>
        </p:nvSpPr>
        <p:spPr>
          <a:xfrm>
            <a:off x="4292600" y="2132740"/>
            <a:ext cx="3606800" cy="952500"/>
          </a:xfrm>
          <a:prstGeom prst="rect">
            <a:avLst/>
          </a:prstGeom>
          <a:noFill/>
        </p:spPr>
        <p:txBody>
          <a:bodyPr wrap="square" lIns="91440" tIns="57150" rIns="91440" bIns="57150"/>
          <a:lstStyle/>
          <a:p>
            <a:pPr>
              <a:lnSpc>
                <a:spcPct val="115000"/>
              </a:lnSpc>
              <a:spcAft>
                <a:spcPts val="100"/>
              </a:spcAft>
            </a:pPr>
            <a:r>
              <a:rPr lang="en-GB" sz="950" b="1" dirty="0">
                <a:solidFill>
                  <a:srgbClr val="333333"/>
                </a:solidFill>
                <a:latin typeface="Segoe UI"/>
              </a:rPr>
              <a:t>Command: </a:t>
            </a:r>
            <a:r>
              <a:rPr lang="en-GB" sz="950" dirty="0">
                <a:solidFill>
                  <a:srgbClr val="0761AD"/>
                </a:solidFill>
                <a:latin typeface="Segoe UI"/>
              </a:rPr>
              <a:t>dotnet tool install --global Microsoft.PowerApps.CLI.Tool</a:t>
            </a:r>
          </a:p>
          <a:p>
            <a:pPr>
              <a:lnSpc>
                <a:spcPct val="115000"/>
              </a:lnSpc>
              <a:spcAft>
                <a:spcPts val="100"/>
              </a:spcAft>
            </a:pPr>
            <a:r>
              <a:rPr lang="en-GB" sz="950" dirty="0">
                <a:solidFill>
                  <a:srgbClr val="555555"/>
                </a:solidFill>
                <a:latin typeface="Segoe UI"/>
              </a:rPr>
              <a:t>Windows, macOS, Linux. Available in any PowerShell, CMD, or Bash terminal. Does not include pac data or certain pac package commands.</a:t>
            </a:r>
          </a:p>
          <a:p>
            <a:pPr>
              <a:lnSpc>
                <a:spcPct val="115000"/>
              </a:lnSpc>
            </a:pPr>
            <a:r>
              <a:rPr lang="en-GB" sz="950" b="1" dirty="0">
                <a:solidFill>
                  <a:srgbClr val="1A87CD"/>
                </a:solidFill>
                <a:latin typeface="Segoe UI"/>
              </a:rPr>
              <a:t>Best for: </a:t>
            </a:r>
            <a:r>
              <a:rPr lang="en-GB" sz="950" dirty="0">
                <a:solidFill>
                  <a:srgbClr val="555555"/>
                </a:solidFill>
                <a:latin typeface="Segoe UI"/>
              </a:rPr>
              <a:t>pipelines, scripting, and cross-platform use</a:t>
            </a:r>
          </a:p>
        </p:txBody>
      </p:sp>
      <p:sp>
        <p:nvSpPr>
          <p:cNvPr id="27" name="I3Bg"/>
          <p:cNvSpPr/>
          <p:nvPr/>
        </p:nvSpPr>
        <p:spPr>
          <a:xfrm>
            <a:off x="8051800" y="1827940"/>
            <a:ext cx="3683000" cy="1447800"/>
          </a:xfrm>
          <a:prstGeom prst="rect">
            <a:avLst/>
          </a:prstGeom>
          <a:solidFill>
            <a:srgbClr val="F2F7FF"/>
          </a:solidFill>
          <a:ln w="19050">
            <a:solidFill>
              <a:srgbClr val="0761AD"/>
            </a:solidFill>
          </a:ln>
        </p:spPr>
        <p:txBody>
          <a:bodyPr/>
          <a:lstStyle/>
          <a:p>
            <a:endParaRPr/>
          </a:p>
        </p:txBody>
      </p:sp>
      <p:sp>
        <p:nvSpPr>
          <p:cNvPr id="28" name="I3TopBar"/>
          <p:cNvSpPr/>
          <p:nvPr/>
        </p:nvSpPr>
        <p:spPr>
          <a:xfrm>
            <a:off x="8051800" y="1827940"/>
            <a:ext cx="3683000" cy="266700"/>
          </a:xfrm>
          <a:prstGeom prst="rect">
            <a:avLst/>
          </a:prstGeom>
          <a:solidFill>
            <a:srgbClr val="0761AD"/>
          </a:solidFill>
          <a:ln>
            <a:noFill/>
          </a:ln>
        </p:spPr>
        <p:txBody>
          <a:bodyPr anchor="ctr"/>
          <a:lstStyle/>
          <a:p>
            <a:pPr algn="ctr"/>
            <a:r>
              <a:rPr lang="en-GB" sz="1050" b="1" dirty="0">
                <a:solidFill>
                  <a:srgbClr val="FFFFFF"/>
                </a:solidFill>
                <a:latin typeface="Segoe UI"/>
              </a:rPr>
              <a:t>Windows MSI</a:t>
            </a:r>
          </a:p>
        </p:txBody>
      </p:sp>
      <p:sp>
        <p:nvSpPr>
          <p:cNvPr id="29" name="I3Body"/>
          <p:cNvSpPr txBox="1"/>
          <p:nvPr/>
        </p:nvSpPr>
        <p:spPr>
          <a:xfrm>
            <a:off x="8089900" y="2132740"/>
            <a:ext cx="3606800" cy="952500"/>
          </a:xfrm>
          <a:prstGeom prst="rect">
            <a:avLst/>
          </a:prstGeom>
          <a:noFill/>
        </p:spPr>
        <p:txBody>
          <a:bodyPr wrap="square" lIns="91440" tIns="57150" rIns="91440" bIns="57150"/>
          <a:lstStyle/>
          <a:p>
            <a:pPr>
              <a:lnSpc>
                <a:spcPct val="115000"/>
              </a:lnSpc>
              <a:spcAft>
                <a:spcPts val="100"/>
              </a:spcAft>
            </a:pPr>
            <a:r>
              <a:rPr lang="en-GB" sz="950" b="1" dirty="0">
                <a:solidFill>
                  <a:srgbClr val="333333"/>
                </a:solidFill>
                <a:latin typeface="Segoe UI"/>
              </a:rPr>
              <a:t>Download: </a:t>
            </a:r>
            <a:r>
              <a:rPr lang="en-GB" sz="950" dirty="0">
                <a:solidFill>
                  <a:srgbClr val="0761AD"/>
                </a:solidFill>
                <a:latin typeface="Segoe UI"/>
              </a:rPr>
              <a:t>powerapps-cli-1.0.msi</a:t>
            </a:r>
            <a:r>
              <a:rPr lang="en-GB" sz="950" dirty="0">
                <a:solidFill>
                  <a:srgbClr val="555555"/>
                </a:solidFill>
                <a:latin typeface="Segoe UI"/>
              </a:rPr>
              <a:t> from NuGet (Microsoft.PowerApps.CLI)</a:t>
            </a:r>
          </a:p>
          <a:p>
            <a:pPr>
              <a:lnSpc>
                <a:spcPct val="115000"/>
              </a:lnSpc>
              <a:spcAft>
                <a:spcPts val="100"/>
              </a:spcAft>
            </a:pPr>
            <a:r>
              <a:rPr lang="en-GB" sz="950" dirty="0">
                <a:solidFill>
                  <a:srgbClr val="555555"/>
                </a:solidFill>
                <a:latin typeface="Segoe UI"/>
              </a:rPr>
              <a:t>Windows only. Full feature set including pac data and pac package commands. Includes .NET Framework dependencies.</a:t>
            </a:r>
          </a:p>
          <a:p>
            <a:pPr>
              <a:lnSpc>
                <a:spcPct val="115000"/>
              </a:lnSpc>
            </a:pPr>
            <a:r>
              <a:rPr lang="en-GB" sz="950" b="1" dirty="0">
                <a:solidFill>
                  <a:srgbClr val="0761AD"/>
                </a:solidFill>
                <a:latin typeface="Segoe UI"/>
              </a:rPr>
              <a:t>Best for: </a:t>
            </a:r>
            <a:r>
              <a:rPr lang="en-GB" sz="950" dirty="0">
                <a:solidFill>
                  <a:srgbClr val="555555"/>
                </a:solidFill>
                <a:latin typeface="Segoe UI"/>
              </a:rPr>
              <a:t>Windows-only workflows needing full feature parity</a:t>
            </a:r>
          </a:p>
        </p:txBody>
      </p:sp>
      <p:sp>
        <p:nvSpPr>
          <p:cNvPr id="30" name="CmdBg"/>
          <p:cNvSpPr/>
          <p:nvPr/>
        </p:nvSpPr>
        <p:spPr>
          <a:xfrm>
            <a:off x="457200" y="3409090"/>
            <a:ext cx="6629400" cy="2628600"/>
          </a:xfrm>
          <a:prstGeom prst="rect">
            <a:avLst/>
          </a:prstGeom>
          <a:solidFill>
            <a:srgbClr val="F2F7FF"/>
          </a:solidFill>
          <a:ln w="9525">
            <a:solidFill>
              <a:srgbClr val="D0E4F5"/>
            </a:solidFill>
          </a:ln>
        </p:spPr>
        <p:txBody>
          <a:bodyPr/>
          <a:lstStyle/>
          <a:p>
            <a:endParaRPr/>
          </a:p>
        </p:txBody>
      </p:sp>
      <p:sp>
        <p:nvSpPr>
          <p:cNvPr id="31" name="CmdHdr"/>
          <p:cNvSpPr/>
          <p:nvPr/>
        </p:nvSpPr>
        <p:spPr>
          <a:xfrm>
            <a:off x="457200" y="3409090"/>
            <a:ext cx="6629400" cy="304800"/>
          </a:xfrm>
          <a:prstGeom prst="rect">
            <a:avLst/>
          </a:prstGeom>
          <a:solidFill>
            <a:srgbClr val="0761AD"/>
          </a:solidFill>
          <a:ln>
            <a:noFill/>
          </a:ln>
        </p:spPr>
        <p:txBody>
          <a:bodyPr lIns="182880" anchor="ctr"/>
          <a:lstStyle/>
          <a:p>
            <a:r>
              <a:rPr lang="en-GB" sz="1100" b="1" dirty="0">
                <a:solidFill>
                  <a:srgbClr val="FFFFFF"/>
                </a:solidFill>
                <a:latin typeface="Segoe UI"/>
              </a:rPr>
              <a:t>Key Command Groups</a:t>
            </a:r>
          </a:p>
        </p:txBody>
      </p:sp>
      <p:sp>
        <p:nvSpPr>
          <p:cNvPr id="32" name="C1R1Bg"/>
          <p:cNvSpPr/>
          <p:nvPr/>
        </p:nvSpPr>
        <p:spPr>
          <a:xfrm>
            <a:off x="495300" y="3751990"/>
            <a:ext cx="3124800" cy="361950"/>
          </a:xfrm>
          <a:prstGeom prst="rect">
            <a:avLst/>
          </a:prstGeom>
          <a:solidFill>
            <a:srgbClr val="FFFFFF"/>
          </a:solidFill>
          <a:ln w="9525">
            <a:solidFill>
              <a:srgbClr val="D0E4F5"/>
            </a:solidFill>
          </a:ln>
        </p:spPr>
        <p:txBody>
          <a:bodyPr/>
          <a:lstStyle/>
          <a:p>
            <a:endParaRPr/>
          </a:p>
        </p:txBody>
      </p:sp>
      <p:sp>
        <p:nvSpPr>
          <p:cNvPr id="33" name="C1R1Acc"/>
          <p:cNvSpPr/>
          <p:nvPr/>
        </p:nvSpPr>
        <p:spPr>
          <a:xfrm>
            <a:off x="495300" y="3751990"/>
            <a:ext cx="38100" cy="361950"/>
          </a:xfrm>
          <a:prstGeom prst="rect">
            <a:avLst/>
          </a:prstGeom>
          <a:solidFill>
            <a:srgbClr val="00CBBB"/>
          </a:solidFill>
          <a:ln>
            <a:noFill/>
          </a:ln>
        </p:spPr>
        <p:txBody>
          <a:bodyPr/>
          <a:lstStyle/>
          <a:p>
            <a:endParaRPr/>
          </a:p>
        </p:txBody>
      </p:sp>
      <p:sp>
        <p:nvSpPr>
          <p:cNvPr id="34" name="C1R1Txt"/>
          <p:cNvSpPr txBox="1"/>
          <p:nvPr/>
        </p:nvSpPr>
        <p:spPr>
          <a:xfrm>
            <a:off x="571500" y="3751990"/>
            <a:ext cx="3048600" cy="361950"/>
          </a:xfrm>
          <a:prstGeom prst="rect">
            <a:avLst/>
          </a:prstGeom>
          <a:noFill/>
        </p:spPr>
        <p:txBody>
          <a:bodyPr wrap="square" lIns="91440" tIns="45720" rIns="91440" bIns="45720" anchor="ctr"/>
          <a:lstStyle/>
          <a:p>
            <a:r>
              <a:rPr lang="en-GB" sz="1000" b="1" dirty="0">
                <a:solidFill>
                  <a:srgbClr val="0761AD"/>
                </a:solidFill>
                <a:latin typeface="Segoe UI"/>
              </a:rPr>
              <a:t>pac auth</a:t>
            </a:r>
            <a:r>
              <a:rPr lang="en-GB" sz="900" dirty="0">
                <a:solidFill>
                  <a:srgbClr val="444444"/>
                </a:solidFill>
                <a:latin typeface="Segoe UI"/>
              </a:rPr>
              <a:t>   Create and manage authentication profiles for one or more tenants</a:t>
            </a:r>
          </a:p>
        </p:txBody>
      </p:sp>
      <p:sp>
        <p:nvSpPr>
          <p:cNvPr id="35" name="C2R1Bg"/>
          <p:cNvSpPr/>
          <p:nvPr/>
        </p:nvSpPr>
        <p:spPr>
          <a:xfrm>
            <a:off x="3734100" y="3751990"/>
            <a:ext cx="3124800" cy="361950"/>
          </a:xfrm>
          <a:prstGeom prst="rect">
            <a:avLst/>
          </a:prstGeom>
          <a:solidFill>
            <a:srgbClr val="FFFFFF"/>
          </a:solidFill>
          <a:ln w="9525">
            <a:solidFill>
              <a:srgbClr val="D0E4F5"/>
            </a:solidFill>
          </a:ln>
        </p:spPr>
        <p:txBody>
          <a:bodyPr/>
          <a:lstStyle/>
          <a:p>
            <a:endParaRPr/>
          </a:p>
        </p:txBody>
      </p:sp>
      <p:sp>
        <p:nvSpPr>
          <p:cNvPr id="36" name="C2R1Acc"/>
          <p:cNvSpPr/>
          <p:nvPr/>
        </p:nvSpPr>
        <p:spPr>
          <a:xfrm>
            <a:off x="3734100" y="3751990"/>
            <a:ext cx="38100" cy="361950"/>
          </a:xfrm>
          <a:prstGeom prst="rect">
            <a:avLst/>
          </a:prstGeom>
          <a:solidFill>
            <a:srgbClr val="0761AD"/>
          </a:solidFill>
          <a:ln>
            <a:noFill/>
          </a:ln>
        </p:spPr>
        <p:txBody>
          <a:bodyPr/>
          <a:lstStyle/>
          <a:p>
            <a:endParaRPr/>
          </a:p>
        </p:txBody>
      </p:sp>
      <p:sp>
        <p:nvSpPr>
          <p:cNvPr id="37" name="C2R1Txt"/>
          <p:cNvSpPr txBox="1"/>
          <p:nvPr/>
        </p:nvSpPr>
        <p:spPr>
          <a:xfrm>
            <a:off x="3810300" y="3751990"/>
            <a:ext cx="3048600" cy="361950"/>
          </a:xfrm>
          <a:prstGeom prst="rect">
            <a:avLst/>
          </a:prstGeom>
          <a:noFill/>
        </p:spPr>
        <p:txBody>
          <a:bodyPr wrap="square" lIns="91440" tIns="45720" rIns="91440" bIns="45720" anchor="ctr"/>
          <a:lstStyle/>
          <a:p>
            <a:r>
              <a:rPr lang="en-GB" sz="1000" b="1" dirty="0">
                <a:solidFill>
                  <a:srgbClr val="0761AD"/>
                </a:solidFill>
                <a:latin typeface="Segoe UI"/>
              </a:rPr>
              <a:t>pac solution</a:t>
            </a:r>
            <a:r>
              <a:rPr lang="en-GB" sz="900" dirty="0">
                <a:solidFill>
                  <a:srgbClr val="444444"/>
                </a:solidFill>
                <a:latin typeface="Segoe UI"/>
              </a:rPr>
              <a:t>   Export, import, clone, pack, unpack, and check solutions</a:t>
            </a:r>
          </a:p>
        </p:txBody>
      </p:sp>
      <p:sp>
        <p:nvSpPr>
          <p:cNvPr id="38" name="C1R2Bg"/>
          <p:cNvSpPr/>
          <p:nvPr/>
        </p:nvSpPr>
        <p:spPr>
          <a:xfrm>
            <a:off x="495300" y="4152040"/>
            <a:ext cx="3124800" cy="361950"/>
          </a:xfrm>
          <a:prstGeom prst="rect">
            <a:avLst/>
          </a:prstGeom>
          <a:solidFill>
            <a:srgbClr val="F2F7FF"/>
          </a:solidFill>
          <a:ln w="9525">
            <a:solidFill>
              <a:srgbClr val="D0E4F5"/>
            </a:solidFill>
          </a:ln>
        </p:spPr>
        <p:txBody>
          <a:bodyPr/>
          <a:lstStyle/>
          <a:p>
            <a:endParaRPr/>
          </a:p>
        </p:txBody>
      </p:sp>
      <p:sp>
        <p:nvSpPr>
          <p:cNvPr id="39" name="C1R2Acc"/>
          <p:cNvSpPr/>
          <p:nvPr/>
        </p:nvSpPr>
        <p:spPr>
          <a:xfrm>
            <a:off x="495300" y="4152040"/>
            <a:ext cx="38100" cy="361950"/>
          </a:xfrm>
          <a:prstGeom prst="rect">
            <a:avLst/>
          </a:prstGeom>
          <a:solidFill>
            <a:srgbClr val="00CBBB"/>
          </a:solidFill>
          <a:ln>
            <a:noFill/>
          </a:ln>
        </p:spPr>
        <p:txBody>
          <a:bodyPr/>
          <a:lstStyle/>
          <a:p>
            <a:endParaRPr/>
          </a:p>
        </p:txBody>
      </p:sp>
      <p:sp>
        <p:nvSpPr>
          <p:cNvPr id="40" name="C1R2Txt"/>
          <p:cNvSpPr txBox="1"/>
          <p:nvPr/>
        </p:nvSpPr>
        <p:spPr>
          <a:xfrm>
            <a:off x="571500" y="4152040"/>
            <a:ext cx="3048600" cy="361950"/>
          </a:xfrm>
          <a:prstGeom prst="rect">
            <a:avLst/>
          </a:prstGeom>
          <a:noFill/>
        </p:spPr>
        <p:txBody>
          <a:bodyPr wrap="square" lIns="91440" tIns="45720" rIns="91440" bIns="45720" anchor="ctr"/>
          <a:lstStyle/>
          <a:p>
            <a:r>
              <a:rPr lang="en-GB" sz="1000" b="1" dirty="0">
                <a:solidFill>
                  <a:srgbClr val="0761AD"/>
                </a:solidFill>
                <a:latin typeface="Segoe UI"/>
              </a:rPr>
              <a:t>pac env</a:t>
            </a:r>
            <a:r>
              <a:rPr lang="en-GB" sz="900" dirty="0">
                <a:solidFill>
                  <a:srgbClr val="444444"/>
                </a:solidFill>
                <a:latin typeface="Segoe UI"/>
              </a:rPr>
              <a:t>   List, select, and manage Power Platform environments</a:t>
            </a:r>
          </a:p>
        </p:txBody>
      </p:sp>
      <p:sp>
        <p:nvSpPr>
          <p:cNvPr id="41" name="C2R2Bg"/>
          <p:cNvSpPr/>
          <p:nvPr/>
        </p:nvSpPr>
        <p:spPr>
          <a:xfrm>
            <a:off x="3734100" y="4152040"/>
            <a:ext cx="3124800" cy="361950"/>
          </a:xfrm>
          <a:prstGeom prst="rect">
            <a:avLst/>
          </a:prstGeom>
          <a:solidFill>
            <a:srgbClr val="F2F7FF"/>
          </a:solidFill>
          <a:ln w="9525">
            <a:solidFill>
              <a:srgbClr val="D0E4F5"/>
            </a:solidFill>
          </a:ln>
        </p:spPr>
        <p:txBody>
          <a:bodyPr/>
          <a:lstStyle/>
          <a:p>
            <a:endParaRPr/>
          </a:p>
        </p:txBody>
      </p:sp>
      <p:sp>
        <p:nvSpPr>
          <p:cNvPr id="42" name="C2R2Acc"/>
          <p:cNvSpPr/>
          <p:nvPr/>
        </p:nvSpPr>
        <p:spPr>
          <a:xfrm>
            <a:off x="3734100" y="4152040"/>
            <a:ext cx="38100" cy="361950"/>
          </a:xfrm>
          <a:prstGeom prst="rect">
            <a:avLst/>
          </a:prstGeom>
          <a:solidFill>
            <a:srgbClr val="0761AD"/>
          </a:solidFill>
          <a:ln>
            <a:noFill/>
          </a:ln>
        </p:spPr>
        <p:txBody>
          <a:bodyPr/>
          <a:lstStyle/>
          <a:p>
            <a:endParaRPr/>
          </a:p>
        </p:txBody>
      </p:sp>
      <p:sp>
        <p:nvSpPr>
          <p:cNvPr id="43" name="C2R2Txt"/>
          <p:cNvSpPr txBox="1"/>
          <p:nvPr/>
        </p:nvSpPr>
        <p:spPr>
          <a:xfrm>
            <a:off x="3810300" y="4152040"/>
            <a:ext cx="3048600" cy="361950"/>
          </a:xfrm>
          <a:prstGeom prst="rect">
            <a:avLst/>
          </a:prstGeom>
          <a:noFill/>
        </p:spPr>
        <p:txBody>
          <a:bodyPr wrap="square" lIns="91440" tIns="45720" rIns="91440" bIns="45720" anchor="ctr"/>
          <a:lstStyle/>
          <a:p>
            <a:r>
              <a:rPr lang="en-GB" sz="1000" b="1" dirty="0">
                <a:solidFill>
                  <a:srgbClr val="0761AD"/>
                </a:solidFill>
                <a:latin typeface="Segoe UI"/>
              </a:rPr>
              <a:t>pac admin</a:t>
            </a:r>
            <a:r>
              <a:rPr lang="en-GB" sz="900" dirty="0">
                <a:solidFill>
                  <a:srgbClr val="444444"/>
                </a:solidFill>
                <a:latin typeface="Segoe UI"/>
              </a:rPr>
              <a:t>   Create, backup, copy, and manage environments at scale</a:t>
            </a:r>
          </a:p>
        </p:txBody>
      </p:sp>
      <p:sp>
        <p:nvSpPr>
          <p:cNvPr id="44" name="C1R3Bg"/>
          <p:cNvSpPr/>
          <p:nvPr/>
        </p:nvSpPr>
        <p:spPr>
          <a:xfrm>
            <a:off x="495300" y="4552090"/>
            <a:ext cx="3124800" cy="361950"/>
          </a:xfrm>
          <a:prstGeom prst="rect">
            <a:avLst/>
          </a:prstGeom>
          <a:solidFill>
            <a:srgbClr val="FFFFFF"/>
          </a:solidFill>
          <a:ln w="9525">
            <a:solidFill>
              <a:srgbClr val="D0E4F5"/>
            </a:solidFill>
          </a:ln>
        </p:spPr>
        <p:txBody>
          <a:bodyPr/>
          <a:lstStyle/>
          <a:p>
            <a:endParaRPr/>
          </a:p>
        </p:txBody>
      </p:sp>
      <p:sp>
        <p:nvSpPr>
          <p:cNvPr id="45" name="C1R3Acc"/>
          <p:cNvSpPr/>
          <p:nvPr/>
        </p:nvSpPr>
        <p:spPr>
          <a:xfrm>
            <a:off x="495300" y="4552090"/>
            <a:ext cx="38100" cy="361950"/>
          </a:xfrm>
          <a:prstGeom prst="rect">
            <a:avLst/>
          </a:prstGeom>
          <a:solidFill>
            <a:srgbClr val="00CBBB"/>
          </a:solidFill>
          <a:ln>
            <a:noFill/>
          </a:ln>
        </p:spPr>
        <p:txBody>
          <a:bodyPr/>
          <a:lstStyle/>
          <a:p>
            <a:endParaRPr/>
          </a:p>
        </p:txBody>
      </p:sp>
      <p:sp>
        <p:nvSpPr>
          <p:cNvPr id="46" name="C1R3Txt"/>
          <p:cNvSpPr txBox="1"/>
          <p:nvPr/>
        </p:nvSpPr>
        <p:spPr>
          <a:xfrm>
            <a:off x="571500" y="4552090"/>
            <a:ext cx="3048600" cy="361950"/>
          </a:xfrm>
          <a:prstGeom prst="rect">
            <a:avLst/>
          </a:prstGeom>
          <a:noFill/>
        </p:spPr>
        <p:txBody>
          <a:bodyPr wrap="square" lIns="91440" tIns="45720" rIns="91440" bIns="45720" anchor="ctr"/>
          <a:lstStyle/>
          <a:p>
            <a:r>
              <a:rPr lang="en-GB" sz="1000" b="1" dirty="0">
                <a:solidFill>
                  <a:srgbClr val="0761AD"/>
                </a:solidFill>
                <a:latin typeface="Segoe UI"/>
              </a:rPr>
              <a:t>pac pcf</a:t>
            </a:r>
            <a:r>
              <a:rPr lang="en-GB" sz="900" dirty="0">
                <a:solidFill>
                  <a:srgbClr val="444444"/>
                </a:solidFill>
                <a:latin typeface="Segoe UI"/>
              </a:rPr>
              <a:t>   Initialise, build, and version Power Apps Component Framework controls</a:t>
            </a:r>
          </a:p>
        </p:txBody>
      </p:sp>
      <p:sp>
        <p:nvSpPr>
          <p:cNvPr id="47" name="C2R3Bg"/>
          <p:cNvSpPr/>
          <p:nvPr/>
        </p:nvSpPr>
        <p:spPr>
          <a:xfrm>
            <a:off x="3734100" y="4552090"/>
            <a:ext cx="3124800" cy="361950"/>
          </a:xfrm>
          <a:prstGeom prst="rect">
            <a:avLst/>
          </a:prstGeom>
          <a:solidFill>
            <a:srgbClr val="FFFFFF"/>
          </a:solidFill>
          <a:ln w="9525">
            <a:solidFill>
              <a:srgbClr val="D0E4F5"/>
            </a:solidFill>
          </a:ln>
        </p:spPr>
        <p:txBody>
          <a:bodyPr/>
          <a:lstStyle/>
          <a:p>
            <a:endParaRPr/>
          </a:p>
        </p:txBody>
      </p:sp>
      <p:sp>
        <p:nvSpPr>
          <p:cNvPr id="48" name="C2R3Acc"/>
          <p:cNvSpPr/>
          <p:nvPr/>
        </p:nvSpPr>
        <p:spPr>
          <a:xfrm>
            <a:off x="3734100" y="4552090"/>
            <a:ext cx="38100" cy="361950"/>
          </a:xfrm>
          <a:prstGeom prst="rect">
            <a:avLst/>
          </a:prstGeom>
          <a:solidFill>
            <a:srgbClr val="0761AD"/>
          </a:solidFill>
          <a:ln>
            <a:noFill/>
          </a:ln>
        </p:spPr>
        <p:txBody>
          <a:bodyPr/>
          <a:lstStyle/>
          <a:p>
            <a:endParaRPr/>
          </a:p>
        </p:txBody>
      </p:sp>
      <p:sp>
        <p:nvSpPr>
          <p:cNvPr id="49" name="C2R3Txt"/>
          <p:cNvSpPr txBox="1"/>
          <p:nvPr/>
        </p:nvSpPr>
        <p:spPr>
          <a:xfrm>
            <a:off x="3810300" y="4552090"/>
            <a:ext cx="3048600" cy="361950"/>
          </a:xfrm>
          <a:prstGeom prst="rect">
            <a:avLst/>
          </a:prstGeom>
          <a:noFill/>
        </p:spPr>
        <p:txBody>
          <a:bodyPr wrap="square" lIns="91440" tIns="45720" rIns="91440" bIns="45720" anchor="ctr"/>
          <a:lstStyle/>
          <a:p>
            <a:r>
              <a:rPr lang="en-GB" sz="1000" b="1" dirty="0">
                <a:solidFill>
                  <a:srgbClr val="0761AD"/>
                </a:solidFill>
                <a:latin typeface="Segoe UI"/>
              </a:rPr>
              <a:t>pac data</a:t>
            </a:r>
            <a:r>
              <a:rPr lang="en-GB" sz="900" dirty="0">
                <a:solidFill>
                  <a:srgbClr val="444444"/>
                </a:solidFill>
                <a:latin typeface="Segoe UI"/>
              </a:rPr>
              <a:t>   Import and export Dataverse reference data  (Windows only)</a:t>
            </a:r>
          </a:p>
        </p:txBody>
      </p:sp>
      <p:sp>
        <p:nvSpPr>
          <p:cNvPr id="50" name="C1R4Bg"/>
          <p:cNvSpPr/>
          <p:nvPr/>
        </p:nvSpPr>
        <p:spPr>
          <a:xfrm>
            <a:off x="495300" y="4952140"/>
            <a:ext cx="3124800" cy="361950"/>
          </a:xfrm>
          <a:prstGeom prst="rect">
            <a:avLst/>
          </a:prstGeom>
          <a:solidFill>
            <a:srgbClr val="F2F7FF"/>
          </a:solidFill>
          <a:ln w="9525">
            <a:solidFill>
              <a:srgbClr val="D0E4F5"/>
            </a:solidFill>
          </a:ln>
        </p:spPr>
        <p:txBody>
          <a:bodyPr/>
          <a:lstStyle/>
          <a:p>
            <a:endParaRPr/>
          </a:p>
        </p:txBody>
      </p:sp>
      <p:sp>
        <p:nvSpPr>
          <p:cNvPr id="51" name="C1R4Acc"/>
          <p:cNvSpPr/>
          <p:nvPr/>
        </p:nvSpPr>
        <p:spPr>
          <a:xfrm>
            <a:off x="495300" y="4952140"/>
            <a:ext cx="38100" cy="361950"/>
          </a:xfrm>
          <a:prstGeom prst="rect">
            <a:avLst/>
          </a:prstGeom>
          <a:solidFill>
            <a:srgbClr val="00CBBB"/>
          </a:solidFill>
          <a:ln>
            <a:noFill/>
          </a:ln>
        </p:spPr>
        <p:txBody>
          <a:bodyPr/>
          <a:lstStyle/>
          <a:p>
            <a:endParaRPr/>
          </a:p>
        </p:txBody>
      </p:sp>
      <p:sp>
        <p:nvSpPr>
          <p:cNvPr id="52" name="C1R4Txt"/>
          <p:cNvSpPr txBox="1"/>
          <p:nvPr/>
        </p:nvSpPr>
        <p:spPr>
          <a:xfrm>
            <a:off x="571500" y="4952140"/>
            <a:ext cx="3048600" cy="361950"/>
          </a:xfrm>
          <a:prstGeom prst="rect">
            <a:avLst/>
          </a:prstGeom>
          <a:noFill/>
        </p:spPr>
        <p:txBody>
          <a:bodyPr wrap="square" lIns="91440" tIns="45720" rIns="91440" bIns="45720" anchor="ctr"/>
          <a:lstStyle/>
          <a:p>
            <a:r>
              <a:rPr lang="en-GB" sz="1000" b="1" dirty="0">
                <a:solidFill>
                  <a:srgbClr val="0761AD"/>
                </a:solidFill>
                <a:latin typeface="Segoe UI"/>
              </a:rPr>
              <a:t>pac package</a:t>
            </a:r>
            <a:r>
              <a:rPr lang="en-GB" sz="900" dirty="0">
                <a:solidFill>
                  <a:srgbClr val="444444"/>
                </a:solidFill>
                <a:latin typeface="Segoe UI"/>
              </a:rPr>
              <a:t>   Deploy Package Deployer packages to environments</a:t>
            </a:r>
          </a:p>
        </p:txBody>
      </p:sp>
      <p:sp>
        <p:nvSpPr>
          <p:cNvPr id="53" name="C2R4Bg"/>
          <p:cNvSpPr/>
          <p:nvPr/>
        </p:nvSpPr>
        <p:spPr>
          <a:xfrm>
            <a:off x="3734100" y="4952140"/>
            <a:ext cx="3124800" cy="361950"/>
          </a:xfrm>
          <a:prstGeom prst="rect">
            <a:avLst/>
          </a:prstGeom>
          <a:solidFill>
            <a:srgbClr val="F2F7FF"/>
          </a:solidFill>
          <a:ln w="9525">
            <a:solidFill>
              <a:srgbClr val="D0E4F5"/>
            </a:solidFill>
          </a:ln>
        </p:spPr>
        <p:txBody>
          <a:bodyPr/>
          <a:lstStyle/>
          <a:p>
            <a:endParaRPr/>
          </a:p>
        </p:txBody>
      </p:sp>
      <p:sp>
        <p:nvSpPr>
          <p:cNvPr id="54" name="C2R4Acc"/>
          <p:cNvSpPr/>
          <p:nvPr/>
        </p:nvSpPr>
        <p:spPr>
          <a:xfrm>
            <a:off x="3734100" y="4952140"/>
            <a:ext cx="38100" cy="361950"/>
          </a:xfrm>
          <a:prstGeom prst="rect">
            <a:avLst/>
          </a:prstGeom>
          <a:solidFill>
            <a:srgbClr val="0761AD"/>
          </a:solidFill>
          <a:ln>
            <a:noFill/>
          </a:ln>
        </p:spPr>
        <p:txBody>
          <a:bodyPr/>
          <a:lstStyle/>
          <a:p>
            <a:endParaRPr/>
          </a:p>
        </p:txBody>
      </p:sp>
      <p:sp>
        <p:nvSpPr>
          <p:cNvPr id="55" name="C2R4Txt"/>
          <p:cNvSpPr txBox="1"/>
          <p:nvPr/>
        </p:nvSpPr>
        <p:spPr>
          <a:xfrm>
            <a:off x="3810300" y="4952140"/>
            <a:ext cx="3048600" cy="361950"/>
          </a:xfrm>
          <a:prstGeom prst="rect">
            <a:avLst/>
          </a:prstGeom>
          <a:noFill/>
        </p:spPr>
        <p:txBody>
          <a:bodyPr wrap="square" lIns="91440" tIns="45720" rIns="91440" bIns="45720" anchor="ctr"/>
          <a:lstStyle/>
          <a:p>
            <a:r>
              <a:rPr lang="en-GB" sz="1000" b="1" dirty="0">
                <a:solidFill>
                  <a:srgbClr val="0761AD"/>
                </a:solidFill>
                <a:latin typeface="Segoe UI"/>
              </a:rPr>
              <a:t>pac canvas</a:t>
            </a:r>
            <a:r>
              <a:rPr lang="en-GB" sz="900" dirty="0">
                <a:solidFill>
                  <a:srgbClr val="444444"/>
                </a:solidFill>
                <a:latin typeface="Segoe UI"/>
              </a:rPr>
              <a:t>   Unpack, pack, and lint canvas app source files</a:t>
            </a:r>
          </a:p>
        </p:txBody>
      </p:sp>
      <p:sp>
        <p:nvSpPr>
          <p:cNvPr id="60" name="RPBg"/>
          <p:cNvSpPr/>
          <p:nvPr/>
        </p:nvSpPr>
        <p:spPr>
          <a:xfrm>
            <a:off x="7200600" y="3409090"/>
            <a:ext cx="4534200" cy="2628600"/>
          </a:xfrm>
          <a:prstGeom prst="rect">
            <a:avLst/>
          </a:prstGeom>
          <a:solidFill>
            <a:srgbClr val="F2F7FF"/>
          </a:solidFill>
          <a:ln w="9525">
            <a:solidFill>
              <a:srgbClr val="D0E4F5"/>
            </a:solidFill>
          </a:ln>
        </p:spPr>
        <p:txBody>
          <a:bodyPr/>
          <a:lstStyle/>
          <a:p>
            <a:endParaRPr/>
          </a:p>
        </p:txBody>
      </p:sp>
      <p:sp>
        <p:nvSpPr>
          <p:cNvPr id="61" name="RPHdr"/>
          <p:cNvSpPr/>
          <p:nvPr/>
        </p:nvSpPr>
        <p:spPr>
          <a:xfrm>
            <a:off x="7200600" y="3409090"/>
            <a:ext cx="4534200" cy="304800"/>
          </a:xfrm>
          <a:prstGeom prst="rect">
            <a:avLst/>
          </a:prstGeom>
          <a:solidFill>
            <a:srgbClr val="0761AD"/>
          </a:solidFill>
          <a:ln>
            <a:noFill/>
          </a:ln>
        </p:spPr>
        <p:txBody>
          <a:bodyPr lIns="182880" anchor="ctr"/>
          <a:lstStyle/>
          <a:p>
            <a:r>
              <a:rPr lang="en-GB" sz="1100" b="1" dirty="0">
                <a:solidFill>
                  <a:srgbClr val="FFFFFF"/>
                </a:solidFill>
                <a:latin typeface="Segoe UI"/>
              </a:rPr>
              <a:t>Authentication &amp; Useful Commands</a:t>
            </a:r>
          </a:p>
        </p:txBody>
      </p:sp>
      <p:sp>
        <p:nvSpPr>
          <p:cNvPr id="62" name="AuthSec"/>
          <p:cNvSpPr/>
          <p:nvPr/>
        </p:nvSpPr>
        <p:spPr>
          <a:xfrm>
            <a:off x="7200600" y="3751990"/>
            <a:ext cx="4534200" cy="266700"/>
          </a:xfrm>
          <a:prstGeom prst="rect">
            <a:avLst/>
          </a:prstGeom>
          <a:solidFill>
            <a:srgbClr val="1A87CD"/>
          </a:solidFill>
          <a:ln>
            <a:noFill/>
          </a:ln>
        </p:spPr>
        <p:txBody>
          <a:bodyPr lIns="182880" anchor="ctr"/>
          <a:lstStyle/>
          <a:p>
            <a:r>
              <a:rPr lang="en-GB" sz="950" b="1" dirty="0">
                <a:solidFill>
                  <a:srgbClr val="FFFFFF"/>
                </a:solidFill>
                <a:latin typeface="Segoe UI"/>
              </a:rPr>
              <a:t>Authentication</a:t>
            </a:r>
          </a:p>
        </p:txBody>
      </p:sp>
      <p:sp>
        <p:nvSpPr>
          <p:cNvPr id="63" name="AuthBody"/>
          <p:cNvSpPr txBox="1"/>
          <p:nvPr/>
        </p:nvSpPr>
        <p:spPr>
          <a:xfrm>
            <a:off x="7238700" y="4057540"/>
            <a:ext cx="4458000" cy="876600"/>
          </a:xfrm>
          <a:prstGeom prst="rect">
            <a:avLst/>
          </a:prstGeom>
          <a:noFill/>
        </p:spPr>
        <p:txBody>
          <a:bodyPr wrap="square" lIns="91440" tIns="57150" rIns="91440" bIns="57150"/>
          <a:lstStyle/>
          <a:p>
            <a:pPr>
              <a:lnSpc>
                <a:spcPct val="115000"/>
              </a:lnSpc>
              <a:spcAft>
                <a:spcPts val="100"/>
              </a:spcAft>
            </a:pPr>
            <a:r>
              <a:rPr lang="en-GB" sz="950" dirty="0">
                <a:solidFill>
                  <a:srgbClr val="333333"/>
                </a:solidFill>
                <a:latin typeface="Segoe UI"/>
              </a:rPr>
              <a:t>Most commands require an active auth profile. Use:</a:t>
            </a:r>
          </a:p>
          <a:p>
            <a:pPr marL="182880">
              <a:lnSpc>
                <a:spcPct val="115000"/>
              </a:lnSpc>
              <a:spcAft>
                <a:spcPts val="80"/>
              </a:spcAft>
            </a:pPr>
            <a:r>
              <a:rPr lang="en-GB" sz="950" dirty="0">
                <a:solidFill>
                  <a:srgbClr val="0761AD"/>
                </a:solidFill>
                <a:latin typeface="Segoe UI"/>
              </a:rPr>
              <a:t>pac auth create</a:t>
            </a:r>
            <a:r>
              <a:rPr lang="en-GB" sz="950" dirty="0">
                <a:solidFill>
                  <a:srgbClr val="555555"/>
                </a:solidFill>
                <a:latin typeface="Segoe UI"/>
              </a:rPr>
              <a:t>   — connect to a tenant (browser sign-in)</a:t>
            </a:r>
          </a:p>
          <a:p>
            <a:pPr marL="182880">
              <a:lnSpc>
                <a:spcPct val="115000"/>
              </a:lnSpc>
              <a:spcAft>
                <a:spcPts val="80"/>
              </a:spcAft>
            </a:pPr>
            <a:r>
              <a:rPr lang="en-GB" sz="950" dirty="0">
                <a:solidFill>
                  <a:srgbClr val="0761AD"/>
                </a:solidFill>
                <a:latin typeface="Segoe UI"/>
              </a:rPr>
              <a:t>pac auth list</a:t>
            </a:r>
            <a:r>
              <a:rPr lang="en-GB" sz="950" dirty="0">
                <a:solidFill>
                  <a:srgbClr val="555555"/>
                </a:solidFill>
                <a:latin typeface="Segoe UI"/>
              </a:rPr>
              <a:t>     — show all saved profiles</a:t>
            </a:r>
          </a:p>
          <a:p>
            <a:pPr marL="182880">
              <a:lnSpc>
                <a:spcPct val="115000"/>
              </a:lnSpc>
            </a:pPr>
            <a:r>
              <a:rPr lang="en-GB" sz="950" dirty="0">
                <a:solidFill>
                  <a:srgbClr val="0761AD"/>
                </a:solidFill>
                <a:latin typeface="Segoe UI"/>
              </a:rPr>
              <a:t>pac auth select</a:t>
            </a:r>
            <a:r>
              <a:rPr lang="en-GB" sz="950" dirty="0">
                <a:solidFill>
                  <a:srgbClr val="555555"/>
                </a:solidFill>
                <a:latin typeface="Segoe UI"/>
              </a:rPr>
              <a:t>   — switch between saved profiles</a:t>
            </a:r>
          </a:p>
        </p:txBody>
      </p:sp>
      <p:sp>
        <p:nvSpPr>
          <p:cNvPr id="64" name="UsefulSec"/>
          <p:cNvSpPr/>
          <p:nvPr/>
        </p:nvSpPr>
        <p:spPr>
          <a:xfrm>
            <a:off x="7200600" y="4971490"/>
            <a:ext cx="4534200" cy="266700"/>
          </a:xfrm>
          <a:prstGeom prst="rect">
            <a:avLst/>
          </a:prstGeom>
          <a:solidFill>
            <a:srgbClr val="1A87CD"/>
          </a:solidFill>
          <a:ln>
            <a:noFill/>
          </a:ln>
        </p:spPr>
        <p:txBody>
          <a:bodyPr lIns="182880" anchor="ctr"/>
          <a:lstStyle/>
          <a:p>
            <a:r>
              <a:rPr lang="en-GB" sz="950" b="1" dirty="0">
                <a:solidFill>
                  <a:srgbClr val="FFFFFF"/>
                </a:solidFill>
                <a:latin typeface="Segoe UI"/>
              </a:rPr>
              <a:t>Verify Installation &amp; Get Help</a:t>
            </a:r>
          </a:p>
        </p:txBody>
      </p:sp>
      <p:sp>
        <p:nvSpPr>
          <p:cNvPr id="65" name="UsefulBody"/>
          <p:cNvSpPr txBox="1"/>
          <p:nvPr/>
        </p:nvSpPr>
        <p:spPr>
          <a:xfrm>
            <a:off x="7238700" y="5276290"/>
            <a:ext cx="4458000" cy="914400"/>
          </a:xfrm>
          <a:prstGeom prst="rect">
            <a:avLst/>
          </a:prstGeom>
          <a:noFill/>
        </p:spPr>
        <p:txBody>
          <a:bodyPr wrap="square" lIns="91440" tIns="57150" rIns="91440" bIns="57150"/>
          <a:lstStyle/>
          <a:p>
            <a:pPr marL="182880">
              <a:lnSpc>
                <a:spcPct val="115000"/>
              </a:lnSpc>
              <a:spcAft>
                <a:spcPts val="80"/>
              </a:spcAft>
            </a:pPr>
            <a:r>
              <a:rPr lang="en-GB" sz="950" dirty="0">
                <a:solidFill>
                  <a:srgbClr val="0761AD"/>
                </a:solidFill>
                <a:latin typeface="Segoe UI"/>
              </a:rPr>
              <a:t>pac</a:t>
            </a:r>
            <a:r>
              <a:rPr lang="en-GB" sz="950" dirty="0">
                <a:solidFill>
                  <a:srgbClr val="555555"/>
                </a:solidFill>
                <a:latin typeface="Segoe UI"/>
              </a:rPr>
              <a:t>                    — verify install and see version</a:t>
            </a:r>
          </a:p>
          <a:p>
            <a:pPr marL="182880">
              <a:lnSpc>
                <a:spcPct val="115000"/>
              </a:lnSpc>
              <a:spcAft>
                <a:spcPts val="80"/>
              </a:spcAft>
            </a:pPr>
            <a:r>
              <a:rPr lang="en-GB" sz="950" dirty="0">
                <a:solidFill>
                  <a:srgbClr val="0761AD"/>
                </a:solidFill>
                <a:latin typeface="Segoe UI"/>
              </a:rPr>
              <a:t>pac help</a:t>
            </a:r>
            <a:r>
              <a:rPr lang="en-GB" sz="950" dirty="0">
                <a:solidFill>
                  <a:srgbClr val="555555"/>
                </a:solidFill>
                <a:latin typeface="Segoe UI"/>
              </a:rPr>
              <a:t>              — list all command groups</a:t>
            </a:r>
          </a:p>
          <a:p>
            <a:pPr marL="182880">
              <a:lnSpc>
                <a:spcPct val="115000"/>
              </a:lnSpc>
              <a:spcAft>
                <a:spcPts val="80"/>
              </a:spcAft>
            </a:pPr>
            <a:r>
              <a:rPr lang="en-GB" sz="950" dirty="0">
                <a:solidFill>
                  <a:srgbClr val="0761AD"/>
                </a:solidFill>
                <a:latin typeface="Segoe UI"/>
              </a:rPr>
              <a:t>pac solution --help</a:t>
            </a:r>
            <a:r>
              <a:rPr lang="en-GB" sz="950" dirty="0">
                <a:solidFill>
                  <a:srgbClr val="555555"/>
                </a:solidFill>
                <a:latin typeface="Segoe UI"/>
              </a:rPr>
              <a:t>  — help for any command group</a:t>
            </a:r>
          </a:p>
          <a:p>
            <a:pPr marL="182880">
              <a:lnSpc>
                <a:spcPct val="115000"/>
              </a:lnSpc>
            </a:pPr>
            <a:r>
              <a:rPr lang="en-GB" sz="950" dirty="0">
                <a:solidFill>
                  <a:srgbClr val="0761AD"/>
                </a:solidFill>
                <a:latin typeface="Segoe UI"/>
              </a:rPr>
              <a:t>pac org who</a:t>
            </a:r>
            <a:r>
              <a:rPr lang="en-GB" sz="950" dirty="0">
                <a:solidFill>
                  <a:srgbClr val="555555"/>
                </a:solidFill>
                <a:latin typeface="Segoe UI"/>
              </a:rPr>
              <a:t>           — confirm which environment you’re connected to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Git Integration with Power Platform</a:t>
            </a:r>
          </a:p>
        </p:txBody>
      </p:sp>
      <p:sp>
        <p:nvSpPr>
          <p:cNvPr id="10" name="WOHdr"/>
          <p:cNvSpPr/>
          <p:nvPr/>
        </p:nvSpPr>
        <p:spPr>
          <a:xfrm>
            <a:off x="457200" y="914400"/>
            <a:ext cx="2743200" cy="380250"/>
          </a:xfrm>
          <a:prstGeom prst="rect">
            <a:avLst/>
          </a:prstGeom>
          <a:solidFill>
            <a:srgbClr val="C55A11"/>
          </a:solidFill>
          <a:ln>
            <a:noFill/>
          </a:ln>
        </p:spPr>
        <p:txBody>
          <a:bodyPr anchor="ctr"/>
          <a:lstStyle/>
          <a:p>
            <a:pPr algn="ctr"/>
            <a:r>
              <a:rPr lang="en-GB" sz="1200" b="1" dirty="0">
                <a:solidFill>
                  <a:srgbClr val="FFFFFF"/>
                </a:solidFill>
                <a:latin typeface="Segoe UI Black"/>
              </a:rPr>
              <a:t>✗  Without Git</a:t>
            </a:r>
          </a:p>
        </p:txBody>
      </p:sp>
      <p:sp>
        <p:nvSpPr>
          <p:cNvPr id="11" name="WOBg"/>
          <p:cNvSpPr/>
          <p:nvPr/>
        </p:nvSpPr>
        <p:spPr>
          <a:xfrm>
            <a:off x="457200" y="1294650"/>
            <a:ext cx="2743200" cy="3657600"/>
          </a:xfrm>
          <a:prstGeom prst="rect">
            <a:avLst/>
          </a:prstGeom>
          <a:solidFill>
            <a:srgbClr val="FFF8F5"/>
          </a:solidFill>
          <a:ln w="19050">
            <a:solidFill>
              <a:srgbClr val="C55A11"/>
            </a:solidFill>
          </a:ln>
        </p:spPr>
        <p:txBody>
          <a:bodyPr/>
          <a:lstStyle/>
          <a:p>
            <a:endParaRPr/>
          </a:p>
        </p:txBody>
      </p:sp>
      <p:sp>
        <p:nvSpPr>
          <p:cNvPr id="12" name="WOBody"/>
          <p:cNvSpPr txBox="1"/>
          <p:nvPr/>
        </p:nvSpPr>
        <p:spPr>
          <a:xfrm>
            <a:off x="495300" y="1332750"/>
            <a:ext cx="2667000" cy="3581400"/>
          </a:xfrm>
          <a:prstGeom prst="rect">
            <a:avLst/>
          </a:prstGeom>
          <a:noFill/>
        </p:spPr>
        <p:txBody>
          <a:bodyPr wrap="square" lIns="91440" tIns="91440" rIns="91440" bIns="91440"/>
          <a:lstStyle/>
          <a:p>
            <a:pPr>
              <a:lnSpc>
                <a:spcPct val="115000"/>
              </a:lnSpc>
              <a:spcAft>
                <a:spcPts val="150"/>
              </a:spcAft>
            </a:pPr>
            <a:r>
              <a:rPr lang="en-GB" sz="950" dirty="0">
                <a:solidFill>
                  <a:srgbClr val="444444"/>
                </a:solidFill>
                <a:latin typeface="Segoe UI"/>
              </a:rPr>
              <a:t>✘  No history — impossible to see who changed what or when</a:t>
            </a:r>
          </a:p>
          <a:p>
            <a:pPr>
              <a:lnSpc>
                <a:spcPct val="115000"/>
              </a:lnSpc>
              <a:spcAft>
                <a:spcPts val="150"/>
              </a:spcAft>
            </a:pPr>
            <a:r>
              <a:rPr lang="en-GB" sz="950" dirty="0">
                <a:solidFill>
                  <a:srgbClr val="444444"/>
                </a:solidFill>
                <a:latin typeface="Segoe UI"/>
              </a:rPr>
              <a:t>✘  No rollback — a broken change can’t be easily undone</a:t>
            </a:r>
          </a:p>
          <a:p>
            <a:pPr>
              <a:lnSpc>
                <a:spcPct val="115000"/>
              </a:lnSpc>
              <a:spcAft>
                <a:spcPts val="150"/>
              </a:spcAft>
            </a:pPr>
            <a:r>
              <a:rPr lang="en-GB" sz="950" dirty="0">
                <a:solidFill>
                  <a:srgbClr val="444444"/>
                </a:solidFill>
                <a:latin typeface="Segoe UI"/>
              </a:rPr>
              <a:t>✘  Teams overwrite each other’s work with no conflict detection</a:t>
            </a:r>
          </a:p>
          <a:p>
            <a:pPr>
              <a:lnSpc>
                <a:spcPct val="115000"/>
              </a:lnSpc>
              <a:spcAft>
                <a:spcPts val="150"/>
              </a:spcAft>
            </a:pPr>
            <a:r>
              <a:rPr lang="en-GB" sz="950" dirty="0">
                <a:solidFill>
                  <a:srgbClr val="444444"/>
                </a:solidFill>
                <a:latin typeface="Segoe UI"/>
              </a:rPr>
              <a:t>✘  Manual exports — solutions zipped and emailed or shared via file storage</a:t>
            </a:r>
          </a:p>
          <a:p>
            <a:pPr>
              <a:lnSpc>
                <a:spcPct val="115000"/>
              </a:lnSpc>
              <a:spcAft>
                <a:spcPts val="150"/>
              </a:spcAft>
            </a:pPr>
            <a:r>
              <a:rPr lang="en-GB" sz="950" dirty="0">
                <a:solidFill>
                  <a:srgbClr val="444444"/>
                </a:solidFill>
                <a:latin typeface="Segoe UI"/>
              </a:rPr>
              <a:t>✘  No audit trail for compliance or governance</a:t>
            </a:r>
          </a:p>
          <a:p>
            <a:pPr>
              <a:lnSpc>
                <a:spcPct val="115000"/>
              </a:lnSpc>
              <a:spcAft>
                <a:spcPts val="150"/>
              </a:spcAft>
            </a:pPr>
            <a:r>
              <a:rPr lang="en-GB" sz="950" dirty="0">
                <a:solidFill>
                  <a:srgbClr val="444444"/>
                </a:solidFill>
                <a:latin typeface="Segoe UI"/>
              </a:rPr>
              <a:t>✘  Deployments are manual, error-prone, and undocumented</a:t>
            </a:r>
          </a:p>
          <a:p>
            <a:pPr>
              <a:lnSpc>
                <a:spcPct val="115000"/>
              </a:lnSpc>
              <a:spcAft>
                <a:spcPts val="150"/>
              </a:spcAft>
            </a:pPr>
            <a:r>
              <a:rPr lang="en-GB" sz="950" dirty="0">
                <a:solidFill>
                  <a:srgbClr val="444444"/>
                </a:solidFill>
                <a:latin typeface="Segoe UI"/>
              </a:rPr>
              <a:t>✘  No branching — parallel feature development is nearly impossible</a:t>
            </a:r>
          </a:p>
          <a:p>
            <a:pPr>
              <a:lnSpc>
                <a:spcPct val="115000"/>
              </a:lnSpc>
            </a:pPr>
            <a:r>
              <a:rPr lang="en-GB" sz="950" dirty="0">
                <a:solidFill>
                  <a:srgbClr val="444444"/>
                </a:solidFill>
                <a:latin typeface="Segoe UI"/>
              </a:rPr>
              <a:t>✘  Disaster recovery depends on backups</a:t>
            </a:r>
          </a:p>
        </p:txBody>
      </p:sp>
      <p:sp>
        <p:nvSpPr>
          <p:cNvPr id="20" name="WGHdr"/>
          <p:cNvSpPr/>
          <p:nvPr/>
        </p:nvSpPr>
        <p:spPr>
          <a:xfrm>
            <a:off x="3352200" y="914400"/>
            <a:ext cx="2743200" cy="380250"/>
          </a:xfrm>
          <a:prstGeom prst="rect">
            <a:avLst/>
          </a:prstGeom>
          <a:solidFill>
            <a:srgbClr val="00CBBB"/>
          </a:solidFill>
          <a:ln>
            <a:noFill/>
          </a:ln>
        </p:spPr>
        <p:txBody>
          <a:bodyPr anchor="ctr"/>
          <a:lstStyle/>
          <a:p>
            <a:pPr algn="ctr"/>
            <a:r>
              <a:rPr lang="en-GB" sz="1200" b="1" dirty="0">
                <a:solidFill>
                  <a:srgbClr val="FFFFFF"/>
                </a:solidFill>
                <a:latin typeface="Segoe UI Black"/>
              </a:rPr>
              <a:t>✓  With Git</a:t>
            </a:r>
          </a:p>
        </p:txBody>
      </p:sp>
      <p:sp>
        <p:nvSpPr>
          <p:cNvPr id="21" name="WGBg"/>
          <p:cNvSpPr/>
          <p:nvPr/>
        </p:nvSpPr>
        <p:spPr>
          <a:xfrm>
            <a:off x="3352200" y="1294650"/>
            <a:ext cx="2743200" cy="3657600"/>
          </a:xfrm>
          <a:prstGeom prst="rect">
            <a:avLst/>
          </a:prstGeom>
          <a:solidFill>
            <a:srgbClr val="E8F8F7"/>
          </a:solidFill>
          <a:ln w="19050">
            <a:solidFill>
              <a:srgbClr val="00CBBB"/>
            </a:solidFill>
          </a:ln>
        </p:spPr>
        <p:txBody>
          <a:bodyPr/>
          <a:lstStyle/>
          <a:p>
            <a:endParaRPr/>
          </a:p>
        </p:txBody>
      </p:sp>
      <p:sp>
        <p:nvSpPr>
          <p:cNvPr id="22" name="WGBody"/>
          <p:cNvSpPr txBox="1"/>
          <p:nvPr/>
        </p:nvSpPr>
        <p:spPr>
          <a:xfrm>
            <a:off x="3390300" y="1332750"/>
            <a:ext cx="2667000" cy="3581400"/>
          </a:xfrm>
          <a:prstGeom prst="rect">
            <a:avLst/>
          </a:prstGeom>
          <a:noFill/>
        </p:spPr>
        <p:txBody>
          <a:bodyPr wrap="square" lIns="91440" tIns="91440" rIns="91440" bIns="91440"/>
          <a:lstStyle/>
          <a:p>
            <a:pPr>
              <a:lnSpc>
                <a:spcPct val="115000"/>
              </a:lnSpc>
              <a:spcAft>
                <a:spcPts val="150"/>
              </a:spcAft>
            </a:pPr>
            <a:r>
              <a:rPr lang="en-GB" sz="950" dirty="0">
                <a:solidFill>
                  <a:srgbClr val="1A5C58"/>
                </a:solidFill>
                <a:latin typeface="Segoe UI"/>
              </a:rPr>
              <a:t>✔  Full history — every change tracked with author, timestamp, and message</a:t>
            </a:r>
          </a:p>
          <a:p>
            <a:pPr>
              <a:lnSpc>
                <a:spcPct val="115000"/>
              </a:lnSpc>
              <a:spcAft>
                <a:spcPts val="150"/>
              </a:spcAft>
            </a:pPr>
            <a:r>
              <a:rPr lang="en-GB" sz="950" dirty="0">
                <a:solidFill>
                  <a:srgbClr val="1A5C58"/>
                </a:solidFill>
                <a:latin typeface="Segoe UI"/>
              </a:rPr>
              <a:t>✔  Rollback — revert to any previous working state instantly</a:t>
            </a:r>
          </a:p>
          <a:p>
            <a:pPr>
              <a:lnSpc>
                <a:spcPct val="115000"/>
              </a:lnSpc>
              <a:spcAft>
                <a:spcPts val="150"/>
              </a:spcAft>
            </a:pPr>
            <a:r>
              <a:rPr lang="en-GB" sz="950" dirty="0">
                <a:solidFill>
                  <a:srgbClr val="1A5C58"/>
                </a:solidFill>
                <a:latin typeface="Segoe UI"/>
              </a:rPr>
              <a:t>✔  Parallel development — branches isolate features without conflict</a:t>
            </a:r>
          </a:p>
          <a:p>
            <a:pPr>
              <a:lnSpc>
                <a:spcPct val="115000"/>
              </a:lnSpc>
              <a:spcAft>
                <a:spcPts val="150"/>
              </a:spcAft>
            </a:pPr>
            <a:r>
              <a:rPr lang="en-GB" sz="950" dirty="0">
                <a:solidFill>
                  <a:srgbClr val="1A5C58"/>
                </a:solidFill>
                <a:latin typeface="Segoe UI"/>
              </a:rPr>
              <a:t>✔  Single source of truth — Git is the authoritative record of what’s deployed</a:t>
            </a:r>
          </a:p>
          <a:p>
            <a:pPr>
              <a:lnSpc>
                <a:spcPct val="115000"/>
              </a:lnSpc>
              <a:spcAft>
                <a:spcPts val="150"/>
              </a:spcAft>
            </a:pPr>
            <a:r>
              <a:rPr lang="en-GB" sz="950" dirty="0">
                <a:solidFill>
                  <a:srgbClr val="1A5C58"/>
                </a:solidFill>
                <a:latin typeface="Segoe UI"/>
              </a:rPr>
              <a:t>✔  Audit trail — every commit is timestamped, attributable, and searchable</a:t>
            </a:r>
          </a:p>
          <a:p>
            <a:pPr>
              <a:lnSpc>
                <a:spcPct val="115000"/>
              </a:lnSpc>
              <a:spcAft>
                <a:spcPts val="150"/>
              </a:spcAft>
            </a:pPr>
            <a:r>
              <a:rPr lang="en-GB" sz="950" dirty="0">
                <a:solidFill>
                  <a:srgbClr val="1A5C58"/>
                </a:solidFill>
                <a:latin typeface="Segoe UI"/>
              </a:rPr>
              <a:t>✔  Automated deployments — pipelines trigger on commits, removing manual steps</a:t>
            </a:r>
          </a:p>
          <a:p>
            <a:pPr>
              <a:lnSpc>
                <a:spcPct val="115000"/>
              </a:lnSpc>
              <a:spcAft>
                <a:spcPts val="150"/>
              </a:spcAft>
            </a:pPr>
            <a:r>
              <a:rPr lang="en-GB" sz="950" dirty="0">
                <a:solidFill>
                  <a:srgbClr val="1A5C58"/>
                </a:solidFill>
                <a:latin typeface="Segoe UI"/>
              </a:rPr>
              <a:t>✔  Code reviews via pull requests before changes reach production</a:t>
            </a:r>
          </a:p>
          <a:p>
            <a:pPr>
              <a:lnSpc>
                <a:spcPct val="115000"/>
              </a:lnSpc>
            </a:pPr>
            <a:r>
              <a:rPr lang="en-GB" sz="950" dirty="0">
                <a:solidFill>
                  <a:srgbClr val="1A5C58"/>
                </a:solidFill>
                <a:latin typeface="Segoe UI"/>
              </a:rPr>
              <a:t>✔  Disaster recovery — the full solution can be rebuilt from source at any time</a:t>
            </a:r>
          </a:p>
        </p:txBody>
      </p:sp>
      <p:sp>
        <p:nvSpPr>
          <p:cNvPr id="30" name="ApprHdr"/>
          <p:cNvSpPr/>
          <p:nvPr/>
        </p:nvSpPr>
        <p:spPr>
          <a:xfrm>
            <a:off x="6247800" y="914400"/>
            <a:ext cx="5486400" cy="380250"/>
          </a:xfrm>
          <a:prstGeom prst="rect">
            <a:avLst/>
          </a:prstGeom>
          <a:solidFill>
            <a:srgbClr val="0761AD"/>
          </a:solidFill>
          <a:ln>
            <a:noFill/>
          </a:ln>
        </p:spPr>
        <p:txBody>
          <a:bodyPr lIns="182880" anchor="ctr"/>
          <a:lstStyle/>
          <a:p>
            <a:r>
              <a:rPr lang="en-GB" sz="1200" b="1" dirty="0">
                <a:solidFill>
                  <a:srgbClr val="FFFFFF"/>
                </a:solidFill>
                <a:latin typeface="Segoe UI Black"/>
              </a:rPr>
              <a:t>Two Approaches to Git with Power Platform</a:t>
            </a:r>
          </a:p>
        </p:txBody>
      </p:sp>
      <p:sp>
        <p:nvSpPr>
          <p:cNvPr id="31" name="A1Bg"/>
          <p:cNvSpPr/>
          <p:nvPr/>
        </p:nvSpPr>
        <p:spPr>
          <a:xfrm>
            <a:off x="6247800" y="1294650"/>
            <a:ext cx="5486400" cy="1790700"/>
          </a:xfrm>
          <a:prstGeom prst="rect">
            <a:avLst/>
          </a:prstGeom>
          <a:solidFill>
            <a:srgbClr val="F2F7FF"/>
          </a:solidFill>
          <a:ln w="19050">
            <a:solidFill>
              <a:srgbClr val="1A87CD"/>
            </a:solidFill>
          </a:ln>
        </p:spPr>
        <p:txBody>
          <a:bodyPr/>
          <a:lstStyle/>
          <a:p>
            <a:endParaRPr/>
          </a:p>
        </p:txBody>
      </p:sp>
      <p:sp>
        <p:nvSpPr>
          <p:cNvPr id="32" name="A1TopBar"/>
          <p:cNvSpPr/>
          <p:nvPr/>
        </p:nvSpPr>
        <p:spPr>
          <a:xfrm>
            <a:off x="6247800" y="1294650"/>
            <a:ext cx="5486400" cy="304800"/>
          </a:xfrm>
          <a:prstGeom prst="rect">
            <a:avLst/>
          </a:prstGeom>
          <a:solidFill>
            <a:srgbClr val="1A87CD"/>
          </a:solidFill>
          <a:ln>
            <a:noFill/>
          </a:ln>
        </p:spPr>
        <p:txBody>
          <a:bodyPr lIns="182880" anchor="ctr"/>
          <a:lstStyle/>
          <a:p>
            <a:r>
              <a:rPr lang="en-GB" sz="1200" b="1" dirty="0">
                <a:solidFill>
                  <a:srgbClr val="FFFFFF"/>
                </a:solidFill>
                <a:latin typeface="Segoe UI"/>
              </a:rPr>
              <a:t>1  —  Integrated Git  (Native)</a:t>
            </a:r>
          </a:p>
        </p:txBody>
      </p:sp>
      <p:sp>
        <p:nvSpPr>
          <p:cNvPr id="33" name="A1Body"/>
          <p:cNvSpPr txBox="1"/>
          <p:nvPr/>
        </p:nvSpPr>
        <p:spPr>
          <a:xfrm>
            <a:off x="6285900" y="1637550"/>
            <a:ext cx="5410200" cy="1409700"/>
          </a:xfrm>
          <a:prstGeom prst="rect">
            <a:avLst/>
          </a:prstGeom>
          <a:noFill/>
        </p:spPr>
        <p:txBody>
          <a:bodyPr wrap="square" lIns="91440" tIns="57150" rIns="91440" bIns="57150"/>
          <a:lstStyle/>
          <a:p>
            <a:pPr>
              <a:lnSpc>
                <a:spcPct val="115000"/>
              </a:lnSpc>
              <a:spcAft>
                <a:spcPts val="100"/>
              </a:spcAft>
            </a:pPr>
            <a:r>
              <a:rPr lang="en-GB" sz="950" dirty="0">
                <a:solidFill>
                  <a:srgbClr val="333333"/>
                </a:solidFill>
                <a:latin typeface="Segoe UI"/>
              </a:rPr>
              <a:t>Built directly into the Power Platform Solutions experience. Makers commit and sync changes to an Azure DevOps Git repository from within Power Apps, Copilot Studio, Power Automate, or Power Pages — no command line required.</a:t>
            </a:r>
          </a:p>
          <a:p>
            <a:pPr>
              <a:lnSpc>
                <a:spcPct val="115000"/>
              </a:lnSpc>
              <a:spcAft>
                <a:spcPts val="80"/>
              </a:spcAft>
            </a:pPr>
            <a:r>
              <a:rPr lang="en-GB" sz="950" b="1" dirty="0">
                <a:solidFill>
                  <a:srgbClr val="1A87CD"/>
                </a:solidFill>
                <a:latin typeface="Segoe UI"/>
              </a:rPr>
              <a:t>Best for:</a:t>
            </a:r>
            <a:r>
              <a:rPr lang="en-GB" sz="950" dirty="0">
                <a:solidFill>
                  <a:srgbClr val="444444"/>
                </a:solidFill>
                <a:latin typeface="Segoe UI"/>
              </a:rPr>
              <a:t>  Citizen developers and makers who need version control without learning Git tooling</a:t>
            </a:r>
          </a:p>
          <a:p>
            <a:pPr>
              <a:lnSpc>
                <a:spcPct val="115000"/>
              </a:lnSpc>
              <a:spcAft>
                <a:spcPts val="80"/>
              </a:spcAft>
            </a:pPr>
            <a:r>
              <a:rPr lang="en-GB" sz="950" b="1" dirty="0">
                <a:solidFill>
                  <a:srgbClr val="C55A11"/>
                </a:solidFill>
                <a:latin typeface="Segoe UI"/>
              </a:rPr>
              <a:t>Requires:</a:t>
            </a:r>
            <a:r>
              <a:rPr lang="en-GB" sz="950" dirty="0">
                <a:solidFill>
                  <a:srgbClr val="444444"/>
                </a:solidFill>
                <a:latin typeface="Segoe UI"/>
              </a:rPr>
              <a:t>  Managed Environments • Azure DevOps subscription • DEV environments only</a:t>
            </a:r>
          </a:p>
        </p:txBody>
      </p:sp>
      <p:sp>
        <p:nvSpPr>
          <p:cNvPr id="40" name="A2Bg"/>
          <p:cNvSpPr/>
          <p:nvPr/>
        </p:nvSpPr>
        <p:spPr>
          <a:xfrm>
            <a:off x="6247800" y="3238200"/>
            <a:ext cx="5486400" cy="1790700"/>
          </a:xfrm>
          <a:prstGeom prst="rect">
            <a:avLst/>
          </a:prstGeom>
          <a:solidFill>
            <a:srgbClr val="F2F7FF"/>
          </a:solidFill>
          <a:ln w="19050">
            <a:solidFill>
              <a:srgbClr val="0761AD"/>
            </a:solidFill>
          </a:ln>
        </p:spPr>
        <p:txBody>
          <a:bodyPr/>
          <a:lstStyle/>
          <a:p>
            <a:endParaRPr/>
          </a:p>
        </p:txBody>
      </p:sp>
      <p:sp>
        <p:nvSpPr>
          <p:cNvPr id="41" name="A2TopBar"/>
          <p:cNvSpPr/>
          <p:nvPr/>
        </p:nvSpPr>
        <p:spPr>
          <a:xfrm>
            <a:off x="6247800" y="3238200"/>
            <a:ext cx="5486400" cy="304800"/>
          </a:xfrm>
          <a:prstGeom prst="rect">
            <a:avLst/>
          </a:prstGeom>
          <a:solidFill>
            <a:srgbClr val="0761AD"/>
          </a:solidFill>
          <a:ln>
            <a:noFill/>
          </a:ln>
        </p:spPr>
        <p:txBody>
          <a:bodyPr lIns="182880" anchor="ctr"/>
          <a:lstStyle/>
          <a:p>
            <a:r>
              <a:rPr lang="en-GB" sz="1200" b="1" dirty="0">
                <a:solidFill>
                  <a:srgbClr val="FFFFFF"/>
                </a:solidFill>
                <a:latin typeface="Segoe UI"/>
              </a:rPr>
              <a:t>2  —  Pipelines + PAC CLI  (Pro Code)</a:t>
            </a:r>
          </a:p>
        </p:txBody>
      </p:sp>
      <p:sp>
        <p:nvSpPr>
          <p:cNvPr id="42" name="A2Body"/>
          <p:cNvSpPr txBox="1"/>
          <p:nvPr/>
        </p:nvSpPr>
        <p:spPr>
          <a:xfrm>
            <a:off x="6285900" y="3581100"/>
            <a:ext cx="5410200" cy="1409700"/>
          </a:xfrm>
          <a:prstGeom prst="rect">
            <a:avLst/>
          </a:prstGeom>
          <a:noFill/>
        </p:spPr>
        <p:txBody>
          <a:bodyPr wrap="square" lIns="91440" tIns="57150" rIns="91440" bIns="57150"/>
          <a:lstStyle/>
          <a:p>
            <a:pPr>
              <a:lnSpc>
                <a:spcPct val="115000"/>
              </a:lnSpc>
              <a:spcAft>
                <a:spcPts val="100"/>
              </a:spcAft>
            </a:pPr>
            <a:r>
              <a:rPr lang="en-GB" sz="950" dirty="0">
                <a:solidFill>
                  <a:srgbClr val="333333"/>
                </a:solidFill>
                <a:latin typeface="Segoe UI"/>
              </a:rPr>
              <a:t>Azure DevOps pipelines use PAC CLI tasks to export solutions from DEV, unpack them into source files, commit to Git, then build managed solutions and deploy through TEST and PROD. Source control is the single source of truth.</a:t>
            </a:r>
          </a:p>
          <a:p>
            <a:pPr>
              <a:lnSpc>
                <a:spcPct val="115000"/>
              </a:lnSpc>
              <a:spcAft>
                <a:spcPts val="80"/>
              </a:spcAft>
            </a:pPr>
            <a:r>
              <a:rPr lang="en-GB" sz="950" b="1" dirty="0">
                <a:solidFill>
                  <a:srgbClr val="0761AD"/>
                </a:solidFill>
                <a:latin typeface="Segoe UI"/>
              </a:rPr>
              <a:t>Best for:</a:t>
            </a:r>
            <a:r>
              <a:rPr lang="en-GB" sz="950" dirty="0">
                <a:solidFill>
                  <a:srgbClr val="444444"/>
                </a:solidFill>
                <a:latin typeface="Segoe UI"/>
              </a:rPr>
              <a:t>  Pro developers and teams needing full CI/CD, quality gates, and automated testing</a:t>
            </a:r>
          </a:p>
          <a:p>
            <a:pPr>
              <a:lnSpc>
                <a:spcPct val="115000"/>
              </a:lnSpc>
            </a:pPr>
            <a:r>
              <a:rPr lang="en-GB" sz="950" b="1" dirty="0">
                <a:solidFill>
                  <a:srgbClr val="00867C"/>
                </a:solidFill>
                <a:latin typeface="Segoe UI"/>
              </a:rPr>
              <a:t>Used in this bootcamp:</a:t>
            </a:r>
            <a:r>
              <a:rPr lang="en-GB" sz="950" dirty="0">
                <a:solidFill>
                  <a:srgbClr val="444444"/>
                </a:solidFill>
                <a:latin typeface="Segoe UI"/>
              </a:rPr>
              <a:t>  This is the approach we will be implementing in today’s labs</a:t>
            </a:r>
          </a:p>
        </p:txBody>
      </p:sp>
      <p:sp>
        <p:nvSpPr>
          <p:cNvPr id="50" name="BotNote"/>
          <p:cNvSpPr/>
          <p:nvPr/>
        </p:nvSpPr>
        <p:spPr>
          <a:xfrm>
            <a:off x="6247800" y="5124600"/>
            <a:ext cx="5486400" cy="419100"/>
          </a:xfrm>
          <a:prstGeom prst="rect">
            <a:avLst/>
          </a:prstGeom>
          <a:solidFill>
            <a:srgbClr val="0F1F3D"/>
          </a:solidFill>
          <a:ln>
            <a:noFill/>
          </a:ln>
        </p:spPr>
        <p:txBody>
          <a:bodyPr wrap="square" lIns="182880" tIns="91440" rIns="182880" bIns="91440" anchor="ctr"/>
          <a:lstStyle/>
          <a:p>
            <a:r>
              <a:rPr lang="en-GB" sz="950" dirty="0">
                <a:solidFill>
                  <a:srgbClr val="AAAAAA"/>
                </a:solidFill>
                <a:latin typeface="Segoe UI"/>
              </a:rPr>
              <a:t>Both approaches use </a:t>
            </a:r>
            <a:r>
              <a:rPr lang="en-GB" sz="950" b="1" dirty="0">
                <a:solidFill>
                  <a:srgbClr val="5B9BD5"/>
                </a:solidFill>
                <a:latin typeface="Segoe UI"/>
              </a:rPr>
              <a:t>Azure DevOps Git</a:t>
            </a:r>
            <a:r>
              <a:rPr lang="en-GB" sz="950" dirty="0">
                <a:solidFill>
                  <a:srgbClr val="AAAAAA"/>
                </a:solidFill>
                <a:latin typeface="Segoe UI"/>
              </a:rPr>
              <a:t> as the repository. They are complementary — Integrated Git handles the DEV commit workflow; pipelines handle the build and deployment workflow.</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dirty="0"/>
              <a:t>Service Principals (SPNs)</a:t>
            </a:r>
          </a:p>
        </p:txBody>
      </p:sp>
      <p:sp>
        <p:nvSpPr>
          <p:cNvPr id="10" name="DefBg"/>
          <p:cNvSpPr/>
          <p:nvPr/>
        </p:nvSpPr>
        <p:spPr>
          <a:xfrm>
            <a:off x="457200" y="914400"/>
            <a:ext cx="11277600" cy="457200"/>
          </a:xfrm>
          <a:prstGeom prst="rect">
            <a:avLst/>
          </a:prstGeom>
          <a:solidFill>
            <a:srgbClr val="EBF5FB"/>
          </a:solidFill>
          <a:ln w="19050">
            <a:solidFill>
              <a:srgbClr val="0761AD"/>
            </a:solidFill>
          </a:ln>
        </p:spPr>
        <p:txBody>
          <a:bodyPr/>
          <a:lstStyle/>
          <a:p>
            <a:endParaRPr/>
          </a:p>
        </p:txBody>
      </p:sp>
      <p:sp>
        <p:nvSpPr>
          <p:cNvPr id="11" name="DefAcc"/>
          <p:cNvSpPr/>
          <p:nvPr/>
        </p:nvSpPr>
        <p:spPr>
          <a:xfrm>
            <a:off x="914100" y="4161184"/>
            <a:ext cx="57150" cy="457200"/>
          </a:xfrm>
          <a:prstGeom prst="rect">
            <a:avLst/>
          </a:prstGeom>
          <a:solidFill>
            <a:srgbClr val="0761AD"/>
          </a:solidFill>
          <a:ln>
            <a:noFill/>
          </a:ln>
        </p:spPr>
        <p:txBody>
          <a:bodyPr/>
          <a:lstStyle/>
          <a:p>
            <a:endParaRPr/>
          </a:p>
        </p:txBody>
      </p:sp>
      <p:sp>
        <p:nvSpPr>
          <p:cNvPr id="12" name="DefTxt"/>
          <p:cNvSpPr txBox="1"/>
          <p:nvPr/>
        </p:nvSpPr>
        <p:spPr>
          <a:xfrm>
            <a:off x="571500" y="914400"/>
            <a:ext cx="11163300" cy="457200"/>
          </a:xfrm>
          <a:prstGeom prst="rect">
            <a:avLst/>
          </a:prstGeom>
          <a:noFill/>
        </p:spPr>
        <p:txBody>
          <a:bodyPr wrap="square" lIns="91440" tIns="57150" rIns="91440" bIns="57150" anchor="ctr"/>
          <a:lstStyle/>
          <a:p>
            <a:r>
              <a:rPr lang="en-GB" sz="1100" b="1" dirty="0">
                <a:solidFill>
                  <a:srgbClr val="0761AD"/>
                </a:solidFill>
                <a:latin typeface="Segoe UI"/>
              </a:rPr>
              <a:t>A Service Principal (SPN) </a:t>
            </a:r>
            <a:r>
              <a:rPr lang="en-GB" sz="1100" dirty="0">
                <a:solidFill>
                  <a:srgbClr val="333333"/>
                </a:solidFill>
                <a:latin typeface="Segoe UI"/>
              </a:rPr>
              <a:t>is a non-interactive, non-human identity registered in Microsoft Entra ID. Pipelines run as this identity rather than as a named user, so deployments never break when someone leaves the team.</a:t>
            </a:r>
          </a:p>
        </p:txBody>
      </p:sp>
      <p:sp>
        <p:nvSpPr>
          <p:cNvPr id="20" name="WhyBg"/>
          <p:cNvSpPr/>
          <p:nvPr/>
        </p:nvSpPr>
        <p:spPr>
          <a:xfrm>
            <a:off x="457200" y="1447800"/>
            <a:ext cx="5410200" cy="1714500"/>
          </a:xfrm>
          <a:prstGeom prst="rect">
            <a:avLst/>
          </a:prstGeom>
          <a:solidFill>
            <a:srgbClr val="F2F7FF"/>
          </a:solidFill>
          <a:ln w="9525">
            <a:solidFill>
              <a:srgbClr val="D0E4F5"/>
            </a:solidFill>
          </a:ln>
        </p:spPr>
        <p:txBody>
          <a:bodyPr/>
          <a:lstStyle/>
          <a:p>
            <a:endParaRPr/>
          </a:p>
        </p:txBody>
      </p:sp>
      <p:sp>
        <p:nvSpPr>
          <p:cNvPr id="21" name="WhyHdr"/>
          <p:cNvSpPr/>
          <p:nvPr/>
        </p:nvSpPr>
        <p:spPr>
          <a:xfrm>
            <a:off x="457200" y="1447800"/>
            <a:ext cx="5410200" cy="304800"/>
          </a:xfrm>
          <a:prstGeom prst="rect">
            <a:avLst/>
          </a:prstGeom>
          <a:solidFill>
            <a:srgbClr val="0761AD"/>
          </a:solidFill>
          <a:ln>
            <a:noFill/>
          </a:ln>
        </p:spPr>
        <p:txBody>
          <a:bodyPr lIns="182880" anchor="ctr"/>
          <a:lstStyle/>
          <a:p>
            <a:r>
              <a:rPr lang="en-GB" sz="1100" b="1" dirty="0">
                <a:solidFill>
                  <a:srgbClr val="FFFFFF"/>
                </a:solidFill>
                <a:latin typeface="Segoe UI"/>
              </a:rPr>
              <a:t>Why SPNs Matter for ALM &amp; Pipelines</a:t>
            </a:r>
          </a:p>
        </p:txBody>
      </p:sp>
      <p:sp>
        <p:nvSpPr>
          <p:cNvPr id="22" name="WhyBody"/>
          <p:cNvSpPr txBox="1"/>
          <p:nvPr/>
        </p:nvSpPr>
        <p:spPr>
          <a:xfrm>
            <a:off x="495300" y="1790700"/>
            <a:ext cx="5334000" cy="1333500"/>
          </a:xfrm>
          <a:prstGeom prst="rect">
            <a:avLst/>
          </a:prstGeom>
          <a:noFill/>
        </p:spPr>
        <p:txBody>
          <a:bodyPr wrap="square" lIns="91440" tIns="57150" rIns="91440" bIns="57150"/>
          <a:lstStyle/>
          <a:p>
            <a:pPr>
              <a:lnSpc>
                <a:spcPct val="115000"/>
              </a:lnSpc>
              <a:spcAft>
                <a:spcPts val="120"/>
              </a:spcAft>
            </a:pPr>
            <a:r>
              <a:rPr lang="en-GB" sz="950" dirty="0">
                <a:solidFill>
                  <a:srgbClr val="444444"/>
                </a:solidFill>
                <a:latin typeface="Segoe UI"/>
              </a:rPr>
              <a:t>•  </a:t>
            </a:r>
            <a:r>
              <a:rPr lang="en-GB" sz="950" b="1" dirty="0">
                <a:solidFill>
                  <a:srgbClr val="C55A11"/>
                </a:solidFill>
                <a:latin typeface="Segoe UI"/>
              </a:rPr>
              <a:t>Never breaks when someone leaves</a:t>
            </a:r>
            <a:r>
              <a:rPr lang="en-GB" sz="950" dirty="0">
                <a:solidFill>
                  <a:srgbClr val="444444"/>
                </a:solidFill>
                <a:latin typeface="Segoe UI"/>
              </a:rPr>
              <a:t> — not tied to any individual user account or MFA</a:t>
            </a:r>
          </a:p>
          <a:p>
            <a:pPr>
              <a:lnSpc>
                <a:spcPct val="115000"/>
              </a:lnSpc>
              <a:spcAft>
                <a:spcPts val="120"/>
              </a:spcAft>
            </a:pPr>
            <a:r>
              <a:rPr lang="en-GB" sz="950" dirty="0">
                <a:solidFill>
                  <a:srgbClr val="444444"/>
                </a:solidFill>
                <a:latin typeface="Segoe UI"/>
              </a:rPr>
              <a:t>•  Pipelines run under a consistent, auditable identity across DEV, TEST, and PROD</a:t>
            </a:r>
          </a:p>
          <a:p>
            <a:pPr>
              <a:lnSpc>
                <a:spcPct val="115000"/>
              </a:lnSpc>
              <a:spcAft>
                <a:spcPts val="120"/>
              </a:spcAft>
            </a:pPr>
            <a:r>
              <a:rPr lang="en-GB" sz="950" dirty="0">
                <a:solidFill>
                  <a:srgbClr val="444444"/>
                </a:solidFill>
                <a:latin typeface="Segoe UI"/>
              </a:rPr>
              <a:t>•  Connection references bind to the SPN identity in every environment — no “works on my account” surprises</a:t>
            </a:r>
          </a:p>
          <a:p>
            <a:pPr>
              <a:lnSpc>
                <a:spcPct val="115000"/>
              </a:lnSpc>
            </a:pPr>
            <a:r>
              <a:rPr lang="en-GB" sz="950" dirty="0">
                <a:solidFill>
                  <a:srgbClr val="444444"/>
                </a:solidFill>
                <a:latin typeface="Segoe UI"/>
              </a:rPr>
              <a:t>•  Least-privilege access — grant only the roles the pipeline identity needs.</a:t>
            </a:r>
          </a:p>
          <a:p>
            <a:pPr>
              <a:lnSpc>
                <a:spcPct val="115000"/>
              </a:lnSpc>
            </a:pPr>
            <a:r>
              <a:rPr lang="en-GB" sz="950" dirty="0">
                <a:solidFill>
                  <a:srgbClr val="444444"/>
                </a:solidFill>
              </a:rPr>
              <a:t>•  Access segregation — Different SPNs should be created for non-production environment and production environments.</a:t>
            </a:r>
            <a:endParaRPr lang="en-GB" sz="950" dirty="0">
              <a:solidFill>
                <a:srgbClr val="444444"/>
              </a:solidFill>
              <a:latin typeface="Segoe UI"/>
            </a:endParaRPr>
          </a:p>
        </p:txBody>
      </p:sp>
      <p:sp>
        <p:nvSpPr>
          <p:cNvPr id="23" name="AuthBg"/>
          <p:cNvSpPr/>
          <p:nvPr/>
        </p:nvSpPr>
        <p:spPr>
          <a:xfrm>
            <a:off x="6172200" y="5400151"/>
            <a:ext cx="5410200" cy="609600"/>
          </a:xfrm>
          <a:prstGeom prst="rect">
            <a:avLst/>
          </a:prstGeom>
          <a:solidFill>
            <a:srgbClr val="0F1F3D"/>
          </a:solidFill>
          <a:ln>
            <a:noFill/>
          </a:ln>
        </p:spPr>
        <p:txBody>
          <a:bodyPr wrap="square" lIns="182880" tIns="91440" rIns="182880" bIns="91440" anchor="ctr"/>
          <a:lstStyle/>
          <a:p>
            <a:r>
              <a:rPr lang="en-GB" sz="950" b="1" dirty="0">
                <a:solidFill>
                  <a:srgbClr val="5B9BD5"/>
                </a:solidFill>
                <a:latin typeface="Segoe UI"/>
              </a:rPr>
              <a:t>Authentication methods: </a:t>
            </a:r>
            <a:r>
              <a:rPr lang="en-GB" sz="950" b="1" dirty="0">
                <a:solidFill>
                  <a:srgbClr val="1A87CD"/>
                </a:solidFill>
                <a:latin typeface="Segoe UI"/>
              </a:rPr>
              <a:t>Client Secret </a:t>
            </a:r>
            <a:r>
              <a:rPr lang="en-GB" sz="950" dirty="0">
                <a:solidFill>
                  <a:srgbClr val="AAAAAA"/>
                </a:solidFill>
                <a:latin typeface="Segoe UI"/>
              </a:rPr>
              <a:t>(password-like, simple to set up, must be rotated) </a:t>
            </a:r>
            <a:r>
              <a:rPr lang="en-GB" sz="950" dirty="0">
                <a:solidFill>
                  <a:srgbClr val="888888"/>
                </a:solidFill>
                <a:latin typeface="Segoe UI"/>
              </a:rPr>
              <a:t>or </a:t>
            </a:r>
            <a:r>
              <a:rPr lang="en-GB" sz="950" b="1" dirty="0">
                <a:solidFill>
                  <a:srgbClr val="00CBBB"/>
                </a:solidFill>
                <a:latin typeface="Segoe UI"/>
              </a:rPr>
              <a:t>Certificate </a:t>
            </a:r>
            <a:r>
              <a:rPr lang="en-GB" sz="950" dirty="0">
                <a:solidFill>
                  <a:srgbClr val="AAAAAA"/>
                </a:solidFill>
                <a:latin typeface="Segoe UI"/>
              </a:rPr>
              <a:t>(more secure, recommended for production pipelines)</a:t>
            </a:r>
          </a:p>
        </p:txBody>
      </p:sp>
      <p:sp>
        <p:nvSpPr>
          <p:cNvPr id="50" name="R1Bg"/>
          <p:cNvSpPr/>
          <p:nvPr/>
        </p:nvSpPr>
        <p:spPr>
          <a:xfrm>
            <a:off x="6019800" y="1447800"/>
            <a:ext cx="5715000" cy="4990500"/>
          </a:xfrm>
          <a:prstGeom prst="rect">
            <a:avLst/>
          </a:prstGeom>
          <a:solidFill>
            <a:srgbClr val="F2F7FF"/>
          </a:solidFill>
          <a:ln w="9525">
            <a:solidFill>
              <a:srgbClr val="D0E4F5"/>
            </a:solidFill>
          </a:ln>
        </p:spPr>
        <p:txBody>
          <a:bodyPr/>
          <a:lstStyle/>
          <a:p>
            <a:endParaRPr/>
          </a:p>
        </p:txBody>
      </p:sp>
      <p:sp>
        <p:nvSpPr>
          <p:cNvPr id="51" name="R1Hdr"/>
          <p:cNvSpPr/>
          <p:nvPr/>
        </p:nvSpPr>
        <p:spPr>
          <a:xfrm>
            <a:off x="6019800" y="1447800"/>
            <a:ext cx="5715000" cy="304800"/>
          </a:xfrm>
          <a:prstGeom prst="rect">
            <a:avLst/>
          </a:prstGeom>
          <a:solidFill>
            <a:srgbClr val="0761AD"/>
          </a:solidFill>
          <a:ln>
            <a:noFill/>
          </a:ln>
        </p:spPr>
        <p:txBody>
          <a:bodyPr lIns="182880" anchor="ctr"/>
          <a:lstStyle/>
          <a:p>
            <a:r>
              <a:rPr lang="en-GB" sz="1100" b="1" dirty="0">
                <a:solidFill>
                  <a:srgbClr val="FFFFFF"/>
                </a:solidFill>
                <a:latin typeface="Segoe UI"/>
              </a:rPr>
              <a:t>Setup Overview</a:t>
            </a:r>
          </a:p>
        </p:txBody>
      </p:sp>
      <p:sp>
        <p:nvSpPr>
          <p:cNvPr id="52" name="St4Num"/>
          <p:cNvSpPr/>
          <p:nvPr/>
        </p:nvSpPr>
        <p:spPr>
          <a:xfrm>
            <a:off x="6096600" y="3695438"/>
            <a:ext cx="342900" cy="409575"/>
          </a:xfrm>
          <a:prstGeom prst="ellipse">
            <a:avLst/>
          </a:prstGeom>
          <a:solidFill>
            <a:schemeClr val="tx1"/>
          </a:solidFill>
          <a:ln>
            <a:noFill/>
          </a:ln>
        </p:spPr>
        <p:txBody>
          <a:bodyPr anchor="ctr"/>
          <a:lstStyle/>
          <a:p>
            <a:pPr algn="ctr"/>
            <a:r>
              <a:rPr lang="en-GB" sz="1100" b="1" dirty="0">
                <a:solidFill>
                  <a:srgbClr val="FFFFFF"/>
                </a:solidFill>
                <a:latin typeface="Segoe UI Black"/>
              </a:rPr>
              <a:t>4</a:t>
            </a:r>
          </a:p>
        </p:txBody>
      </p:sp>
      <p:sp>
        <p:nvSpPr>
          <p:cNvPr id="53" name="St4Txt"/>
          <p:cNvSpPr txBox="1"/>
          <p:nvPr/>
        </p:nvSpPr>
        <p:spPr>
          <a:xfrm>
            <a:off x="6477600" y="3657338"/>
            <a:ext cx="5258400" cy="1009775"/>
          </a:xfrm>
          <a:prstGeom prst="rect">
            <a:avLst/>
          </a:prstGeom>
          <a:noFill/>
        </p:spPr>
        <p:txBody>
          <a:bodyPr wrap="square" lIns="91440" tIns="45720" rIns="91440" bIns="45720"/>
          <a:lstStyle/>
          <a:p>
            <a:r>
              <a:rPr lang="en-GB" sz="1000" b="1" dirty="0">
                <a:latin typeface="Segoe UI"/>
              </a:rPr>
              <a:t>Create Application User in Power Platform</a:t>
            </a:r>
          </a:p>
          <a:p>
            <a:pPr>
              <a:lnSpc>
                <a:spcPct val="115000"/>
              </a:lnSpc>
              <a:spcAft>
                <a:spcPts val="80"/>
              </a:spcAft>
            </a:pPr>
            <a:r>
              <a:rPr lang="en-GB" sz="900" dirty="0">
                <a:solidFill>
                  <a:srgbClr val="666666"/>
                </a:solidFill>
                <a:latin typeface="Segoe UI"/>
              </a:rPr>
              <a:t>Power Platform Admin Centre → Environments → [Environment] → Settings → Users + permissions → Application users → New app user</a:t>
            </a:r>
          </a:p>
          <a:p>
            <a:pPr>
              <a:lnSpc>
                <a:spcPct val="115000"/>
              </a:lnSpc>
            </a:pPr>
            <a:r>
              <a:rPr lang="en-GB" sz="900" dirty="0">
                <a:solidFill>
                  <a:srgbClr val="666666"/>
                </a:solidFill>
                <a:latin typeface="Segoe UI"/>
              </a:rPr>
              <a:t>Select the registered app, assign a Business Unit, and grant the </a:t>
            </a:r>
            <a:r>
              <a:rPr lang="en-GB" sz="900" b="1" dirty="0">
                <a:solidFill>
                  <a:srgbClr val="C55A11"/>
                </a:solidFill>
                <a:latin typeface="Segoe UI"/>
              </a:rPr>
              <a:t>System Administrator</a:t>
            </a:r>
            <a:r>
              <a:rPr lang="en-GB" sz="900" dirty="0">
                <a:solidFill>
                  <a:srgbClr val="666666"/>
                </a:solidFill>
                <a:latin typeface="Segoe UI"/>
              </a:rPr>
              <a:t> security role. Repeat for every target environment.</a:t>
            </a:r>
          </a:p>
        </p:txBody>
      </p:sp>
      <p:sp>
        <p:nvSpPr>
          <p:cNvPr id="54" name="Div3"/>
          <p:cNvSpPr/>
          <p:nvPr/>
        </p:nvSpPr>
        <p:spPr>
          <a:xfrm>
            <a:off x="6096600" y="4724213"/>
            <a:ext cx="5638800" cy="9525"/>
          </a:xfrm>
          <a:prstGeom prst="rect">
            <a:avLst/>
          </a:prstGeom>
          <a:solidFill>
            <a:srgbClr val="D0E4F5"/>
          </a:solidFill>
          <a:ln>
            <a:noFill/>
          </a:ln>
        </p:spPr>
        <p:txBody>
          <a:bodyPr/>
          <a:lstStyle/>
          <a:p>
            <a:endParaRPr/>
          </a:p>
        </p:txBody>
      </p:sp>
      <p:sp>
        <p:nvSpPr>
          <p:cNvPr id="55" name="St5Num"/>
          <p:cNvSpPr/>
          <p:nvPr/>
        </p:nvSpPr>
        <p:spPr>
          <a:xfrm>
            <a:off x="6096600" y="4771838"/>
            <a:ext cx="342900" cy="409575"/>
          </a:xfrm>
          <a:prstGeom prst="ellipse">
            <a:avLst/>
          </a:prstGeom>
          <a:solidFill>
            <a:schemeClr val="tx1"/>
          </a:solidFill>
          <a:ln>
            <a:noFill/>
          </a:ln>
        </p:spPr>
        <p:txBody>
          <a:bodyPr anchor="ctr"/>
          <a:lstStyle/>
          <a:p>
            <a:pPr algn="ctr"/>
            <a:r>
              <a:rPr lang="en-GB" sz="1100" b="1" dirty="0">
                <a:solidFill>
                  <a:srgbClr val="FFFFFF"/>
                </a:solidFill>
                <a:latin typeface="Segoe UI Black"/>
              </a:rPr>
              <a:t>5</a:t>
            </a:r>
          </a:p>
        </p:txBody>
      </p:sp>
      <p:sp>
        <p:nvSpPr>
          <p:cNvPr id="56" name="St5Txt"/>
          <p:cNvSpPr txBox="1"/>
          <p:nvPr/>
        </p:nvSpPr>
        <p:spPr>
          <a:xfrm>
            <a:off x="6477600" y="4733738"/>
            <a:ext cx="5258400" cy="533400"/>
          </a:xfrm>
          <a:prstGeom prst="rect">
            <a:avLst/>
          </a:prstGeom>
          <a:noFill/>
        </p:spPr>
        <p:txBody>
          <a:bodyPr wrap="square" lIns="91440" tIns="45720" rIns="91440" bIns="45720" anchor="ctr"/>
          <a:lstStyle/>
          <a:p>
            <a:r>
              <a:rPr lang="en-GB" sz="1000" b="1" dirty="0">
                <a:latin typeface="Segoe UI"/>
              </a:rPr>
              <a:t>Create Service Connection in Azure DevOps</a:t>
            </a:r>
          </a:p>
          <a:p>
            <a:pPr>
              <a:lnSpc>
                <a:spcPct val="115000"/>
              </a:lnSpc>
            </a:pPr>
            <a:r>
              <a:rPr lang="en-GB" sz="900" dirty="0">
                <a:solidFill>
                  <a:srgbClr val="666666"/>
                </a:solidFill>
                <a:latin typeface="Segoe UI"/>
              </a:rPr>
              <a:t>Project Settings → Service Connections → New → Power Platform. Provide the Environment URL, Tenant ID, App ID, and Client Secret. Pipeline tasks reference this connection by name.</a:t>
            </a:r>
          </a:p>
        </p:txBody>
      </p:sp>
      <p:sp>
        <p:nvSpPr>
          <p:cNvPr id="60" name="PermBg"/>
          <p:cNvSpPr/>
          <p:nvPr/>
        </p:nvSpPr>
        <p:spPr>
          <a:xfrm>
            <a:off x="456900" y="3390638"/>
            <a:ext cx="5410200" cy="1943100"/>
          </a:xfrm>
          <a:prstGeom prst="rect">
            <a:avLst/>
          </a:prstGeom>
          <a:solidFill>
            <a:srgbClr val="F2F7FF"/>
          </a:solidFill>
          <a:ln w="9525">
            <a:solidFill>
              <a:srgbClr val="D0E4F5"/>
            </a:solidFill>
          </a:ln>
        </p:spPr>
        <p:txBody>
          <a:bodyPr/>
          <a:lstStyle/>
          <a:p>
            <a:endParaRPr/>
          </a:p>
        </p:txBody>
      </p:sp>
      <p:sp>
        <p:nvSpPr>
          <p:cNvPr id="61" name="PermHdr"/>
          <p:cNvSpPr/>
          <p:nvPr/>
        </p:nvSpPr>
        <p:spPr>
          <a:xfrm>
            <a:off x="456900" y="3390638"/>
            <a:ext cx="5410200" cy="304800"/>
          </a:xfrm>
          <a:prstGeom prst="rect">
            <a:avLst/>
          </a:prstGeom>
          <a:solidFill>
            <a:srgbClr val="0F3460"/>
          </a:solidFill>
          <a:ln>
            <a:noFill/>
          </a:ln>
        </p:spPr>
        <p:txBody>
          <a:bodyPr lIns="182880" anchor="ctr"/>
          <a:lstStyle/>
          <a:p>
            <a:r>
              <a:rPr lang="en-GB" sz="1100" b="1" dirty="0">
                <a:solidFill>
                  <a:srgbClr val="FFFFFF"/>
                </a:solidFill>
                <a:latin typeface="Segoe UI"/>
              </a:rPr>
              <a:t>Permissions Required</a:t>
            </a:r>
          </a:p>
        </p:txBody>
      </p:sp>
      <p:sp>
        <p:nvSpPr>
          <p:cNvPr id="62" name="PermBody"/>
          <p:cNvSpPr txBox="1"/>
          <p:nvPr/>
        </p:nvSpPr>
        <p:spPr>
          <a:xfrm>
            <a:off x="495300" y="3733538"/>
            <a:ext cx="5371800" cy="1561800"/>
          </a:xfrm>
          <a:prstGeom prst="rect">
            <a:avLst/>
          </a:prstGeom>
          <a:noFill/>
        </p:spPr>
        <p:txBody>
          <a:bodyPr wrap="square" lIns="91440" tIns="57150" rIns="91440" bIns="57150"/>
          <a:lstStyle/>
          <a:p>
            <a:pPr>
              <a:lnSpc>
                <a:spcPct val="115000"/>
              </a:lnSpc>
              <a:spcAft>
                <a:spcPts val="100"/>
              </a:spcAft>
            </a:pPr>
            <a:r>
              <a:rPr lang="en-GB" sz="950" b="1" dirty="0">
                <a:solidFill>
                  <a:srgbClr val="0761AD"/>
                </a:solidFill>
                <a:latin typeface="Segoe UI"/>
              </a:rPr>
              <a:t>Entra ID App Registration</a:t>
            </a:r>
          </a:p>
          <a:p>
            <a:pPr marL="228600">
              <a:lnSpc>
                <a:spcPct val="115000"/>
              </a:lnSpc>
              <a:spcAft>
                <a:spcPts val="80"/>
              </a:spcAft>
            </a:pPr>
            <a:r>
              <a:rPr lang="en-GB" sz="900" dirty="0">
                <a:solidFill>
                  <a:srgbClr val="444444"/>
                </a:solidFill>
                <a:latin typeface="Segoe UI"/>
              </a:rPr>
              <a:t>•  Dynamics CRM — user_impersonation (delegated)</a:t>
            </a:r>
          </a:p>
          <a:p>
            <a:pPr marL="228600">
              <a:lnSpc>
                <a:spcPct val="115000"/>
              </a:lnSpc>
              <a:spcAft>
                <a:spcPts val="150"/>
              </a:spcAft>
            </a:pPr>
            <a:r>
              <a:rPr lang="en-GB" sz="900" dirty="0">
                <a:solidFill>
                  <a:srgbClr val="444444"/>
                </a:solidFill>
                <a:latin typeface="Segoe UI"/>
              </a:rPr>
              <a:t>•  Admin consent granted by an Entra Global Admin or Privileged Role Admin</a:t>
            </a:r>
          </a:p>
          <a:p>
            <a:pPr>
              <a:lnSpc>
                <a:spcPct val="115000"/>
              </a:lnSpc>
              <a:spcAft>
                <a:spcPts val="100"/>
              </a:spcAft>
            </a:pPr>
            <a:r>
              <a:rPr lang="en-GB" sz="950" b="1" dirty="0">
                <a:solidFill>
                  <a:srgbClr val="0761AD"/>
                </a:solidFill>
                <a:latin typeface="Segoe UI"/>
              </a:rPr>
              <a:t>Application User in each Dataverse environment</a:t>
            </a:r>
          </a:p>
          <a:p>
            <a:pPr marL="228600">
              <a:lnSpc>
                <a:spcPct val="115000"/>
              </a:lnSpc>
              <a:spcAft>
                <a:spcPts val="80"/>
              </a:spcAft>
            </a:pPr>
            <a:r>
              <a:rPr lang="en-GB" sz="900" dirty="0">
                <a:solidFill>
                  <a:srgbClr val="444444"/>
                </a:solidFill>
                <a:latin typeface="Segoe UI"/>
              </a:rPr>
              <a:t>•  </a:t>
            </a:r>
            <a:r>
              <a:rPr lang="en-GB" sz="900" b="1" dirty="0">
                <a:solidFill>
                  <a:srgbClr val="C55A11"/>
                </a:solidFill>
                <a:latin typeface="Segoe UI"/>
              </a:rPr>
              <a:t>System Administrator</a:t>
            </a:r>
            <a:r>
              <a:rPr lang="en-GB" sz="900" dirty="0">
                <a:solidFill>
                  <a:srgbClr val="444444"/>
                </a:solidFill>
                <a:latin typeface="Segoe UI"/>
              </a:rPr>
              <a:t> security role (required for solution import/export)</a:t>
            </a:r>
          </a:p>
          <a:p>
            <a:pPr marL="228600">
              <a:lnSpc>
                <a:spcPct val="115000"/>
              </a:lnSpc>
            </a:pPr>
            <a:r>
              <a:rPr lang="en-GB" sz="900" dirty="0">
                <a:solidFill>
                  <a:srgbClr val="444444"/>
                </a:solidFill>
                <a:latin typeface="Segoe UI"/>
              </a:rPr>
              <a:t>•  Must be created in each environment individually (DEV, TEST, PROD)</a:t>
            </a:r>
          </a:p>
        </p:txBody>
      </p:sp>
      <p:sp>
        <p:nvSpPr>
          <p:cNvPr id="63" name="PACTip"/>
          <p:cNvSpPr/>
          <p:nvPr/>
        </p:nvSpPr>
        <p:spPr>
          <a:xfrm>
            <a:off x="6172200" y="5400151"/>
            <a:ext cx="5410200" cy="609600"/>
          </a:xfrm>
          <a:prstGeom prst="rect">
            <a:avLst/>
          </a:prstGeom>
          <a:solidFill>
            <a:srgbClr val="0F1F3D"/>
          </a:solidFill>
          <a:ln>
            <a:noFill/>
          </a:ln>
        </p:spPr>
        <p:txBody>
          <a:bodyPr wrap="square" lIns="182880" tIns="91440" rIns="182880" bIns="91440" anchor="ctr"/>
          <a:lstStyle/>
          <a:p>
            <a:r>
              <a:rPr lang="en-GB" sz="900" b="1" dirty="0">
                <a:solidFill>
                  <a:srgbClr val="00CBBB"/>
                </a:solidFill>
                <a:latin typeface="Segoe UI"/>
              </a:rPr>
              <a:t>PAC CLI shortcut: </a:t>
            </a:r>
            <a:r>
              <a:rPr lang="en-GB" sz="900" dirty="0">
                <a:solidFill>
                  <a:srgbClr val="5B9BD5"/>
                </a:solidFill>
                <a:latin typeface="Courier New"/>
              </a:rPr>
              <a:t>pac admin create-service-principal --environment &lt;id&gt;</a:t>
            </a:r>
            <a:r>
              <a:rPr lang="en-GB" sz="900" dirty="0">
                <a:solidFill>
                  <a:srgbClr val="AAAAAA"/>
                </a:solidFill>
                <a:latin typeface="Segoe UI"/>
              </a:rPr>
              <a:t>  — creates the Entra ID app registration and application user in one command</a:t>
            </a:r>
          </a:p>
        </p:txBody>
      </p:sp>
      <p:sp>
        <p:nvSpPr>
          <p:cNvPr id="32" name="St1Num"/>
          <p:cNvSpPr/>
          <p:nvPr/>
        </p:nvSpPr>
        <p:spPr>
          <a:xfrm>
            <a:off x="6096000" y="1877288"/>
            <a:ext cx="342900" cy="409575"/>
          </a:xfrm>
          <a:prstGeom prst="ellipse">
            <a:avLst/>
          </a:prstGeom>
          <a:solidFill>
            <a:srgbClr val="0761AD"/>
          </a:solidFill>
          <a:ln>
            <a:noFill/>
          </a:ln>
        </p:spPr>
        <p:txBody>
          <a:bodyPr anchor="ctr"/>
          <a:lstStyle/>
          <a:p>
            <a:pPr algn="ctr"/>
            <a:r>
              <a:rPr lang="en-GB" sz="1100" b="1" dirty="0">
                <a:solidFill>
                  <a:srgbClr val="FFFFFF"/>
                </a:solidFill>
                <a:latin typeface="Segoe UI Black"/>
              </a:rPr>
              <a:t>1</a:t>
            </a:r>
          </a:p>
        </p:txBody>
      </p:sp>
      <p:sp>
        <p:nvSpPr>
          <p:cNvPr id="33" name="St1Txt"/>
          <p:cNvSpPr txBox="1"/>
          <p:nvPr/>
        </p:nvSpPr>
        <p:spPr>
          <a:xfrm>
            <a:off x="6477000" y="1839188"/>
            <a:ext cx="4952700" cy="447675"/>
          </a:xfrm>
          <a:prstGeom prst="rect">
            <a:avLst/>
          </a:prstGeom>
          <a:noFill/>
        </p:spPr>
        <p:txBody>
          <a:bodyPr wrap="square" lIns="91440" tIns="45720" rIns="91440" bIns="45720" anchor="ctr"/>
          <a:lstStyle/>
          <a:p>
            <a:r>
              <a:rPr lang="en-GB" sz="1000" b="1" dirty="0">
                <a:solidFill>
                  <a:srgbClr val="0761AD"/>
                </a:solidFill>
                <a:latin typeface="Segoe UI"/>
              </a:rPr>
              <a:t>Register App in Microsoft Entra ID</a:t>
            </a:r>
            <a:r>
              <a:rPr lang="en-GB" sz="900" dirty="0">
                <a:solidFill>
                  <a:srgbClr val="666666"/>
                </a:solidFill>
                <a:latin typeface="Segoe UI"/>
              </a:rPr>
              <a:t>   Entra ID → App Registrations → New Registration. Note the </a:t>
            </a:r>
            <a:r>
              <a:rPr lang="en-GB" sz="900" b="1" dirty="0">
                <a:solidFill>
                  <a:srgbClr val="333333"/>
                </a:solidFill>
                <a:latin typeface="Segoe UI"/>
              </a:rPr>
              <a:t>Application (Client) ID</a:t>
            </a:r>
            <a:r>
              <a:rPr lang="en-GB" sz="900" dirty="0">
                <a:solidFill>
                  <a:srgbClr val="666666"/>
                </a:solidFill>
                <a:latin typeface="Segoe UI"/>
              </a:rPr>
              <a:t> and </a:t>
            </a:r>
            <a:r>
              <a:rPr lang="en-GB" sz="900" b="1" dirty="0">
                <a:solidFill>
                  <a:srgbClr val="333333"/>
                </a:solidFill>
                <a:latin typeface="Segoe UI"/>
              </a:rPr>
              <a:t>Tenant ID</a:t>
            </a:r>
          </a:p>
        </p:txBody>
      </p:sp>
      <p:sp>
        <p:nvSpPr>
          <p:cNvPr id="35" name="St2Num"/>
          <p:cNvSpPr/>
          <p:nvPr/>
        </p:nvSpPr>
        <p:spPr>
          <a:xfrm>
            <a:off x="6096000" y="2448825"/>
            <a:ext cx="342900" cy="409575"/>
          </a:xfrm>
          <a:prstGeom prst="ellipse">
            <a:avLst/>
          </a:prstGeom>
          <a:solidFill>
            <a:srgbClr val="0761AD"/>
          </a:solidFill>
          <a:ln>
            <a:noFill/>
          </a:ln>
        </p:spPr>
        <p:txBody>
          <a:bodyPr anchor="ctr"/>
          <a:lstStyle/>
          <a:p>
            <a:pPr algn="ctr"/>
            <a:r>
              <a:rPr lang="en-GB" sz="1100" b="1" dirty="0">
                <a:solidFill>
                  <a:srgbClr val="FFFFFF"/>
                </a:solidFill>
                <a:latin typeface="Segoe UI Black"/>
              </a:rPr>
              <a:t>2</a:t>
            </a:r>
          </a:p>
        </p:txBody>
      </p:sp>
      <p:sp>
        <p:nvSpPr>
          <p:cNvPr id="36" name="St2Txt"/>
          <p:cNvSpPr txBox="1"/>
          <p:nvPr/>
        </p:nvSpPr>
        <p:spPr>
          <a:xfrm>
            <a:off x="6477000" y="2410725"/>
            <a:ext cx="4952700" cy="447675"/>
          </a:xfrm>
          <a:prstGeom prst="rect">
            <a:avLst/>
          </a:prstGeom>
          <a:noFill/>
        </p:spPr>
        <p:txBody>
          <a:bodyPr wrap="square" lIns="91440" tIns="45720" rIns="91440" bIns="45720" anchor="ctr"/>
          <a:lstStyle/>
          <a:p>
            <a:r>
              <a:rPr lang="en-GB" sz="1000" b="1" dirty="0">
                <a:solidFill>
                  <a:srgbClr val="0761AD"/>
                </a:solidFill>
                <a:latin typeface="Segoe UI"/>
              </a:rPr>
              <a:t>Add a Client Secret or Certificate</a:t>
            </a:r>
            <a:r>
              <a:rPr lang="en-GB" sz="900" dirty="0">
                <a:solidFill>
                  <a:srgbClr val="666666"/>
                </a:solidFill>
                <a:latin typeface="Segoe UI"/>
              </a:rPr>
              <a:t>   Certificates &amp; Secrets tab. Store securely — note the </a:t>
            </a:r>
            <a:r>
              <a:rPr lang="en-GB" sz="900" b="1" dirty="0">
                <a:solidFill>
                  <a:srgbClr val="333333"/>
                </a:solidFill>
                <a:latin typeface="Segoe UI"/>
              </a:rPr>
              <a:t>Secret Value</a:t>
            </a:r>
            <a:r>
              <a:rPr lang="en-GB" sz="900" dirty="0">
                <a:solidFill>
                  <a:srgbClr val="666666"/>
                </a:solidFill>
                <a:latin typeface="Segoe UI"/>
              </a:rPr>
              <a:t> immediately (shown once only)</a:t>
            </a:r>
          </a:p>
        </p:txBody>
      </p:sp>
      <p:sp>
        <p:nvSpPr>
          <p:cNvPr id="38" name="St3Num"/>
          <p:cNvSpPr/>
          <p:nvPr/>
        </p:nvSpPr>
        <p:spPr>
          <a:xfrm>
            <a:off x="6096000" y="3042976"/>
            <a:ext cx="342900" cy="409575"/>
          </a:xfrm>
          <a:prstGeom prst="ellipse">
            <a:avLst/>
          </a:prstGeom>
          <a:solidFill>
            <a:srgbClr val="0761AD"/>
          </a:solidFill>
          <a:ln>
            <a:noFill/>
          </a:ln>
        </p:spPr>
        <p:txBody>
          <a:bodyPr anchor="ctr"/>
          <a:lstStyle/>
          <a:p>
            <a:pPr algn="ctr"/>
            <a:r>
              <a:rPr lang="en-GB" sz="1100" b="1" dirty="0">
                <a:solidFill>
                  <a:srgbClr val="FFFFFF"/>
                </a:solidFill>
                <a:latin typeface="Segoe UI Black"/>
              </a:rPr>
              <a:t>3</a:t>
            </a:r>
          </a:p>
        </p:txBody>
      </p:sp>
      <p:sp>
        <p:nvSpPr>
          <p:cNvPr id="39" name="St3Txt"/>
          <p:cNvSpPr txBox="1"/>
          <p:nvPr/>
        </p:nvSpPr>
        <p:spPr>
          <a:xfrm>
            <a:off x="6477000" y="3004876"/>
            <a:ext cx="4952700" cy="447675"/>
          </a:xfrm>
          <a:prstGeom prst="rect">
            <a:avLst/>
          </a:prstGeom>
          <a:noFill/>
        </p:spPr>
        <p:txBody>
          <a:bodyPr wrap="square" lIns="91440" tIns="45720" rIns="91440" bIns="45720" anchor="ctr"/>
          <a:lstStyle/>
          <a:p>
            <a:r>
              <a:rPr lang="en-GB" sz="1000" b="1" dirty="0">
                <a:solidFill>
                  <a:srgbClr val="0761AD"/>
                </a:solidFill>
                <a:latin typeface="Segoe UI"/>
              </a:rPr>
              <a:t>Grant Power Platform API Permissions</a:t>
            </a:r>
            <a:r>
              <a:rPr lang="en-GB" sz="900" dirty="0">
                <a:solidFill>
                  <a:srgbClr val="666666"/>
                </a:solidFill>
                <a:latin typeface="Segoe UI"/>
              </a:rPr>
              <a:t>   API Permissions → Add → </a:t>
            </a:r>
            <a:r>
              <a:rPr lang="en-GB" sz="900" b="1" dirty="0">
                <a:solidFill>
                  <a:srgbClr val="333333"/>
                </a:solidFill>
                <a:latin typeface="Segoe UI"/>
              </a:rPr>
              <a:t>Dynamics CRM</a:t>
            </a:r>
            <a:r>
              <a:rPr lang="en-GB" sz="900" dirty="0">
                <a:solidFill>
                  <a:srgbClr val="666666"/>
                </a:solidFill>
                <a:latin typeface="Segoe UI"/>
              </a:rPr>
              <a:t> → user_impersonation. Grant admin consent</a:t>
            </a:r>
          </a:p>
        </p:txBody>
      </p:sp>
      <p:sp>
        <p:nvSpPr>
          <p:cNvPr id="4" name="Div3">
            <a:extLst>
              <a:ext uri="{FF2B5EF4-FFF2-40B4-BE49-F238E27FC236}">
                <a16:creationId xmlns:a16="http://schemas.microsoft.com/office/drawing/2014/main" id="{836A7C51-09A1-C7FF-415F-66BF86014047}"/>
              </a:ext>
            </a:extLst>
          </p:cNvPr>
          <p:cNvSpPr/>
          <p:nvPr/>
        </p:nvSpPr>
        <p:spPr>
          <a:xfrm>
            <a:off x="6019800" y="3571613"/>
            <a:ext cx="5638800" cy="9525"/>
          </a:xfrm>
          <a:prstGeom prst="rect">
            <a:avLst/>
          </a:prstGeom>
          <a:solidFill>
            <a:srgbClr val="D0E4F5"/>
          </a:solidFill>
          <a:ln>
            <a:noFill/>
          </a:ln>
        </p:spPr>
        <p:txBody>
          <a:bodyPr/>
          <a:lstStyle/>
          <a:p>
            <a:endParaRPr/>
          </a:p>
        </p:txBody>
      </p:sp>
      <p:sp>
        <p:nvSpPr>
          <p:cNvPr id="5" name="Div3">
            <a:extLst>
              <a:ext uri="{FF2B5EF4-FFF2-40B4-BE49-F238E27FC236}">
                <a16:creationId xmlns:a16="http://schemas.microsoft.com/office/drawing/2014/main" id="{8D203DD5-62B7-382E-6040-21F0BE84BA78}"/>
              </a:ext>
            </a:extLst>
          </p:cNvPr>
          <p:cNvSpPr/>
          <p:nvPr/>
        </p:nvSpPr>
        <p:spPr>
          <a:xfrm>
            <a:off x="6018600" y="2929837"/>
            <a:ext cx="5638800" cy="9525"/>
          </a:xfrm>
          <a:prstGeom prst="rect">
            <a:avLst/>
          </a:prstGeom>
          <a:solidFill>
            <a:srgbClr val="D0E4F5"/>
          </a:solidFill>
          <a:ln>
            <a:noFill/>
          </a:ln>
        </p:spPr>
        <p:txBody>
          <a:bodyPr/>
          <a:lstStyle/>
          <a:p>
            <a:endParaRPr/>
          </a:p>
        </p:txBody>
      </p:sp>
      <p:sp>
        <p:nvSpPr>
          <p:cNvPr id="7" name="Div3">
            <a:extLst>
              <a:ext uri="{FF2B5EF4-FFF2-40B4-BE49-F238E27FC236}">
                <a16:creationId xmlns:a16="http://schemas.microsoft.com/office/drawing/2014/main" id="{6FF5A609-9C0F-2EA0-D69C-7B43D93EF273}"/>
              </a:ext>
            </a:extLst>
          </p:cNvPr>
          <p:cNvSpPr/>
          <p:nvPr/>
        </p:nvSpPr>
        <p:spPr>
          <a:xfrm>
            <a:off x="6018600" y="2344050"/>
            <a:ext cx="5638800" cy="9525"/>
          </a:xfrm>
          <a:prstGeom prst="rect">
            <a:avLst/>
          </a:prstGeom>
          <a:solidFill>
            <a:srgbClr val="D0E4F5"/>
          </a:solidFill>
          <a:ln>
            <a:noFill/>
          </a:ln>
        </p:spPr>
        <p:txBody>
          <a:bodyPr/>
          <a:lstStyle/>
          <a:p>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dirty="0"/>
              <a:t>Lab 1: Export Pipeline</a:t>
            </a:r>
          </a:p>
        </p:txBody>
      </p:sp>
      <p:sp>
        <p:nvSpPr>
          <p:cNvPr id="10" name="SceneBg"/>
          <p:cNvSpPr/>
          <p:nvPr/>
        </p:nvSpPr>
        <p:spPr>
          <a:xfrm>
            <a:off x="457200" y="914400"/>
            <a:ext cx="11277600" cy="457200"/>
          </a:xfrm>
          <a:prstGeom prst="rect">
            <a:avLst/>
          </a:prstGeom>
          <a:solidFill>
            <a:srgbClr val="0F1F3D"/>
          </a:solidFill>
          <a:ln>
            <a:noFill/>
          </a:ln>
        </p:spPr>
        <p:txBody>
          <a:bodyPr/>
          <a:lstStyle/>
          <a:p>
            <a:endParaRPr/>
          </a:p>
        </p:txBody>
      </p:sp>
      <p:sp>
        <p:nvSpPr>
          <p:cNvPr id="11" name="SceneAcc"/>
          <p:cNvSpPr/>
          <p:nvPr/>
        </p:nvSpPr>
        <p:spPr>
          <a:xfrm>
            <a:off x="457200" y="914400"/>
            <a:ext cx="57150" cy="457200"/>
          </a:xfrm>
          <a:prstGeom prst="rect">
            <a:avLst/>
          </a:prstGeom>
          <a:solidFill>
            <a:srgbClr val="00CBBB"/>
          </a:solidFill>
          <a:ln>
            <a:noFill/>
          </a:ln>
        </p:spPr>
        <p:txBody>
          <a:bodyPr/>
          <a:lstStyle/>
          <a:p>
            <a:endParaRPr/>
          </a:p>
        </p:txBody>
      </p:sp>
      <p:sp>
        <p:nvSpPr>
          <p:cNvPr id="12" name="SceneTxt"/>
          <p:cNvSpPr txBox="1"/>
          <p:nvPr/>
        </p:nvSpPr>
        <p:spPr>
          <a:xfrm>
            <a:off x="571500" y="914400"/>
            <a:ext cx="11163300" cy="457200"/>
          </a:xfrm>
          <a:prstGeom prst="rect">
            <a:avLst/>
          </a:prstGeom>
          <a:noFill/>
        </p:spPr>
        <p:txBody>
          <a:bodyPr wrap="square" lIns="91440" tIns="57150" rIns="91440" bIns="57150" anchor="ctr"/>
          <a:lstStyle/>
          <a:p>
            <a:r>
              <a:rPr lang="en-GB" sz="1100" dirty="0">
                <a:solidFill>
                  <a:srgbClr val="AAAAAA"/>
                </a:solidFill>
                <a:latin typeface="Segoe UI"/>
              </a:rPr>
              <a:t>In this lab you will build a pipeline that automatically captures your Power Platform work — exporting both managed and unmanaged solution packages from your DEV environment, converting them to readable source files, and committing it to a feature branch so it can be reviewed and merged like any other code.</a:t>
            </a:r>
          </a:p>
        </p:txBody>
      </p:sp>
      <p:sp>
        <p:nvSpPr>
          <p:cNvPr id="20" name="DiagStrip"/>
          <p:cNvSpPr/>
          <p:nvPr/>
        </p:nvSpPr>
        <p:spPr>
          <a:xfrm>
            <a:off x="457200" y="1628775"/>
            <a:ext cx="11277600" cy="1927502"/>
          </a:xfrm>
          <a:prstGeom prst="rect">
            <a:avLst/>
          </a:prstGeom>
          <a:solidFill>
            <a:srgbClr val="F2F7FF"/>
          </a:solidFill>
          <a:ln w="9525">
            <a:solidFill>
              <a:srgbClr val="D0E4F5"/>
            </a:solidFill>
          </a:ln>
        </p:spPr>
        <p:txBody>
          <a:bodyPr/>
          <a:lstStyle/>
          <a:p>
            <a:endParaRPr/>
          </a:p>
        </p:txBody>
      </p:sp>
      <p:sp>
        <p:nvSpPr>
          <p:cNvPr id="21" name="PipeLabel"/>
          <p:cNvSpPr txBox="1"/>
          <p:nvPr/>
        </p:nvSpPr>
        <p:spPr>
          <a:xfrm>
            <a:off x="457200" y="1628775"/>
            <a:ext cx="11277600" cy="266700"/>
          </a:xfrm>
          <a:prstGeom prst="rect">
            <a:avLst/>
          </a:prstGeom>
          <a:solidFill>
            <a:srgbClr val="0761AD"/>
          </a:solidFill>
          <a:ln>
            <a:noFill/>
          </a:ln>
        </p:spPr>
        <p:txBody>
          <a:bodyPr lIns="228600" anchor="ctr"/>
          <a:lstStyle/>
          <a:p>
            <a:r>
              <a:rPr lang="en-GB" sz="1000" b="1" dirty="0">
                <a:solidFill>
                  <a:srgbClr val="FFFFFF"/>
                </a:solidFill>
                <a:latin typeface="Segoe UI"/>
              </a:rPr>
              <a:t>Azure DevOps Pipeline</a:t>
            </a:r>
            <a:r>
              <a:rPr lang="en-GB" sz="900" dirty="0">
                <a:solidFill>
                  <a:srgbClr val="AAAAAA"/>
                </a:solidFill>
                <a:latin typeface="Segoe UI"/>
              </a:rPr>
              <a:t>   —   triggered manually or on a schedule, runs on a Windows agent, authenticates as a Service Principal</a:t>
            </a:r>
          </a:p>
        </p:txBody>
      </p:sp>
      <p:sp>
        <p:nvSpPr>
          <p:cNvPr id="30" name="N1Bg"/>
          <p:cNvSpPr/>
          <p:nvPr/>
        </p:nvSpPr>
        <p:spPr>
          <a:xfrm>
            <a:off x="990600" y="1971675"/>
            <a:ext cx="1257300" cy="1257300"/>
          </a:xfrm>
          <a:prstGeom prst="rect">
            <a:avLst/>
          </a:prstGeom>
          <a:solidFill>
            <a:srgbClr val="FFFFFF"/>
          </a:solidFill>
          <a:ln w="19050">
            <a:solidFill>
              <a:srgbClr val="00CBBB"/>
            </a:solidFill>
          </a:ln>
        </p:spPr>
        <p:txBody>
          <a:bodyPr anchor="ctr"/>
          <a:lstStyle/>
          <a:p>
            <a:pPr algn="ctr"/>
            <a:r>
              <a:rPr lang="en-GB" sz="2200" dirty="0">
                <a:solidFill>
                  <a:srgbClr val="00CBBB"/>
                </a:solidFill>
                <a:latin typeface="Segoe UI"/>
              </a:rPr>
              <a:t>🧑‍💻</a:t>
            </a:r>
          </a:p>
          <a:p>
            <a:pPr algn="ctr"/>
            <a:r>
              <a:rPr lang="en-GB" sz="1050" b="1" dirty="0">
                <a:solidFill>
                  <a:srgbClr val="00CBBB"/>
                </a:solidFill>
                <a:latin typeface="Segoe UI"/>
              </a:rPr>
              <a:t>Developer</a:t>
            </a:r>
          </a:p>
          <a:p>
            <a:pPr algn="ctr"/>
            <a:r>
              <a:rPr lang="en-GB" sz="900" i="1" dirty="0">
                <a:solidFill>
                  <a:srgbClr val="888888"/>
                </a:solidFill>
                <a:latin typeface="Segoe UI"/>
              </a:rPr>
              <a:t>triggers pipeline</a:t>
            </a:r>
          </a:p>
        </p:txBody>
      </p:sp>
      <p:sp>
        <p:nvSpPr>
          <p:cNvPr id="31" name="A1"/>
          <p:cNvSpPr/>
          <p:nvPr/>
        </p:nvSpPr>
        <p:spPr>
          <a:xfrm>
            <a:off x="2247900" y="2600325"/>
            <a:ext cx="533400" cy="0"/>
          </a:xfrm>
          <a:prstGeom prst="line">
            <a:avLst/>
          </a:prstGeom>
          <a:noFill/>
          <a:ln w="28575">
            <a:solidFill>
              <a:srgbClr val="1A87CD"/>
            </a:solidFill>
            <a:tailEnd type="arrow" w="med" len="med"/>
          </a:ln>
        </p:spPr>
        <p:txBody>
          <a:bodyPr/>
          <a:lstStyle/>
          <a:p>
            <a:endParaRPr/>
          </a:p>
        </p:txBody>
      </p:sp>
      <p:sp>
        <p:nvSpPr>
          <p:cNvPr id="32" name="N2Bg"/>
          <p:cNvSpPr/>
          <p:nvPr/>
        </p:nvSpPr>
        <p:spPr>
          <a:xfrm>
            <a:off x="2781300" y="1971675"/>
            <a:ext cx="1257300" cy="1257300"/>
          </a:xfrm>
          <a:prstGeom prst="rect">
            <a:avLst/>
          </a:prstGeom>
          <a:solidFill>
            <a:srgbClr val="EBF5FB"/>
          </a:solidFill>
          <a:ln w="19050">
            <a:solidFill>
              <a:srgbClr val="1A87CD"/>
            </a:solidFill>
          </a:ln>
        </p:spPr>
        <p:txBody>
          <a:bodyPr anchor="ctr"/>
          <a:lstStyle/>
          <a:p>
            <a:pPr algn="ctr"/>
            <a:r>
              <a:rPr lang="en-GB" sz="2200" dirty="0">
                <a:solidFill>
                  <a:srgbClr val="1A87CD"/>
                </a:solidFill>
                <a:latin typeface="Segoe UI"/>
              </a:rPr>
              <a:t>📦</a:t>
            </a:r>
          </a:p>
          <a:p>
            <a:pPr algn="ctr"/>
            <a:r>
              <a:rPr lang="en-GB" sz="1050" b="1" dirty="0">
                <a:solidFill>
                  <a:srgbClr val="1A87CD"/>
                </a:solidFill>
                <a:latin typeface="Segoe UI"/>
              </a:rPr>
              <a:t>DEV Environment</a:t>
            </a:r>
          </a:p>
          <a:p>
            <a:pPr algn="ctr"/>
            <a:r>
              <a:rPr lang="en-GB" sz="900" i="1" dirty="0">
                <a:solidFill>
                  <a:srgbClr val="888888"/>
                </a:solidFill>
                <a:latin typeface="Segoe UI"/>
              </a:rPr>
              <a:t>exported: managed + unmanaged (PackageType: Both)</a:t>
            </a:r>
          </a:p>
        </p:txBody>
      </p:sp>
      <p:sp>
        <p:nvSpPr>
          <p:cNvPr id="33" name="A2"/>
          <p:cNvSpPr/>
          <p:nvPr/>
        </p:nvSpPr>
        <p:spPr>
          <a:xfrm>
            <a:off x="4038600" y="2600325"/>
            <a:ext cx="533400" cy="0"/>
          </a:xfrm>
          <a:prstGeom prst="line">
            <a:avLst/>
          </a:prstGeom>
          <a:noFill/>
          <a:ln w="28575">
            <a:solidFill>
              <a:srgbClr val="1A87CD"/>
            </a:solidFill>
            <a:tailEnd type="arrow" w="med" len="med"/>
          </a:ln>
        </p:spPr>
        <p:txBody>
          <a:bodyPr/>
          <a:lstStyle/>
          <a:p>
            <a:endParaRPr/>
          </a:p>
        </p:txBody>
      </p:sp>
      <p:sp>
        <p:nvSpPr>
          <p:cNvPr id="34" name="N3Bg"/>
          <p:cNvSpPr/>
          <p:nvPr/>
        </p:nvSpPr>
        <p:spPr>
          <a:xfrm>
            <a:off x="4571700" y="1971675"/>
            <a:ext cx="1257300" cy="1257300"/>
          </a:xfrm>
          <a:prstGeom prst="rect">
            <a:avLst/>
          </a:prstGeom>
          <a:solidFill>
            <a:srgbClr val="EBF5FB"/>
          </a:solidFill>
          <a:ln w="19050">
            <a:solidFill>
              <a:srgbClr val="0761AD"/>
            </a:solidFill>
          </a:ln>
        </p:spPr>
        <p:txBody>
          <a:bodyPr anchor="ctr"/>
          <a:lstStyle/>
          <a:p>
            <a:pPr algn="ctr"/>
            <a:r>
              <a:rPr lang="en-GB" sz="2200" dirty="0">
                <a:solidFill>
                  <a:srgbClr val="0761AD"/>
                </a:solidFill>
                <a:latin typeface="Segoe UI"/>
              </a:rPr>
              <a:t>📂</a:t>
            </a:r>
          </a:p>
          <a:p>
            <a:pPr algn="ctr"/>
            <a:r>
              <a:rPr lang="en-GB" sz="1050" b="1" dirty="0">
                <a:solidFill>
                  <a:srgbClr val="0761AD"/>
                </a:solidFill>
                <a:latin typeface="Segoe UI"/>
              </a:rPr>
              <a:t>Unpack</a:t>
            </a:r>
          </a:p>
          <a:p>
            <a:pPr algn="ctr"/>
            <a:r>
              <a:rPr lang="en-GB" sz="900" i="1" dirty="0">
                <a:solidFill>
                  <a:srgbClr val="888888"/>
                </a:solidFill>
                <a:latin typeface="Segoe UI"/>
              </a:rPr>
              <a:t>zip → readable source files</a:t>
            </a:r>
          </a:p>
        </p:txBody>
      </p:sp>
      <p:sp>
        <p:nvSpPr>
          <p:cNvPr id="35" name="A3"/>
          <p:cNvSpPr/>
          <p:nvPr/>
        </p:nvSpPr>
        <p:spPr>
          <a:xfrm>
            <a:off x="5829000" y="2600325"/>
            <a:ext cx="533400" cy="0"/>
          </a:xfrm>
          <a:prstGeom prst="line">
            <a:avLst/>
          </a:prstGeom>
          <a:noFill/>
          <a:ln w="28575">
            <a:solidFill>
              <a:srgbClr val="0761AD"/>
            </a:solidFill>
            <a:tailEnd type="arrow" w="med" len="med"/>
          </a:ln>
        </p:spPr>
        <p:txBody>
          <a:bodyPr/>
          <a:lstStyle/>
          <a:p>
            <a:endParaRPr/>
          </a:p>
        </p:txBody>
      </p:sp>
      <p:sp>
        <p:nvSpPr>
          <p:cNvPr id="36" name="N4Bg"/>
          <p:cNvSpPr/>
          <p:nvPr/>
        </p:nvSpPr>
        <p:spPr>
          <a:xfrm>
            <a:off x="6362400" y="1971675"/>
            <a:ext cx="1257300" cy="1257300"/>
          </a:xfrm>
          <a:prstGeom prst="rect">
            <a:avLst/>
          </a:prstGeom>
          <a:solidFill>
            <a:srgbClr val="EBF5FB"/>
          </a:solidFill>
          <a:ln w="19050">
            <a:solidFill>
              <a:srgbClr val="0761AD"/>
            </a:solidFill>
          </a:ln>
        </p:spPr>
        <p:txBody>
          <a:bodyPr anchor="ctr"/>
          <a:lstStyle/>
          <a:p>
            <a:pPr algn="ctr"/>
            <a:r>
              <a:rPr lang="en-GB" sz="2200" dirty="0">
                <a:solidFill>
                  <a:srgbClr val="0761AD"/>
                </a:solidFill>
                <a:latin typeface="Segoe UI"/>
              </a:rPr>
              <a:t>📝</a:t>
            </a:r>
          </a:p>
          <a:p>
            <a:pPr algn="ctr"/>
            <a:r>
              <a:rPr lang="en-GB" sz="1050" b="1" dirty="0">
                <a:solidFill>
                  <a:srgbClr val="0761AD"/>
                </a:solidFill>
                <a:latin typeface="Segoe UI"/>
              </a:rPr>
              <a:t>Commit to Git</a:t>
            </a:r>
          </a:p>
          <a:p>
            <a:pPr algn="ctr"/>
            <a:r>
              <a:rPr lang="en-GB" sz="900" i="1" dirty="0">
                <a:solidFill>
                  <a:srgbClr val="888888"/>
                </a:solidFill>
                <a:latin typeface="Segoe UI"/>
              </a:rPr>
              <a:t>feature branch, not main</a:t>
            </a:r>
          </a:p>
        </p:txBody>
      </p:sp>
      <p:sp>
        <p:nvSpPr>
          <p:cNvPr id="37" name="A4"/>
          <p:cNvSpPr/>
          <p:nvPr/>
        </p:nvSpPr>
        <p:spPr>
          <a:xfrm>
            <a:off x="7619700" y="2600325"/>
            <a:ext cx="533400" cy="0"/>
          </a:xfrm>
          <a:prstGeom prst="line">
            <a:avLst/>
          </a:prstGeom>
          <a:noFill/>
          <a:ln w="28575">
            <a:solidFill>
              <a:srgbClr val="0F3460"/>
            </a:solidFill>
            <a:tailEnd type="arrow" w="med" len="med"/>
          </a:ln>
        </p:spPr>
        <p:txBody>
          <a:bodyPr/>
          <a:lstStyle/>
          <a:p>
            <a:endParaRPr/>
          </a:p>
        </p:txBody>
      </p:sp>
      <p:sp>
        <p:nvSpPr>
          <p:cNvPr id="38" name="N5Bg"/>
          <p:cNvSpPr/>
          <p:nvPr/>
        </p:nvSpPr>
        <p:spPr>
          <a:xfrm>
            <a:off x="8153100" y="1971675"/>
            <a:ext cx="1257300" cy="1257300"/>
          </a:xfrm>
          <a:prstGeom prst="rect">
            <a:avLst/>
          </a:prstGeom>
          <a:solidFill>
            <a:srgbClr val="F2F7FF"/>
          </a:solidFill>
          <a:ln w="19050">
            <a:solidFill>
              <a:srgbClr val="0F3460"/>
            </a:solidFill>
          </a:ln>
        </p:spPr>
        <p:txBody>
          <a:bodyPr anchor="ctr"/>
          <a:lstStyle/>
          <a:p>
            <a:pPr algn="ctr"/>
            <a:r>
              <a:rPr lang="en-GB" sz="2200" dirty="0">
                <a:solidFill>
                  <a:srgbClr val="0F3460"/>
                </a:solidFill>
                <a:latin typeface="Segoe UI"/>
              </a:rPr>
              <a:t>🔍</a:t>
            </a:r>
          </a:p>
          <a:p>
            <a:pPr algn="ctr"/>
            <a:r>
              <a:rPr lang="en-GB" sz="1050" b="1" dirty="0">
                <a:solidFill>
                  <a:srgbClr val="0F3460"/>
                </a:solidFill>
                <a:latin typeface="Segoe UI"/>
              </a:rPr>
              <a:t>Pull Request</a:t>
            </a:r>
          </a:p>
          <a:p>
            <a:pPr algn="ctr"/>
            <a:r>
              <a:rPr lang="en-GB" sz="900" i="1" dirty="0">
                <a:solidFill>
                  <a:srgbClr val="888888"/>
                </a:solidFill>
                <a:latin typeface="Segoe UI"/>
              </a:rPr>
              <a:t>ready for team review</a:t>
            </a:r>
          </a:p>
        </p:txBody>
      </p:sp>
      <p:sp>
        <p:nvSpPr>
          <p:cNvPr id="39" name="A5"/>
          <p:cNvSpPr/>
          <p:nvPr/>
        </p:nvSpPr>
        <p:spPr>
          <a:xfrm>
            <a:off x="9410400" y="2600325"/>
            <a:ext cx="533400" cy="0"/>
          </a:xfrm>
          <a:prstGeom prst="line">
            <a:avLst/>
          </a:prstGeom>
          <a:noFill/>
          <a:ln w="28575">
            <a:solidFill>
              <a:srgbClr val="0F3460"/>
            </a:solidFill>
            <a:tailEnd type="arrow" w="med" len="med"/>
          </a:ln>
        </p:spPr>
        <p:txBody>
          <a:bodyPr/>
          <a:lstStyle/>
          <a:p>
            <a:endParaRPr/>
          </a:p>
        </p:txBody>
      </p:sp>
      <p:sp>
        <p:nvSpPr>
          <p:cNvPr id="40" name="N6Bg"/>
          <p:cNvSpPr/>
          <p:nvPr/>
        </p:nvSpPr>
        <p:spPr>
          <a:xfrm>
            <a:off x="9943800" y="1971675"/>
            <a:ext cx="1257300" cy="1257300"/>
          </a:xfrm>
          <a:prstGeom prst="rect">
            <a:avLst/>
          </a:prstGeom>
          <a:solidFill>
            <a:srgbClr val="E8F8F7"/>
          </a:solidFill>
          <a:ln w="25400">
            <a:solidFill>
              <a:srgbClr val="00CBBB"/>
            </a:solidFill>
          </a:ln>
        </p:spPr>
        <p:txBody>
          <a:bodyPr anchor="ctr"/>
          <a:lstStyle/>
          <a:p>
            <a:pPr algn="ctr"/>
            <a:r>
              <a:rPr lang="en-GB" sz="2200" dirty="0">
                <a:solidFill>
                  <a:srgbClr val="00CBBB"/>
                </a:solidFill>
                <a:latin typeface="Segoe UI"/>
              </a:rPr>
              <a:t>✅</a:t>
            </a:r>
          </a:p>
          <a:p>
            <a:pPr algn="ctr"/>
            <a:r>
              <a:rPr lang="en-GB" sz="1050" b="1" dirty="0">
                <a:solidFill>
                  <a:srgbClr val="00867C"/>
                </a:solidFill>
                <a:latin typeface="Segoe UI"/>
              </a:rPr>
              <a:t>In Source Control</a:t>
            </a:r>
          </a:p>
          <a:p>
            <a:pPr algn="ctr"/>
            <a:r>
              <a:rPr lang="en-GB" sz="900" i="1" dirty="0">
                <a:solidFill>
                  <a:srgbClr val="888888"/>
                </a:solidFill>
                <a:latin typeface="Segoe UI"/>
              </a:rPr>
              <a:t>work is safe &amp; reviewable</a:t>
            </a:r>
          </a:p>
        </p:txBody>
      </p:sp>
      <p:sp>
        <p:nvSpPr>
          <p:cNvPr id="50" name="C1Bg"/>
          <p:cNvSpPr/>
          <p:nvPr/>
        </p:nvSpPr>
        <p:spPr>
          <a:xfrm>
            <a:off x="457200" y="4080152"/>
            <a:ext cx="3619800" cy="2057400"/>
          </a:xfrm>
          <a:prstGeom prst="rect">
            <a:avLst/>
          </a:prstGeom>
          <a:solidFill>
            <a:srgbClr val="FFFFFF"/>
          </a:solidFill>
          <a:ln w="9525">
            <a:solidFill>
              <a:srgbClr val="D0E4F5"/>
            </a:solidFill>
          </a:ln>
        </p:spPr>
        <p:txBody>
          <a:bodyPr/>
          <a:lstStyle/>
          <a:p>
            <a:endParaRPr/>
          </a:p>
        </p:txBody>
      </p:sp>
      <p:sp>
        <p:nvSpPr>
          <p:cNvPr id="51" name="C1Acc"/>
          <p:cNvSpPr/>
          <p:nvPr/>
        </p:nvSpPr>
        <p:spPr>
          <a:xfrm>
            <a:off x="457200" y="4080152"/>
            <a:ext cx="38100" cy="2057400"/>
          </a:xfrm>
          <a:prstGeom prst="rect">
            <a:avLst/>
          </a:prstGeom>
          <a:solidFill>
            <a:srgbClr val="1A87CD"/>
          </a:solidFill>
          <a:ln>
            <a:noFill/>
          </a:ln>
        </p:spPr>
        <p:txBody>
          <a:bodyPr/>
          <a:lstStyle/>
          <a:p>
            <a:endParaRPr/>
          </a:p>
        </p:txBody>
      </p:sp>
      <p:sp>
        <p:nvSpPr>
          <p:cNvPr id="52" name="C1Txt"/>
          <p:cNvSpPr txBox="1"/>
          <p:nvPr/>
        </p:nvSpPr>
        <p:spPr>
          <a:xfrm>
            <a:off x="533400" y="4080152"/>
            <a:ext cx="3505500" cy="2057400"/>
          </a:xfrm>
          <a:prstGeom prst="rect">
            <a:avLst/>
          </a:prstGeom>
          <a:noFill/>
        </p:spPr>
        <p:txBody>
          <a:bodyPr wrap="square" lIns="114300" tIns="114300" rIns="114300" bIns="114300"/>
          <a:lstStyle/>
          <a:p>
            <a:pPr>
              <a:spcAft>
                <a:spcPts val="200"/>
              </a:spcAft>
            </a:pPr>
            <a:r>
              <a:rPr lang="en-GB" sz="1100" b="1" dirty="0">
                <a:solidFill>
                  <a:srgbClr val="1A87CD"/>
                </a:solidFill>
                <a:latin typeface="Segoe UI"/>
              </a:rPr>
              <a:t>📤  Why export both?</a:t>
            </a:r>
          </a:p>
          <a:p>
            <a:pPr>
              <a:lnSpc>
                <a:spcPct val="120000"/>
              </a:lnSpc>
              <a:spcAft>
                <a:spcPts val="150"/>
              </a:spcAft>
            </a:pPr>
            <a:r>
              <a:rPr lang="en-GB" sz="1000" dirty="0">
                <a:solidFill>
                  <a:srgbClr val="444444"/>
                </a:solidFill>
                <a:latin typeface="Segoe UI"/>
              </a:rPr>
              <a:t>The pipeline exports both in a single step using PackageType: Both. The solutions are unpacked into source files and committed to Git — these become your source of truth in version control.</a:t>
            </a:r>
          </a:p>
        </p:txBody>
      </p:sp>
      <p:sp>
        <p:nvSpPr>
          <p:cNvPr id="53" name="C2Bg"/>
          <p:cNvSpPr/>
          <p:nvPr/>
        </p:nvSpPr>
        <p:spPr>
          <a:xfrm>
            <a:off x="4286100" y="4080152"/>
            <a:ext cx="3619800" cy="2057400"/>
          </a:xfrm>
          <a:prstGeom prst="rect">
            <a:avLst/>
          </a:prstGeom>
          <a:solidFill>
            <a:srgbClr val="FFFFFF"/>
          </a:solidFill>
          <a:ln w="9525">
            <a:solidFill>
              <a:srgbClr val="D0E4F5"/>
            </a:solidFill>
          </a:ln>
        </p:spPr>
        <p:txBody>
          <a:bodyPr/>
          <a:lstStyle/>
          <a:p>
            <a:endParaRPr/>
          </a:p>
        </p:txBody>
      </p:sp>
      <p:sp>
        <p:nvSpPr>
          <p:cNvPr id="54" name="C2Acc"/>
          <p:cNvSpPr/>
          <p:nvPr/>
        </p:nvSpPr>
        <p:spPr>
          <a:xfrm>
            <a:off x="4286100" y="4080152"/>
            <a:ext cx="38100" cy="2057400"/>
          </a:xfrm>
          <a:prstGeom prst="rect">
            <a:avLst/>
          </a:prstGeom>
          <a:solidFill>
            <a:srgbClr val="0761AD"/>
          </a:solidFill>
          <a:ln>
            <a:noFill/>
          </a:ln>
        </p:spPr>
        <p:txBody>
          <a:bodyPr/>
          <a:lstStyle/>
          <a:p>
            <a:endParaRPr/>
          </a:p>
        </p:txBody>
      </p:sp>
      <p:sp>
        <p:nvSpPr>
          <p:cNvPr id="55" name="C2Txt"/>
          <p:cNvSpPr txBox="1"/>
          <p:nvPr/>
        </p:nvSpPr>
        <p:spPr>
          <a:xfrm>
            <a:off x="4362300" y="4080152"/>
            <a:ext cx="3505500" cy="2057400"/>
          </a:xfrm>
          <a:prstGeom prst="rect">
            <a:avLst/>
          </a:prstGeom>
          <a:noFill/>
        </p:spPr>
        <p:txBody>
          <a:bodyPr wrap="square" lIns="114300" tIns="114300" rIns="114300" bIns="114300"/>
          <a:lstStyle/>
          <a:p>
            <a:pPr>
              <a:spcAft>
                <a:spcPts val="200"/>
              </a:spcAft>
            </a:pPr>
            <a:r>
              <a:rPr lang="en-GB" sz="1100" b="1" dirty="0">
                <a:solidFill>
                  <a:srgbClr val="0761AD"/>
                </a:solidFill>
                <a:latin typeface="Segoe UI"/>
              </a:rPr>
              <a:t>📂  Why unpack?</a:t>
            </a:r>
          </a:p>
          <a:p>
            <a:pPr>
              <a:lnSpc>
                <a:spcPct val="120000"/>
              </a:lnSpc>
              <a:spcAft>
                <a:spcPts val="150"/>
              </a:spcAft>
            </a:pPr>
            <a:r>
              <a:rPr lang="en-GB" sz="1000" dirty="0">
                <a:solidFill>
                  <a:srgbClr val="444444"/>
                </a:solidFill>
                <a:latin typeface="Segoe UI"/>
              </a:rPr>
              <a:t>A raw solution export is a single zip file. Git cannot diff a zip — it just sees a binary blob that has changed. Unpacking explodes that zip into individual YAML and XML files, one per component.</a:t>
            </a:r>
          </a:p>
          <a:p>
            <a:pPr>
              <a:lnSpc>
                <a:spcPct val="120000"/>
              </a:lnSpc>
            </a:pPr>
            <a:r>
              <a:rPr lang="en-GB" sz="1000" dirty="0">
                <a:solidFill>
                  <a:srgbClr val="444444"/>
                </a:solidFill>
                <a:latin typeface="Segoe UI"/>
              </a:rPr>
              <a:t>Now Git can show exactly which flows, tables, or forms changed — making pull request reviews meaningful.</a:t>
            </a:r>
          </a:p>
        </p:txBody>
      </p:sp>
      <p:sp>
        <p:nvSpPr>
          <p:cNvPr id="56" name="C3Bg"/>
          <p:cNvSpPr/>
          <p:nvPr/>
        </p:nvSpPr>
        <p:spPr>
          <a:xfrm>
            <a:off x="8115000" y="4080152"/>
            <a:ext cx="3619800" cy="2057400"/>
          </a:xfrm>
          <a:prstGeom prst="rect">
            <a:avLst/>
          </a:prstGeom>
          <a:solidFill>
            <a:srgbClr val="FFFFFF"/>
          </a:solidFill>
          <a:ln w="9525">
            <a:solidFill>
              <a:srgbClr val="D0E4F5"/>
            </a:solidFill>
          </a:ln>
        </p:spPr>
        <p:txBody>
          <a:bodyPr/>
          <a:lstStyle/>
          <a:p>
            <a:endParaRPr/>
          </a:p>
        </p:txBody>
      </p:sp>
      <p:sp>
        <p:nvSpPr>
          <p:cNvPr id="57" name="C3Acc"/>
          <p:cNvSpPr/>
          <p:nvPr/>
        </p:nvSpPr>
        <p:spPr>
          <a:xfrm>
            <a:off x="8115000" y="4080152"/>
            <a:ext cx="38100" cy="2057400"/>
          </a:xfrm>
          <a:prstGeom prst="rect">
            <a:avLst/>
          </a:prstGeom>
          <a:solidFill>
            <a:srgbClr val="0F3460"/>
          </a:solidFill>
          <a:ln>
            <a:noFill/>
          </a:ln>
        </p:spPr>
        <p:txBody>
          <a:bodyPr/>
          <a:lstStyle/>
          <a:p>
            <a:endParaRPr/>
          </a:p>
        </p:txBody>
      </p:sp>
      <p:sp>
        <p:nvSpPr>
          <p:cNvPr id="58" name="C3Txt"/>
          <p:cNvSpPr txBox="1"/>
          <p:nvPr/>
        </p:nvSpPr>
        <p:spPr>
          <a:xfrm>
            <a:off x="8191200" y="4080152"/>
            <a:ext cx="3505500" cy="2057400"/>
          </a:xfrm>
          <a:prstGeom prst="rect">
            <a:avLst/>
          </a:prstGeom>
          <a:noFill/>
        </p:spPr>
        <p:txBody>
          <a:bodyPr wrap="square" lIns="114300" tIns="114300" rIns="114300" bIns="114300"/>
          <a:lstStyle/>
          <a:p>
            <a:pPr>
              <a:spcAft>
                <a:spcPts val="200"/>
              </a:spcAft>
            </a:pPr>
            <a:r>
              <a:rPr lang="en-GB" sz="1100" b="1" dirty="0">
                <a:solidFill>
                  <a:srgbClr val="0F3460"/>
                </a:solidFill>
                <a:latin typeface="Segoe UI"/>
              </a:rPr>
              <a:t>🌿  Why a feature branch?</a:t>
            </a:r>
          </a:p>
          <a:p>
            <a:pPr>
              <a:lnSpc>
                <a:spcPct val="120000"/>
              </a:lnSpc>
              <a:spcAft>
                <a:spcPts val="150"/>
              </a:spcAft>
            </a:pPr>
            <a:r>
              <a:rPr lang="en-GB" sz="1000" dirty="0">
                <a:solidFill>
                  <a:srgbClr val="444444"/>
                </a:solidFill>
                <a:latin typeface="Segoe UI"/>
              </a:rPr>
              <a:t>Committing directly to main would bypass any review gate and could immediately trigger a deployment. A feature branch keeps the work isolated until it is ready.</a:t>
            </a:r>
          </a:p>
          <a:p>
            <a:pPr>
              <a:lnSpc>
                <a:spcPct val="120000"/>
              </a:lnSpc>
            </a:pPr>
            <a:r>
              <a:rPr lang="en-GB" sz="1000" dirty="0">
                <a:solidFill>
                  <a:srgbClr val="444444"/>
                </a:solidFill>
                <a:latin typeface="Segoe UI"/>
              </a:rPr>
              <a:t>A pull request is then raised for a colleague to review the diff before anything progresses toward TEST or PROD.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81A16-1759-ED4A-E327-56AD6DD651B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F3D9B41-5021-18DE-EEB6-9E8A76E9064A}"/>
              </a:ext>
            </a:extLst>
          </p:cNvPr>
          <p:cNvSpPr>
            <a:spLocks noGrp="1"/>
          </p:cNvSpPr>
          <p:nvPr>
            <p:ph type="title"/>
          </p:nvPr>
        </p:nvSpPr>
        <p:spPr/>
        <p:txBody>
          <a:bodyPr/>
          <a:lstStyle/>
          <a:p>
            <a:r>
              <a:rPr lang="en-GB" dirty="0"/>
              <a:t>Lab 2</a:t>
            </a:r>
            <a:endParaRPr lang="en-US" dirty="0"/>
          </a:p>
        </p:txBody>
      </p:sp>
      <p:sp>
        <p:nvSpPr>
          <p:cNvPr id="5" name="Text Placeholder 4">
            <a:extLst>
              <a:ext uri="{FF2B5EF4-FFF2-40B4-BE49-F238E27FC236}">
                <a16:creationId xmlns:a16="http://schemas.microsoft.com/office/drawing/2014/main" id="{1D1FA0C7-C298-9D0F-BE67-B44EA425C3D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043367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dirty="0"/>
              <a:t>Connection References</a:t>
            </a:r>
          </a:p>
        </p:txBody>
      </p:sp>
      <p:sp>
        <p:nvSpPr>
          <p:cNvPr id="10" name="DefBg"/>
          <p:cNvSpPr/>
          <p:nvPr/>
        </p:nvSpPr>
        <p:spPr>
          <a:xfrm>
            <a:off x="457200" y="914400"/>
            <a:ext cx="11277600" cy="457200"/>
          </a:xfrm>
          <a:prstGeom prst="rect">
            <a:avLst/>
          </a:prstGeom>
          <a:solidFill>
            <a:srgbClr val="EBF5FB"/>
          </a:solidFill>
          <a:ln w="19050">
            <a:solidFill>
              <a:srgbClr val="00CBBB"/>
            </a:solidFill>
          </a:ln>
        </p:spPr>
        <p:txBody>
          <a:bodyPr/>
          <a:lstStyle/>
          <a:p>
            <a:endParaRPr/>
          </a:p>
        </p:txBody>
      </p:sp>
      <p:sp>
        <p:nvSpPr>
          <p:cNvPr id="11" name="DefAcc"/>
          <p:cNvSpPr/>
          <p:nvPr/>
        </p:nvSpPr>
        <p:spPr>
          <a:xfrm>
            <a:off x="457200" y="914400"/>
            <a:ext cx="57150" cy="457200"/>
          </a:xfrm>
          <a:prstGeom prst="rect">
            <a:avLst/>
          </a:prstGeom>
          <a:solidFill>
            <a:srgbClr val="00CBBB"/>
          </a:solidFill>
          <a:ln>
            <a:noFill/>
          </a:ln>
        </p:spPr>
        <p:txBody>
          <a:bodyPr/>
          <a:lstStyle/>
          <a:p>
            <a:endParaRPr/>
          </a:p>
        </p:txBody>
      </p:sp>
      <p:sp>
        <p:nvSpPr>
          <p:cNvPr id="12" name="DefTxt"/>
          <p:cNvSpPr txBox="1"/>
          <p:nvPr/>
        </p:nvSpPr>
        <p:spPr>
          <a:xfrm>
            <a:off x="571500" y="914400"/>
            <a:ext cx="11163300" cy="457200"/>
          </a:xfrm>
          <a:prstGeom prst="rect">
            <a:avLst/>
          </a:prstGeom>
          <a:noFill/>
        </p:spPr>
        <p:txBody>
          <a:bodyPr wrap="square" lIns="91440" tIns="57150" rIns="91440" bIns="57150" anchor="ctr"/>
          <a:lstStyle/>
          <a:p>
            <a:r>
              <a:rPr lang="en-GB" sz="1100" b="1" dirty="0">
                <a:solidFill>
                  <a:srgbClr val="0761AD"/>
                </a:solidFill>
                <a:latin typeface="Segoe UI"/>
              </a:rPr>
              <a:t>A Connection Reference </a:t>
            </a:r>
            <a:r>
              <a:rPr lang="en-GB" sz="1100" dirty="0">
                <a:solidFill>
                  <a:srgbClr val="333333"/>
                </a:solidFill>
                <a:latin typeface="Segoe UI"/>
              </a:rPr>
              <a:t>is a solution component that acts as a named pointer to a connector. Apps and flows bind to the connection reference — not directly to a connection — so the underlying connection can be swapped per environment without changing the solution.</a:t>
            </a:r>
          </a:p>
        </p:txBody>
      </p:sp>
      <p:sp>
        <p:nvSpPr>
          <p:cNvPr id="20" name="DiagBg"/>
          <p:cNvSpPr/>
          <p:nvPr/>
        </p:nvSpPr>
        <p:spPr>
          <a:xfrm>
            <a:off x="457200" y="1447800"/>
            <a:ext cx="5867400" cy="4990800"/>
          </a:xfrm>
          <a:prstGeom prst="rect">
            <a:avLst/>
          </a:prstGeom>
          <a:solidFill>
            <a:srgbClr val="F2F7FF"/>
          </a:solidFill>
          <a:ln w="9525">
            <a:solidFill>
              <a:srgbClr val="D0E4F5"/>
            </a:solidFill>
          </a:ln>
        </p:spPr>
        <p:txBody>
          <a:bodyPr/>
          <a:lstStyle/>
          <a:p>
            <a:endParaRPr/>
          </a:p>
        </p:txBody>
      </p:sp>
      <p:sp>
        <p:nvSpPr>
          <p:cNvPr id="21" name="DiagHdr"/>
          <p:cNvSpPr/>
          <p:nvPr/>
        </p:nvSpPr>
        <p:spPr>
          <a:xfrm>
            <a:off x="457200" y="1447800"/>
            <a:ext cx="5867400" cy="304800"/>
          </a:xfrm>
          <a:prstGeom prst="rect">
            <a:avLst/>
          </a:prstGeom>
          <a:solidFill>
            <a:srgbClr val="0761AD"/>
          </a:solidFill>
          <a:ln>
            <a:noFill/>
          </a:ln>
        </p:spPr>
        <p:txBody>
          <a:bodyPr lIns="182880" anchor="ctr"/>
          <a:lstStyle/>
          <a:p>
            <a:r>
              <a:rPr lang="en-GB" sz="1100" b="1" dirty="0">
                <a:solidFill>
                  <a:srgbClr val="FFFFFF"/>
                </a:solidFill>
                <a:latin typeface="Segoe UI"/>
              </a:rPr>
              <a:t>How It Works</a:t>
            </a:r>
          </a:p>
        </p:txBody>
      </p:sp>
      <p:sp>
        <p:nvSpPr>
          <p:cNvPr id="22" name="N1Bg"/>
          <p:cNvSpPr/>
          <p:nvPr/>
        </p:nvSpPr>
        <p:spPr>
          <a:xfrm>
            <a:off x="2324100" y="1850107"/>
            <a:ext cx="2133600" cy="571500"/>
          </a:xfrm>
          <a:prstGeom prst="rect">
            <a:avLst/>
          </a:prstGeom>
          <a:solidFill>
            <a:srgbClr val="00CBBB"/>
          </a:solidFill>
          <a:ln>
            <a:noFill/>
          </a:ln>
        </p:spPr>
        <p:txBody>
          <a:bodyPr anchor="ctr"/>
          <a:lstStyle/>
          <a:p>
            <a:pPr algn="ctr"/>
            <a:r>
              <a:rPr lang="en-GB" sz="1100" b="1" dirty="0">
                <a:solidFill>
                  <a:srgbClr val="FFFFFF"/>
                </a:solidFill>
                <a:latin typeface="Segoe UI"/>
              </a:rPr>
              <a:t>📱 Flow, Canvas App or Agent</a:t>
            </a:r>
          </a:p>
        </p:txBody>
      </p:sp>
      <p:sp>
        <p:nvSpPr>
          <p:cNvPr id="23" name="N1Sub"/>
          <p:cNvSpPr txBox="1"/>
          <p:nvPr/>
        </p:nvSpPr>
        <p:spPr>
          <a:xfrm>
            <a:off x="457200" y="1983457"/>
            <a:ext cx="2133600" cy="304800"/>
          </a:xfrm>
          <a:prstGeom prst="rect">
            <a:avLst/>
          </a:prstGeom>
          <a:noFill/>
        </p:spPr>
        <p:txBody>
          <a:bodyPr anchor="ctr"/>
          <a:lstStyle/>
          <a:p>
            <a:pPr algn="ctr"/>
            <a:r>
              <a:rPr lang="en-GB" sz="900" i="1" dirty="0">
                <a:solidFill>
                  <a:srgbClr val="666666"/>
                </a:solidFill>
                <a:latin typeface="Segoe UI"/>
              </a:rPr>
              <a:t>Your solution component</a:t>
            </a:r>
          </a:p>
        </p:txBody>
      </p:sp>
      <p:sp>
        <p:nvSpPr>
          <p:cNvPr id="25" name="N2Bg"/>
          <p:cNvSpPr/>
          <p:nvPr/>
        </p:nvSpPr>
        <p:spPr>
          <a:xfrm>
            <a:off x="2095500" y="2688046"/>
            <a:ext cx="2590800" cy="723900"/>
          </a:xfrm>
          <a:prstGeom prst="rect">
            <a:avLst/>
          </a:prstGeom>
          <a:solidFill>
            <a:srgbClr val="0761AD"/>
          </a:solidFill>
          <a:ln w="25400">
            <a:solidFill>
              <a:srgbClr val="00CBBB"/>
            </a:solidFill>
          </a:ln>
        </p:spPr>
        <p:txBody>
          <a:bodyPr anchor="ctr"/>
          <a:lstStyle/>
          <a:p>
            <a:pPr algn="ctr"/>
            <a:r>
              <a:rPr lang="en-GB" sz="1100" b="1" dirty="0">
                <a:solidFill>
                  <a:srgbClr val="FFFFFF"/>
                </a:solidFill>
                <a:latin typeface="Segoe UI Black"/>
              </a:rPr>
              <a:t>🔗 Connection Reference</a:t>
            </a:r>
          </a:p>
          <a:p>
            <a:pPr algn="ctr"/>
            <a:r>
              <a:rPr lang="en-GB" sz="900" i="1" dirty="0">
                <a:solidFill>
                  <a:srgbClr val="C8E6FF"/>
                </a:solidFill>
                <a:latin typeface="Segoe UI"/>
              </a:rPr>
              <a:t>Solution component — travels with the solution</a:t>
            </a:r>
          </a:p>
        </p:txBody>
      </p:sp>
      <p:sp>
        <p:nvSpPr>
          <p:cNvPr id="26" name="Arr2"/>
          <p:cNvSpPr/>
          <p:nvPr/>
        </p:nvSpPr>
        <p:spPr>
          <a:xfrm>
            <a:off x="2435087" y="3390300"/>
            <a:ext cx="0" cy="266700"/>
          </a:xfrm>
          <a:prstGeom prst="line">
            <a:avLst/>
          </a:prstGeom>
          <a:noFill/>
          <a:ln w="28575">
            <a:solidFill>
              <a:srgbClr val="0761AD"/>
            </a:solidFill>
            <a:tailEnd type="arrow" w="med" len="med"/>
          </a:ln>
        </p:spPr>
        <p:txBody>
          <a:bodyPr/>
          <a:lstStyle/>
          <a:p>
            <a:endParaRPr/>
          </a:p>
        </p:txBody>
      </p:sp>
      <p:sp>
        <p:nvSpPr>
          <p:cNvPr id="27" name="Arr2b"/>
          <p:cNvSpPr/>
          <p:nvPr/>
        </p:nvSpPr>
        <p:spPr>
          <a:xfrm>
            <a:off x="3390900" y="2421607"/>
            <a:ext cx="0" cy="266700"/>
          </a:xfrm>
          <a:prstGeom prst="line">
            <a:avLst/>
          </a:prstGeom>
          <a:noFill/>
          <a:ln w="28575">
            <a:solidFill>
              <a:srgbClr val="0761AD"/>
            </a:solidFill>
            <a:tailEnd type="arrow" w="med" len="med"/>
          </a:ln>
        </p:spPr>
        <p:txBody>
          <a:bodyPr/>
          <a:lstStyle/>
          <a:p>
            <a:endParaRPr/>
          </a:p>
        </p:txBody>
      </p:sp>
      <p:sp>
        <p:nvSpPr>
          <p:cNvPr id="28" name="N3aLabel"/>
          <p:cNvSpPr txBox="1"/>
          <p:nvPr/>
        </p:nvSpPr>
        <p:spPr>
          <a:xfrm>
            <a:off x="1886250" y="3647139"/>
            <a:ext cx="1066800" cy="228600"/>
          </a:xfrm>
          <a:prstGeom prst="rect">
            <a:avLst/>
          </a:prstGeom>
          <a:noFill/>
        </p:spPr>
        <p:txBody>
          <a:bodyPr anchor="ctr"/>
          <a:lstStyle/>
          <a:p>
            <a:pPr algn="ctr"/>
            <a:r>
              <a:rPr lang="en-GB" sz="900" b="1" dirty="0">
                <a:solidFill>
                  <a:srgbClr val="00CBBB"/>
                </a:solidFill>
                <a:latin typeface="Segoe UI"/>
              </a:rPr>
              <a:t>DEV</a:t>
            </a:r>
          </a:p>
        </p:txBody>
      </p:sp>
      <p:sp>
        <p:nvSpPr>
          <p:cNvPr id="29" name="N3aBg"/>
          <p:cNvSpPr/>
          <p:nvPr/>
        </p:nvSpPr>
        <p:spPr>
          <a:xfrm>
            <a:off x="743250" y="3861430"/>
            <a:ext cx="2286000" cy="533400"/>
          </a:xfrm>
          <a:prstGeom prst="rect">
            <a:avLst/>
          </a:prstGeom>
          <a:solidFill>
            <a:srgbClr val="E8F8F7"/>
          </a:solidFill>
          <a:ln w="19050">
            <a:solidFill>
              <a:srgbClr val="00CBBB"/>
            </a:solidFill>
          </a:ln>
        </p:spPr>
        <p:txBody>
          <a:bodyPr anchor="ctr"/>
          <a:lstStyle/>
          <a:p>
            <a:pPr algn="ctr"/>
            <a:r>
              <a:rPr lang="en-GB" sz="1000" b="1" dirty="0">
                <a:solidFill>
                  <a:srgbClr val="00867C"/>
                </a:solidFill>
                <a:latin typeface="Segoe UI"/>
              </a:rPr>
              <a:t>🔑 Connection (dev user)</a:t>
            </a:r>
          </a:p>
        </p:txBody>
      </p:sp>
      <p:sp>
        <p:nvSpPr>
          <p:cNvPr id="30" name="N3bLabel"/>
          <p:cNvSpPr txBox="1"/>
          <p:nvPr/>
        </p:nvSpPr>
        <p:spPr>
          <a:xfrm>
            <a:off x="3086100" y="3644915"/>
            <a:ext cx="1981200" cy="228600"/>
          </a:xfrm>
          <a:prstGeom prst="rect">
            <a:avLst/>
          </a:prstGeom>
          <a:noFill/>
        </p:spPr>
        <p:txBody>
          <a:bodyPr anchor="ctr"/>
          <a:lstStyle/>
          <a:p>
            <a:pPr algn="ctr"/>
            <a:r>
              <a:rPr lang="en-GB" sz="900" b="1" dirty="0">
                <a:solidFill>
                  <a:srgbClr val="0761AD"/>
                </a:solidFill>
                <a:latin typeface="Segoe UI"/>
              </a:rPr>
              <a:t>PROD</a:t>
            </a:r>
          </a:p>
        </p:txBody>
      </p:sp>
      <p:sp>
        <p:nvSpPr>
          <p:cNvPr id="31" name="N3bBg"/>
          <p:cNvSpPr/>
          <p:nvPr/>
        </p:nvSpPr>
        <p:spPr>
          <a:xfrm>
            <a:off x="3671681" y="3861430"/>
            <a:ext cx="2286000" cy="533400"/>
          </a:xfrm>
          <a:prstGeom prst="rect">
            <a:avLst/>
          </a:prstGeom>
          <a:solidFill>
            <a:srgbClr val="EBF0FA"/>
          </a:solidFill>
          <a:ln w="19050">
            <a:solidFill>
              <a:srgbClr val="0761AD"/>
            </a:solidFill>
          </a:ln>
        </p:spPr>
        <p:txBody>
          <a:bodyPr anchor="ctr"/>
          <a:lstStyle/>
          <a:p>
            <a:pPr algn="ctr"/>
            <a:r>
              <a:rPr lang="en-GB" sz="1000" b="1" dirty="0">
                <a:solidFill>
                  <a:srgbClr val="0761AD"/>
                </a:solidFill>
                <a:latin typeface="Segoe UI"/>
              </a:rPr>
              <a:t>🔑 Connection (svc account)</a:t>
            </a:r>
          </a:p>
        </p:txBody>
      </p:sp>
      <p:sp>
        <p:nvSpPr>
          <p:cNvPr id="32" name="Arr3a"/>
          <p:cNvSpPr/>
          <p:nvPr/>
        </p:nvSpPr>
        <p:spPr>
          <a:xfrm>
            <a:off x="2064441" y="4444448"/>
            <a:ext cx="0" cy="228600"/>
          </a:xfrm>
          <a:prstGeom prst="line">
            <a:avLst/>
          </a:prstGeom>
          <a:noFill/>
          <a:ln w="28575">
            <a:solidFill>
              <a:srgbClr val="888888"/>
            </a:solidFill>
            <a:tailEnd type="arrow" w="med" len="med"/>
          </a:ln>
        </p:spPr>
        <p:txBody>
          <a:bodyPr/>
          <a:lstStyle/>
          <a:p>
            <a:endParaRPr/>
          </a:p>
        </p:txBody>
      </p:sp>
      <p:sp>
        <p:nvSpPr>
          <p:cNvPr id="33" name="Arr3b"/>
          <p:cNvSpPr/>
          <p:nvPr/>
        </p:nvSpPr>
        <p:spPr>
          <a:xfrm>
            <a:off x="4696011" y="4444448"/>
            <a:ext cx="0" cy="228600"/>
          </a:xfrm>
          <a:prstGeom prst="line">
            <a:avLst/>
          </a:prstGeom>
          <a:noFill/>
          <a:ln w="28575">
            <a:solidFill>
              <a:srgbClr val="888888"/>
            </a:solidFill>
            <a:tailEnd type="arrow" w="med" len="med"/>
          </a:ln>
        </p:spPr>
        <p:txBody>
          <a:bodyPr/>
          <a:lstStyle/>
          <a:p>
            <a:endParaRPr/>
          </a:p>
        </p:txBody>
      </p:sp>
      <p:sp>
        <p:nvSpPr>
          <p:cNvPr id="34" name="N4Bg"/>
          <p:cNvSpPr/>
          <p:nvPr/>
        </p:nvSpPr>
        <p:spPr>
          <a:xfrm>
            <a:off x="1581000" y="4782835"/>
            <a:ext cx="3619800" cy="533400"/>
          </a:xfrm>
          <a:prstGeom prst="rect">
            <a:avLst/>
          </a:prstGeom>
          <a:solidFill>
            <a:srgbClr val="F2F7FF"/>
          </a:solidFill>
          <a:ln w="19050">
            <a:solidFill>
              <a:srgbClr val="888888"/>
            </a:solidFill>
          </a:ln>
        </p:spPr>
        <p:txBody>
          <a:bodyPr anchor="ctr"/>
          <a:lstStyle/>
          <a:p>
            <a:pPr algn="ctr"/>
            <a:r>
              <a:rPr lang="en-GB" sz="1000" b="1" dirty="0">
                <a:solidFill>
                  <a:srgbClr val="555555"/>
                </a:solidFill>
                <a:latin typeface="Segoe UI"/>
              </a:rPr>
              <a:t>📡  Connector  (e.g. SharePoint, Dataverse, Teams)</a:t>
            </a:r>
          </a:p>
        </p:txBody>
      </p:sp>
      <p:sp>
        <p:nvSpPr>
          <p:cNvPr id="35" name="DiagNote"/>
          <p:cNvSpPr txBox="1"/>
          <p:nvPr/>
        </p:nvSpPr>
        <p:spPr>
          <a:xfrm>
            <a:off x="475650" y="5627733"/>
            <a:ext cx="5791200" cy="533400"/>
          </a:xfrm>
          <a:prstGeom prst="rect">
            <a:avLst/>
          </a:prstGeom>
          <a:solidFill>
            <a:srgbClr val="0F1F3D"/>
          </a:solidFill>
          <a:ln>
            <a:noFill/>
          </a:ln>
        </p:spPr>
        <p:txBody>
          <a:bodyPr wrap="square" lIns="182880" tIns="91440" rIns="182880" bIns="91440" anchor="ctr"/>
          <a:lstStyle/>
          <a:p>
            <a:r>
              <a:rPr lang="en-GB" sz="950" dirty="0">
                <a:solidFill>
                  <a:srgbClr val="AAAAAA"/>
                </a:solidFill>
                <a:latin typeface="Segoe UI"/>
              </a:rPr>
              <a:t>The </a:t>
            </a:r>
            <a:r>
              <a:rPr lang="en-GB" sz="950" b="1" dirty="0">
                <a:solidFill>
                  <a:srgbClr val="5B9BD5"/>
                </a:solidFill>
                <a:latin typeface="Segoe UI"/>
              </a:rPr>
              <a:t>connection reference travels with the solution</a:t>
            </a:r>
            <a:r>
              <a:rPr lang="en-GB" sz="950" dirty="0">
                <a:solidFill>
                  <a:srgbClr val="AAAAAA"/>
                </a:solidFill>
                <a:latin typeface="Segoe UI"/>
              </a:rPr>
              <a:t>. The </a:t>
            </a:r>
            <a:r>
              <a:rPr lang="en-GB" sz="950" b="1" dirty="0">
                <a:solidFill>
                  <a:srgbClr val="C55A11"/>
                </a:solidFill>
                <a:latin typeface="Segoe UI"/>
              </a:rPr>
              <a:t>connection it points to is environment-specific</a:t>
            </a:r>
            <a:r>
              <a:rPr lang="en-GB" sz="950" dirty="0">
                <a:solidFill>
                  <a:srgbClr val="AAAAAA"/>
                </a:solidFill>
                <a:latin typeface="Segoe UI"/>
              </a:rPr>
              <a:t> and must be set in each target environment.</a:t>
            </a:r>
          </a:p>
        </p:txBody>
      </p:sp>
      <p:sp>
        <p:nvSpPr>
          <p:cNvPr id="40" name="WhyBg"/>
          <p:cNvSpPr/>
          <p:nvPr/>
        </p:nvSpPr>
        <p:spPr>
          <a:xfrm>
            <a:off x="6476400" y="1447800"/>
            <a:ext cx="5258400" cy="1828800"/>
          </a:xfrm>
          <a:prstGeom prst="rect">
            <a:avLst/>
          </a:prstGeom>
          <a:solidFill>
            <a:srgbClr val="F2F7FF"/>
          </a:solidFill>
          <a:ln w="9525">
            <a:solidFill>
              <a:srgbClr val="D0E4F5"/>
            </a:solidFill>
          </a:ln>
        </p:spPr>
        <p:txBody>
          <a:bodyPr/>
          <a:lstStyle/>
          <a:p>
            <a:endParaRPr/>
          </a:p>
        </p:txBody>
      </p:sp>
      <p:sp>
        <p:nvSpPr>
          <p:cNvPr id="41" name="WhyHdr"/>
          <p:cNvSpPr/>
          <p:nvPr/>
        </p:nvSpPr>
        <p:spPr>
          <a:xfrm>
            <a:off x="6476400" y="1447800"/>
            <a:ext cx="5258400" cy="304800"/>
          </a:xfrm>
          <a:prstGeom prst="rect">
            <a:avLst/>
          </a:prstGeom>
          <a:solidFill>
            <a:srgbClr val="00CBBB"/>
          </a:solidFill>
          <a:ln>
            <a:noFill/>
          </a:ln>
        </p:spPr>
        <p:txBody>
          <a:bodyPr lIns="182880" anchor="ctr"/>
          <a:lstStyle/>
          <a:p>
            <a:r>
              <a:rPr lang="en-GB" sz="1100" b="1" dirty="0">
                <a:solidFill>
                  <a:srgbClr val="FFFFFF"/>
                </a:solidFill>
                <a:latin typeface="Segoe UI"/>
              </a:rPr>
              <a:t>Why They Matter for ALM</a:t>
            </a:r>
          </a:p>
        </p:txBody>
      </p:sp>
      <p:sp>
        <p:nvSpPr>
          <p:cNvPr id="42" name="WhyBody"/>
          <p:cNvSpPr txBox="1"/>
          <p:nvPr/>
        </p:nvSpPr>
        <p:spPr>
          <a:xfrm>
            <a:off x="6514500" y="1790700"/>
            <a:ext cx="5182200" cy="1447800"/>
          </a:xfrm>
          <a:prstGeom prst="rect">
            <a:avLst/>
          </a:prstGeom>
          <a:noFill/>
        </p:spPr>
        <p:txBody>
          <a:bodyPr wrap="square" lIns="91440" tIns="57150" rIns="91440" bIns="57150"/>
          <a:lstStyle/>
          <a:p>
            <a:pPr>
              <a:lnSpc>
                <a:spcPct val="115000"/>
              </a:lnSpc>
              <a:spcAft>
                <a:spcPts val="150"/>
              </a:spcAft>
            </a:pPr>
            <a:r>
              <a:rPr lang="en-GB" sz="950" dirty="0">
                <a:solidFill>
                  <a:srgbClr val="444444"/>
                </a:solidFill>
                <a:latin typeface="Segoe UI"/>
              </a:rPr>
              <a:t>•  Decouples flow, app and agents design from specific user credentials and endpoints — connections can be different in each environment without touching the solution</a:t>
            </a:r>
          </a:p>
          <a:p>
            <a:pPr>
              <a:lnSpc>
                <a:spcPct val="115000"/>
              </a:lnSpc>
              <a:spcAft>
                <a:spcPts val="150"/>
              </a:spcAft>
            </a:pPr>
            <a:r>
              <a:rPr lang="en-GB" sz="950" dirty="0">
                <a:solidFill>
                  <a:srgbClr val="444444"/>
                </a:solidFill>
                <a:latin typeface="Segoe UI"/>
              </a:rPr>
              <a:t>•  Flows are turned on automatically after import when a valid connection is provided</a:t>
            </a:r>
          </a:p>
          <a:p>
            <a:pPr>
              <a:lnSpc>
                <a:spcPct val="115000"/>
              </a:lnSpc>
              <a:spcAft>
                <a:spcPts val="150"/>
              </a:spcAft>
            </a:pPr>
            <a:r>
              <a:rPr lang="en-GB" sz="950" dirty="0">
                <a:solidFill>
                  <a:srgbClr val="444444"/>
                </a:solidFill>
                <a:latin typeface="Segoe UI"/>
              </a:rPr>
              <a:t>•  If no connection is provided at import, flows using that reference are </a:t>
            </a:r>
            <a:r>
              <a:rPr lang="en-GB" sz="950" b="1" dirty="0">
                <a:solidFill>
                  <a:srgbClr val="C55A11"/>
                </a:solidFill>
                <a:latin typeface="Segoe UI"/>
              </a:rPr>
              <a:t>automatically deactivated</a:t>
            </a:r>
          </a:p>
          <a:p>
            <a:pPr>
              <a:lnSpc>
                <a:spcPct val="115000"/>
              </a:lnSpc>
            </a:pPr>
            <a:r>
              <a:rPr lang="en-GB" sz="950" dirty="0">
                <a:solidFill>
                  <a:srgbClr val="444444"/>
                </a:solidFill>
                <a:latin typeface="Segoe UI"/>
              </a:rPr>
              <a:t>•  Best practice: always use connection references in solution-aware flows, apps and agents</a:t>
            </a:r>
          </a:p>
        </p:txBody>
      </p:sp>
      <p:sp>
        <p:nvSpPr>
          <p:cNvPr id="50" name="SceHdr"/>
          <p:cNvSpPr/>
          <p:nvPr/>
        </p:nvSpPr>
        <p:spPr>
          <a:xfrm>
            <a:off x="6476400" y="3352200"/>
            <a:ext cx="5258400" cy="304800"/>
          </a:xfrm>
          <a:prstGeom prst="rect">
            <a:avLst/>
          </a:prstGeom>
          <a:solidFill>
            <a:srgbClr val="0761AD"/>
          </a:solidFill>
          <a:ln>
            <a:noFill/>
          </a:ln>
        </p:spPr>
        <p:txBody>
          <a:bodyPr lIns="182880" anchor="ctr"/>
          <a:lstStyle/>
          <a:p>
            <a:r>
              <a:rPr lang="en-GB" sz="1100" b="1" dirty="0">
                <a:solidFill>
                  <a:srgbClr val="FFFFFF"/>
                </a:solidFill>
                <a:latin typeface="Segoe UI"/>
              </a:rPr>
              <a:t>When Connection References Are Configured</a:t>
            </a:r>
          </a:p>
        </p:txBody>
      </p:sp>
      <p:sp>
        <p:nvSpPr>
          <p:cNvPr id="51" name="SC1Bg"/>
          <p:cNvSpPr/>
          <p:nvPr/>
        </p:nvSpPr>
        <p:spPr>
          <a:xfrm>
            <a:off x="6476400" y="3695100"/>
            <a:ext cx="2553300" cy="1066800"/>
          </a:xfrm>
          <a:prstGeom prst="rect">
            <a:avLst/>
          </a:prstGeom>
          <a:solidFill>
            <a:srgbClr val="FFFFFF"/>
          </a:solidFill>
          <a:ln w="9525">
            <a:solidFill>
              <a:srgbClr val="D0E4F5"/>
            </a:solidFill>
          </a:ln>
        </p:spPr>
        <p:txBody>
          <a:bodyPr/>
          <a:lstStyle/>
          <a:p>
            <a:endParaRPr/>
          </a:p>
        </p:txBody>
      </p:sp>
      <p:sp>
        <p:nvSpPr>
          <p:cNvPr id="52" name="SC1Acc"/>
          <p:cNvSpPr/>
          <p:nvPr/>
        </p:nvSpPr>
        <p:spPr>
          <a:xfrm>
            <a:off x="6476400" y="3695100"/>
            <a:ext cx="38100" cy="1066800"/>
          </a:xfrm>
          <a:prstGeom prst="rect">
            <a:avLst/>
          </a:prstGeom>
          <a:solidFill>
            <a:srgbClr val="00CBBB"/>
          </a:solidFill>
          <a:ln>
            <a:noFill/>
          </a:ln>
        </p:spPr>
        <p:txBody>
          <a:bodyPr/>
          <a:lstStyle/>
          <a:p>
            <a:endParaRPr/>
          </a:p>
        </p:txBody>
      </p:sp>
      <p:sp>
        <p:nvSpPr>
          <p:cNvPr id="53" name="SC1Txt"/>
          <p:cNvSpPr txBox="1"/>
          <p:nvPr/>
        </p:nvSpPr>
        <p:spPr>
          <a:xfrm>
            <a:off x="6552600" y="3695100"/>
            <a:ext cx="2438700" cy="1066800"/>
          </a:xfrm>
          <a:prstGeom prst="rect">
            <a:avLst/>
          </a:prstGeom>
          <a:noFill/>
        </p:spPr>
        <p:txBody>
          <a:bodyPr wrap="square" lIns="91440" tIns="91440" rIns="91440" bIns="91440"/>
          <a:lstStyle/>
          <a:p>
            <a:r>
              <a:rPr lang="en-GB" sz="950" b="1" dirty="0">
                <a:solidFill>
                  <a:srgbClr val="00CBBB"/>
                </a:solidFill>
                <a:latin typeface="Segoe UI"/>
              </a:rPr>
              <a:t>1  During Component Build</a:t>
            </a:r>
          </a:p>
          <a:p>
            <a:pPr>
              <a:lnSpc>
                <a:spcPct val="115000"/>
              </a:lnSpc>
            </a:pPr>
            <a:r>
              <a:rPr lang="en-GB" sz="900" dirty="0">
                <a:solidFill>
                  <a:srgbClr val="555555"/>
                </a:solidFill>
                <a:latin typeface="Segoe UI"/>
              </a:rPr>
              <a:t>Created implicitly when you add a data source to a solution-aware canvas app or flow in DEV</a:t>
            </a:r>
          </a:p>
        </p:txBody>
      </p:sp>
      <p:sp>
        <p:nvSpPr>
          <p:cNvPr id="54" name="SC2Bg"/>
          <p:cNvSpPr/>
          <p:nvPr/>
        </p:nvSpPr>
        <p:spPr>
          <a:xfrm>
            <a:off x="9181500" y="3695100"/>
            <a:ext cx="2553300" cy="1066800"/>
          </a:xfrm>
          <a:prstGeom prst="rect">
            <a:avLst/>
          </a:prstGeom>
          <a:solidFill>
            <a:srgbClr val="FFFFFF"/>
          </a:solidFill>
          <a:ln w="9525">
            <a:solidFill>
              <a:srgbClr val="D0E4F5"/>
            </a:solidFill>
          </a:ln>
        </p:spPr>
        <p:txBody>
          <a:bodyPr/>
          <a:lstStyle/>
          <a:p>
            <a:endParaRPr/>
          </a:p>
        </p:txBody>
      </p:sp>
      <p:sp>
        <p:nvSpPr>
          <p:cNvPr id="55" name="SC2Acc"/>
          <p:cNvSpPr/>
          <p:nvPr/>
        </p:nvSpPr>
        <p:spPr>
          <a:xfrm>
            <a:off x="9181500" y="3695100"/>
            <a:ext cx="38100" cy="1066800"/>
          </a:xfrm>
          <a:prstGeom prst="rect">
            <a:avLst/>
          </a:prstGeom>
          <a:solidFill>
            <a:srgbClr val="1A87CD"/>
          </a:solidFill>
          <a:ln>
            <a:noFill/>
          </a:ln>
        </p:spPr>
        <p:txBody>
          <a:bodyPr/>
          <a:lstStyle/>
          <a:p>
            <a:endParaRPr/>
          </a:p>
        </p:txBody>
      </p:sp>
      <p:sp>
        <p:nvSpPr>
          <p:cNvPr id="56" name="SC2Txt"/>
          <p:cNvSpPr txBox="1"/>
          <p:nvPr/>
        </p:nvSpPr>
        <p:spPr>
          <a:xfrm>
            <a:off x="9257700" y="3695100"/>
            <a:ext cx="2438700" cy="1066800"/>
          </a:xfrm>
          <a:prstGeom prst="rect">
            <a:avLst/>
          </a:prstGeom>
          <a:noFill/>
        </p:spPr>
        <p:txBody>
          <a:bodyPr wrap="square" lIns="91440" tIns="91440" rIns="91440" bIns="91440"/>
          <a:lstStyle/>
          <a:p>
            <a:r>
              <a:rPr lang="en-GB" sz="950" b="1" dirty="0">
                <a:solidFill>
                  <a:srgbClr val="1A87CD"/>
                </a:solidFill>
                <a:latin typeface="Segoe UI"/>
              </a:rPr>
              <a:t>2  Manual Import</a:t>
            </a:r>
          </a:p>
          <a:p>
            <a:pPr>
              <a:lnSpc>
                <a:spcPct val="115000"/>
              </a:lnSpc>
            </a:pPr>
            <a:r>
              <a:rPr lang="en-GB" sz="900" dirty="0">
                <a:solidFill>
                  <a:srgbClr val="555555"/>
                </a:solidFill>
                <a:latin typeface="Segoe UI"/>
              </a:rPr>
              <a:t>You are prompted in the import wizard UI to map or create connections for each reference in the solution</a:t>
            </a:r>
          </a:p>
        </p:txBody>
      </p:sp>
      <p:sp>
        <p:nvSpPr>
          <p:cNvPr id="57" name="SC3Bg"/>
          <p:cNvSpPr/>
          <p:nvPr/>
        </p:nvSpPr>
        <p:spPr>
          <a:xfrm>
            <a:off x="6476400" y="4800600"/>
            <a:ext cx="2553300" cy="1066800"/>
          </a:xfrm>
          <a:prstGeom prst="rect">
            <a:avLst/>
          </a:prstGeom>
          <a:solidFill>
            <a:srgbClr val="FFFFFF"/>
          </a:solidFill>
          <a:ln w="9525">
            <a:solidFill>
              <a:srgbClr val="D0E4F5"/>
            </a:solidFill>
          </a:ln>
        </p:spPr>
        <p:txBody>
          <a:bodyPr/>
          <a:lstStyle/>
          <a:p>
            <a:endParaRPr/>
          </a:p>
        </p:txBody>
      </p:sp>
      <p:sp>
        <p:nvSpPr>
          <p:cNvPr id="58" name="SC3Acc"/>
          <p:cNvSpPr/>
          <p:nvPr/>
        </p:nvSpPr>
        <p:spPr>
          <a:xfrm>
            <a:off x="6476400" y="4800600"/>
            <a:ext cx="38100" cy="1066800"/>
          </a:xfrm>
          <a:prstGeom prst="rect">
            <a:avLst/>
          </a:prstGeom>
          <a:solidFill>
            <a:srgbClr val="0761AD"/>
          </a:solidFill>
          <a:ln>
            <a:noFill/>
          </a:ln>
        </p:spPr>
        <p:txBody>
          <a:bodyPr/>
          <a:lstStyle/>
          <a:p>
            <a:endParaRPr/>
          </a:p>
        </p:txBody>
      </p:sp>
      <p:sp>
        <p:nvSpPr>
          <p:cNvPr id="59" name="SC3Txt"/>
          <p:cNvSpPr txBox="1"/>
          <p:nvPr/>
        </p:nvSpPr>
        <p:spPr>
          <a:xfrm>
            <a:off x="6552600" y="4800600"/>
            <a:ext cx="2438700" cy="1066800"/>
          </a:xfrm>
          <a:prstGeom prst="rect">
            <a:avLst/>
          </a:prstGeom>
          <a:noFill/>
        </p:spPr>
        <p:txBody>
          <a:bodyPr wrap="square" lIns="91440" tIns="91440" rIns="91440" bIns="91440"/>
          <a:lstStyle/>
          <a:p>
            <a:r>
              <a:rPr lang="en-GB" sz="950" b="1" dirty="0">
                <a:solidFill>
                  <a:srgbClr val="0761AD"/>
                </a:solidFill>
                <a:latin typeface="Segoe UI"/>
              </a:rPr>
              <a:t>3  OOB Pipelines</a:t>
            </a:r>
          </a:p>
          <a:p>
            <a:pPr>
              <a:lnSpc>
                <a:spcPct val="115000"/>
              </a:lnSpc>
            </a:pPr>
            <a:r>
              <a:rPr lang="en-GB" sz="900" dirty="0">
                <a:solidFill>
                  <a:srgbClr val="555555"/>
                </a:solidFill>
                <a:latin typeface="Segoe UI"/>
              </a:rPr>
              <a:t>The Pipelines deployment screen prompts you to select or map connections before the solution is deployed</a:t>
            </a:r>
          </a:p>
        </p:txBody>
      </p:sp>
      <p:sp>
        <p:nvSpPr>
          <p:cNvPr id="60" name="SC4Bg"/>
          <p:cNvSpPr/>
          <p:nvPr/>
        </p:nvSpPr>
        <p:spPr>
          <a:xfrm>
            <a:off x="9181500" y="4800600"/>
            <a:ext cx="2553300" cy="1066800"/>
          </a:xfrm>
          <a:prstGeom prst="rect">
            <a:avLst/>
          </a:prstGeom>
          <a:solidFill>
            <a:srgbClr val="FFFFFF"/>
          </a:solidFill>
          <a:ln w="9525">
            <a:solidFill>
              <a:srgbClr val="D0E4F5"/>
            </a:solidFill>
          </a:ln>
        </p:spPr>
        <p:txBody>
          <a:bodyPr/>
          <a:lstStyle/>
          <a:p>
            <a:endParaRPr/>
          </a:p>
        </p:txBody>
      </p:sp>
      <p:sp>
        <p:nvSpPr>
          <p:cNvPr id="61" name="SC4Acc"/>
          <p:cNvSpPr/>
          <p:nvPr/>
        </p:nvSpPr>
        <p:spPr>
          <a:xfrm>
            <a:off x="9181500" y="4800600"/>
            <a:ext cx="38100" cy="1066800"/>
          </a:xfrm>
          <a:prstGeom prst="rect">
            <a:avLst/>
          </a:prstGeom>
          <a:solidFill>
            <a:srgbClr val="0F3460"/>
          </a:solidFill>
          <a:ln>
            <a:noFill/>
          </a:ln>
        </p:spPr>
        <p:txBody>
          <a:bodyPr/>
          <a:lstStyle/>
          <a:p>
            <a:endParaRPr/>
          </a:p>
        </p:txBody>
      </p:sp>
      <p:sp>
        <p:nvSpPr>
          <p:cNvPr id="62" name="SC4Txt"/>
          <p:cNvSpPr txBox="1"/>
          <p:nvPr/>
        </p:nvSpPr>
        <p:spPr>
          <a:xfrm>
            <a:off x="9257700" y="4800600"/>
            <a:ext cx="2438700" cy="1066800"/>
          </a:xfrm>
          <a:prstGeom prst="rect">
            <a:avLst/>
          </a:prstGeom>
          <a:noFill/>
        </p:spPr>
        <p:txBody>
          <a:bodyPr wrap="square" lIns="91440" tIns="91440" rIns="91440" bIns="91440"/>
          <a:lstStyle/>
          <a:p>
            <a:r>
              <a:rPr lang="en-GB" sz="950" b="1" dirty="0">
                <a:solidFill>
                  <a:srgbClr val="0F3460"/>
                </a:solidFill>
                <a:latin typeface="Segoe UI"/>
              </a:rPr>
              <a:t>4  PAC CLI / Pipelines</a:t>
            </a:r>
          </a:p>
          <a:p>
            <a:pPr>
              <a:lnSpc>
                <a:spcPct val="115000"/>
              </a:lnSpc>
            </a:pPr>
            <a:r>
              <a:rPr lang="en-GB" sz="900" dirty="0">
                <a:solidFill>
                  <a:srgbClr val="555555"/>
                </a:solidFill>
                <a:latin typeface="Segoe UI"/>
              </a:rPr>
              <a:t>Supplied via a deployment settings JSON file passed to pac solution import or the Build Tools Import task</a:t>
            </a:r>
          </a:p>
        </p:txBody>
      </p:sp>
      <p:sp>
        <p:nvSpPr>
          <p:cNvPr id="4" name="Arr2b">
            <a:extLst>
              <a:ext uri="{FF2B5EF4-FFF2-40B4-BE49-F238E27FC236}">
                <a16:creationId xmlns:a16="http://schemas.microsoft.com/office/drawing/2014/main" id="{BFF3CC20-9A58-5E15-59B7-A01A9F69993B}"/>
              </a:ext>
            </a:extLst>
          </p:cNvPr>
          <p:cNvSpPr/>
          <p:nvPr/>
        </p:nvSpPr>
        <p:spPr>
          <a:xfrm>
            <a:off x="4092437" y="3390300"/>
            <a:ext cx="0" cy="266700"/>
          </a:xfrm>
          <a:prstGeom prst="line">
            <a:avLst/>
          </a:prstGeom>
          <a:noFill/>
          <a:ln w="28575">
            <a:solidFill>
              <a:srgbClr val="0761AD"/>
            </a:solidFill>
            <a:tailEnd type="arrow" w="med" len="med"/>
          </a:ln>
        </p:spPr>
        <p:txBody>
          <a:bodyPr/>
          <a:lstStyle/>
          <a:p>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dirty="0"/>
              <a:t>Environment Variables</a:t>
            </a:r>
          </a:p>
        </p:txBody>
      </p:sp>
      <p:sp>
        <p:nvSpPr>
          <p:cNvPr id="10" name="DefBg"/>
          <p:cNvSpPr/>
          <p:nvPr/>
        </p:nvSpPr>
        <p:spPr>
          <a:xfrm>
            <a:off x="457200" y="914400"/>
            <a:ext cx="11277600" cy="457200"/>
          </a:xfrm>
          <a:prstGeom prst="rect">
            <a:avLst/>
          </a:prstGeom>
          <a:solidFill>
            <a:srgbClr val="EBF5FB"/>
          </a:solidFill>
          <a:ln w="19050">
            <a:solidFill>
              <a:srgbClr val="1A87CD"/>
            </a:solidFill>
          </a:ln>
        </p:spPr>
        <p:txBody>
          <a:bodyPr/>
          <a:lstStyle/>
          <a:p>
            <a:endParaRPr/>
          </a:p>
        </p:txBody>
      </p:sp>
      <p:sp>
        <p:nvSpPr>
          <p:cNvPr id="11" name="DefAcc"/>
          <p:cNvSpPr/>
          <p:nvPr/>
        </p:nvSpPr>
        <p:spPr>
          <a:xfrm>
            <a:off x="457200" y="914400"/>
            <a:ext cx="57150" cy="457200"/>
          </a:xfrm>
          <a:prstGeom prst="rect">
            <a:avLst/>
          </a:prstGeom>
          <a:solidFill>
            <a:srgbClr val="1A87CD"/>
          </a:solidFill>
          <a:ln>
            <a:noFill/>
          </a:ln>
        </p:spPr>
        <p:txBody>
          <a:bodyPr/>
          <a:lstStyle/>
          <a:p>
            <a:endParaRPr/>
          </a:p>
        </p:txBody>
      </p:sp>
      <p:sp>
        <p:nvSpPr>
          <p:cNvPr id="12" name="DefTxt"/>
          <p:cNvSpPr txBox="1"/>
          <p:nvPr/>
        </p:nvSpPr>
        <p:spPr>
          <a:xfrm>
            <a:off x="571500" y="914400"/>
            <a:ext cx="11163300" cy="457200"/>
          </a:xfrm>
          <a:prstGeom prst="rect">
            <a:avLst/>
          </a:prstGeom>
          <a:noFill/>
        </p:spPr>
        <p:txBody>
          <a:bodyPr wrap="square" lIns="91440" tIns="57150" rIns="91440" bIns="57150" anchor="ctr"/>
          <a:lstStyle/>
          <a:p>
            <a:r>
              <a:rPr lang="en-GB" sz="1100" b="1" dirty="0">
                <a:solidFill>
                  <a:srgbClr val="0761AD"/>
                </a:solidFill>
                <a:latin typeface="Segoe UI"/>
              </a:rPr>
              <a:t>Environment Variables </a:t>
            </a:r>
            <a:r>
              <a:rPr lang="en-GB" sz="1100" dirty="0">
                <a:solidFill>
                  <a:srgbClr val="333333"/>
                </a:solidFill>
                <a:latin typeface="Segoe UI"/>
              </a:rPr>
              <a:t>are solution components that store configuration values that differ between environments. They keep environment-specific settings out of the solution itself, making solutions truly portable.</a:t>
            </a:r>
          </a:p>
        </p:txBody>
      </p:sp>
      <p:sp>
        <p:nvSpPr>
          <p:cNvPr id="20" name="DiagBg"/>
          <p:cNvSpPr/>
          <p:nvPr/>
        </p:nvSpPr>
        <p:spPr>
          <a:xfrm>
            <a:off x="457200" y="1447800"/>
            <a:ext cx="5867400" cy="4990800"/>
          </a:xfrm>
          <a:prstGeom prst="rect">
            <a:avLst/>
          </a:prstGeom>
          <a:solidFill>
            <a:srgbClr val="F2F7FF"/>
          </a:solidFill>
          <a:ln w="9525">
            <a:solidFill>
              <a:srgbClr val="D0E4F5"/>
            </a:solidFill>
          </a:ln>
        </p:spPr>
        <p:txBody>
          <a:bodyPr/>
          <a:lstStyle/>
          <a:p>
            <a:endParaRPr/>
          </a:p>
        </p:txBody>
      </p:sp>
      <p:sp>
        <p:nvSpPr>
          <p:cNvPr id="21" name="DiagHdr"/>
          <p:cNvSpPr/>
          <p:nvPr/>
        </p:nvSpPr>
        <p:spPr>
          <a:xfrm>
            <a:off x="457200" y="1447800"/>
            <a:ext cx="5867400" cy="304800"/>
          </a:xfrm>
          <a:prstGeom prst="rect">
            <a:avLst/>
          </a:prstGeom>
          <a:solidFill>
            <a:srgbClr val="0761AD"/>
          </a:solidFill>
          <a:ln>
            <a:noFill/>
          </a:ln>
        </p:spPr>
        <p:txBody>
          <a:bodyPr lIns="182880" anchor="ctr"/>
          <a:lstStyle/>
          <a:p>
            <a:r>
              <a:rPr lang="en-GB" sz="1100" b="1" dirty="0">
                <a:solidFill>
                  <a:srgbClr val="FFFFFF"/>
                </a:solidFill>
                <a:latin typeface="Segoe UI"/>
              </a:rPr>
              <a:t>How They Work</a:t>
            </a:r>
          </a:p>
        </p:txBody>
      </p:sp>
      <p:sp>
        <p:nvSpPr>
          <p:cNvPr id="22" name="EVSol"/>
          <p:cNvSpPr/>
          <p:nvPr/>
        </p:nvSpPr>
        <p:spPr>
          <a:xfrm>
            <a:off x="1371600" y="1904400"/>
            <a:ext cx="3086400" cy="609600"/>
          </a:xfrm>
          <a:prstGeom prst="rect">
            <a:avLst/>
          </a:prstGeom>
          <a:solidFill>
            <a:srgbClr val="1A87CD"/>
          </a:solidFill>
          <a:ln>
            <a:noFill/>
          </a:ln>
        </p:spPr>
        <p:txBody>
          <a:bodyPr anchor="ctr"/>
          <a:lstStyle/>
          <a:p>
            <a:pPr algn="ctr"/>
            <a:r>
              <a:rPr lang="en-GB" sz="1050" b="1" dirty="0">
                <a:solidFill>
                  <a:srgbClr val="FFFFFF"/>
                </a:solidFill>
                <a:latin typeface="Segoe UI Black"/>
              </a:rPr>
              <a:t>📋 Environment Variable</a:t>
            </a:r>
          </a:p>
          <a:p>
            <a:pPr algn="ctr"/>
            <a:r>
              <a:rPr lang="en-GB" sz="900" i="1" dirty="0">
                <a:solidFill>
                  <a:srgbClr val="D0E8FF"/>
                </a:solidFill>
                <a:latin typeface="Segoe UI"/>
              </a:rPr>
              <a:t>SchemaName: cr123_SiteUrl  (in solution)</a:t>
            </a:r>
          </a:p>
        </p:txBody>
      </p:sp>
      <p:sp>
        <p:nvSpPr>
          <p:cNvPr id="23" name="ArrD"/>
          <p:cNvSpPr/>
          <p:nvPr/>
        </p:nvSpPr>
        <p:spPr>
          <a:xfrm>
            <a:off x="2895600" y="2552400"/>
            <a:ext cx="0" cy="304800"/>
          </a:xfrm>
          <a:prstGeom prst="line">
            <a:avLst/>
          </a:prstGeom>
          <a:noFill/>
          <a:ln w="28575">
            <a:solidFill>
              <a:srgbClr val="1A87CD"/>
            </a:solidFill>
            <a:tailEnd type="arrow" w="med" len="med"/>
          </a:ln>
        </p:spPr>
        <p:txBody>
          <a:bodyPr/>
          <a:lstStyle/>
          <a:p>
            <a:endParaRPr/>
          </a:p>
        </p:txBody>
      </p:sp>
      <p:sp>
        <p:nvSpPr>
          <p:cNvPr id="24" name="EVDevBg"/>
          <p:cNvSpPr/>
          <p:nvPr/>
        </p:nvSpPr>
        <p:spPr>
          <a:xfrm>
            <a:off x="686400" y="2895600"/>
            <a:ext cx="2019300" cy="685800"/>
          </a:xfrm>
          <a:prstGeom prst="rect">
            <a:avLst/>
          </a:prstGeom>
          <a:solidFill>
            <a:srgbClr val="E8F8F7"/>
          </a:solidFill>
          <a:ln w="19050">
            <a:solidFill>
              <a:srgbClr val="00CBBB"/>
            </a:solidFill>
          </a:ln>
        </p:spPr>
        <p:txBody>
          <a:bodyPr anchor="ctr"/>
          <a:lstStyle/>
          <a:p>
            <a:pPr algn="ctr"/>
            <a:r>
              <a:rPr lang="en-GB" sz="900" b="1" dirty="0">
                <a:solidFill>
                  <a:srgbClr val="00867C"/>
                </a:solidFill>
                <a:latin typeface="Segoe UI"/>
              </a:rPr>
              <a:t>DEV value</a:t>
            </a:r>
          </a:p>
          <a:p>
            <a:pPr algn="ctr"/>
            <a:r>
              <a:rPr lang="en-GB" sz="850" dirty="0">
                <a:solidFill>
                  <a:srgbClr val="333333"/>
                </a:solidFill>
                <a:latin typeface="Segoe UI"/>
              </a:rPr>
              <a:t>https://dev.sharepoint.com/sites/hr</a:t>
            </a:r>
          </a:p>
        </p:txBody>
      </p:sp>
      <p:sp>
        <p:nvSpPr>
          <p:cNvPr id="25" name="EVProdBg"/>
          <p:cNvSpPr/>
          <p:nvPr/>
        </p:nvSpPr>
        <p:spPr>
          <a:xfrm>
            <a:off x="3124800" y="2895600"/>
            <a:ext cx="2019300" cy="685800"/>
          </a:xfrm>
          <a:prstGeom prst="rect">
            <a:avLst/>
          </a:prstGeom>
          <a:solidFill>
            <a:srgbClr val="EBF0FA"/>
          </a:solidFill>
          <a:ln w="19050">
            <a:solidFill>
              <a:srgbClr val="0761AD"/>
            </a:solidFill>
          </a:ln>
        </p:spPr>
        <p:txBody>
          <a:bodyPr anchor="ctr"/>
          <a:lstStyle/>
          <a:p>
            <a:pPr algn="ctr"/>
            <a:r>
              <a:rPr lang="en-GB" sz="900" b="1" dirty="0">
                <a:solidFill>
                  <a:srgbClr val="0761AD"/>
                </a:solidFill>
                <a:latin typeface="Segoe UI"/>
              </a:rPr>
              <a:t>PROD value</a:t>
            </a:r>
          </a:p>
          <a:p>
            <a:pPr algn="ctr"/>
            <a:r>
              <a:rPr lang="en-GB" sz="850" dirty="0">
                <a:solidFill>
                  <a:srgbClr val="333333"/>
                </a:solidFill>
                <a:latin typeface="Segoe UI"/>
              </a:rPr>
              <a:t>https://contoso.sharepoint.com/sites/hr</a:t>
            </a:r>
          </a:p>
        </p:txBody>
      </p:sp>
      <p:sp>
        <p:nvSpPr>
          <p:cNvPr id="26" name="TypHdr"/>
          <p:cNvSpPr txBox="1"/>
          <p:nvPr/>
        </p:nvSpPr>
        <p:spPr>
          <a:xfrm>
            <a:off x="495300" y="3695100"/>
            <a:ext cx="5791200" cy="266700"/>
          </a:xfrm>
          <a:prstGeom prst="rect">
            <a:avLst/>
          </a:prstGeom>
          <a:noFill/>
        </p:spPr>
        <p:txBody>
          <a:bodyPr lIns="91440" anchor="ctr"/>
          <a:lstStyle/>
          <a:p>
            <a:r>
              <a:rPr lang="en-GB" sz="1000" b="1" dirty="0">
                <a:solidFill>
                  <a:srgbClr val="1A87CD"/>
                </a:solidFill>
                <a:latin typeface="Segoe UI"/>
              </a:rPr>
              <a:t>Supported Types</a:t>
            </a:r>
          </a:p>
        </p:txBody>
      </p:sp>
      <p:sp>
        <p:nvSpPr>
          <p:cNvPr id="27" name="Types"/>
          <p:cNvSpPr txBox="1"/>
          <p:nvPr/>
        </p:nvSpPr>
        <p:spPr>
          <a:xfrm>
            <a:off x="495300" y="3990900"/>
            <a:ext cx="5791200" cy="1219200"/>
          </a:xfrm>
          <a:prstGeom prst="rect">
            <a:avLst/>
          </a:prstGeom>
          <a:noFill/>
        </p:spPr>
        <p:txBody>
          <a:bodyPr wrap="square" lIns="91440" tIns="57150" rIns="91440" bIns="57150"/>
          <a:lstStyle/>
          <a:p>
            <a:pPr>
              <a:lnSpc>
                <a:spcPct val="120000"/>
              </a:lnSpc>
              <a:spcAft>
                <a:spcPts val="100"/>
              </a:spcAft>
            </a:pPr>
            <a:r>
              <a:rPr lang="en-GB" sz="950" dirty="0">
                <a:solidFill>
                  <a:srgbClr val="444444"/>
                </a:solidFill>
                <a:latin typeface="Segoe UI"/>
              </a:rPr>
              <a:t>•  </a:t>
            </a:r>
            <a:r>
              <a:rPr lang="en-GB" sz="950" b="1" dirty="0">
                <a:solidFill>
                  <a:srgbClr val="0761AD"/>
                </a:solidFill>
                <a:latin typeface="Segoe UI"/>
              </a:rPr>
              <a:t>Text</a:t>
            </a:r>
            <a:r>
              <a:rPr lang="en-GB" sz="950" dirty="0">
                <a:solidFill>
                  <a:srgbClr val="444444"/>
                </a:solidFill>
                <a:latin typeface="Segoe UI"/>
              </a:rPr>
              <a:t>  —  URLs, paths, app IDs, named values</a:t>
            </a:r>
          </a:p>
          <a:p>
            <a:pPr>
              <a:lnSpc>
                <a:spcPct val="120000"/>
              </a:lnSpc>
              <a:spcAft>
                <a:spcPts val="100"/>
              </a:spcAft>
            </a:pPr>
            <a:r>
              <a:rPr lang="en-GB" sz="950" dirty="0">
                <a:solidFill>
                  <a:srgbClr val="444444"/>
                </a:solidFill>
                <a:latin typeface="Segoe UI"/>
              </a:rPr>
              <a:t>•  </a:t>
            </a:r>
            <a:r>
              <a:rPr lang="en-GB" sz="950" b="1" dirty="0">
                <a:solidFill>
                  <a:srgbClr val="0761AD"/>
                </a:solidFill>
                <a:latin typeface="Segoe UI"/>
              </a:rPr>
              <a:t>Number</a:t>
            </a:r>
            <a:r>
              <a:rPr lang="en-GB" sz="950" dirty="0">
                <a:solidFill>
                  <a:srgbClr val="444444"/>
                </a:solidFill>
                <a:latin typeface="Segoe UI"/>
              </a:rPr>
              <a:t>  —  Thresholds, limits, timeouts</a:t>
            </a:r>
          </a:p>
          <a:p>
            <a:pPr>
              <a:lnSpc>
                <a:spcPct val="120000"/>
              </a:lnSpc>
              <a:spcAft>
                <a:spcPts val="100"/>
              </a:spcAft>
            </a:pPr>
            <a:r>
              <a:rPr lang="en-GB" sz="950" dirty="0">
                <a:solidFill>
                  <a:srgbClr val="444444"/>
                </a:solidFill>
                <a:latin typeface="Segoe UI"/>
              </a:rPr>
              <a:t>•  </a:t>
            </a:r>
            <a:r>
              <a:rPr lang="en-GB" sz="950" b="1" dirty="0">
                <a:solidFill>
                  <a:srgbClr val="0761AD"/>
                </a:solidFill>
                <a:latin typeface="Segoe UI"/>
              </a:rPr>
              <a:t>Boolean</a:t>
            </a:r>
            <a:r>
              <a:rPr lang="en-GB" sz="950" dirty="0">
                <a:solidFill>
                  <a:srgbClr val="444444"/>
                </a:solidFill>
                <a:latin typeface="Segoe UI"/>
              </a:rPr>
              <a:t>  —  Feature flags, on/off switches</a:t>
            </a:r>
          </a:p>
          <a:p>
            <a:pPr>
              <a:lnSpc>
                <a:spcPct val="120000"/>
              </a:lnSpc>
              <a:spcAft>
                <a:spcPts val="100"/>
              </a:spcAft>
            </a:pPr>
            <a:r>
              <a:rPr lang="en-GB" sz="950" dirty="0">
                <a:solidFill>
                  <a:srgbClr val="444444"/>
                </a:solidFill>
                <a:latin typeface="Segoe UI"/>
              </a:rPr>
              <a:t>•  </a:t>
            </a:r>
            <a:r>
              <a:rPr lang="en-GB" sz="950" b="1" dirty="0">
                <a:solidFill>
                  <a:srgbClr val="0761AD"/>
                </a:solidFill>
                <a:latin typeface="Segoe UI"/>
              </a:rPr>
              <a:t>JSON</a:t>
            </a:r>
            <a:r>
              <a:rPr lang="en-GB" sz="950" dirty="0">
                <a:solidFill>
                  <a:srgbClr val="444444"/>
                </a:solidFill>
                <a:latin typeface="Segoe UI"/>
              </a:rPr>
              <a:t>  —  Structured config, multiple values in one variable</a:t>
            </a:r>
          </a:p>
          <a:p>
            <a:pPr>
              <a:lnSpc>
                <a:spcPct val="120000"/>
              </a:lnSpc>
            </a:pPr>
            <a:r>
              <a:rPr lang="en-GB" sz="950" dirty="0">
                <a:solidFill>
                  <a:srgbClr val="444444"/>
                </a:solidFill>
                <a:latin typeface="Segoe UI"/>
              </a:rPr>
              <a:t>•  </a:t>
            </a:r>
            <a:r>
              <a:rPr lang="en-GB" sz="950" b="1" dirty="0">
                <a:solidFill>
                  <a:srgbClr val="0761AD"/>
                </a:solidFill>
                <a:latin typeface="Segoe UI"/>
              </a:rPr>
              <a:t>Data Source</a:t>
            </a:r>
            <a:r>
              <a:rPr lang="en-GB" sz="950" dirty="0">
                <a:solidFill>
                  <a:srgbClr val="444444"/>
                </a:solidFill>
                <a:latin typeface="Segoe UI"/>
              </a:rPr>
              <a:t>  —  Points to a SharePoint list, Excel file, or similar</a:t>
            </a:r>
          </a:p>
        </p:txBody>
      </p:sp>
      <p:sp>
        <p:nvSpPr>
          <p:cNvPr id="28" name="Note"/>
          <p:cNvSpPr/>
          <p:nvPr/>
        </p:nvSpPr>
        <p:spPr>
          <a:xfrm>
            <a:off x="495300" y="5334300"/>
            <a:ext cx="5791200" cy="457200"/>
          </a:xfrm>
          <a:prstGeom prst="rect">
            <a:avLst/>
          </a:prstGeom>
          <a:solidFill>
            <a:srgbClr val="0F1F3D"/>
          </a:solidFill>
          <a:ln>
            <a:noFill/>
          </a:ln>
        </p:spPr>
        <p:txBody>
          <a:bodyPr wrap="square" lIns="182880" tIns="91440" rIns="182880" bIns="91440" anchor="ctr"/>
          <a:lstStyle/>
          <a:p>
            <a:r>
              <a:rPr lang="en-GB" sz="900" dirty="0">
                <a:solidFill>
                  <a:srgbClr val="AAAAAA"/>
                </a:solidFill>
                <a:latin typeface="Segoe UI"/>
              </a:rPr>
              <a:t>The </a:t>
            </a:r>
            <a:r>
              <a:rPr lang="en-GB" sz="900" b="1" dirty="0">
                <a:solidFill>
                  <a:srgbClr val="5B9BD5"/>
                </a:solidFill>
                <a:latin typeface="Segoe UI"/>
              </a:rPr>
              <a:t>variable definition travels with the solution</a:t>
            </a:r>
            <a:r>
              <a:rPr lang="en-GB" sz="900" dirty="0">
                <a:solidFill>
                  <a:srgbClr val="AAAAAA"/>
                </a:solidFill>
                <a:latin typeface="Segoe UI"/>
              </a:rPr>
              <a:t>. A </a:t>
            </a:r>
            <a:r>
              <a:rPr lang="en-GB" sz="900" b="1" dirty="0">
                <a:solidFill>
                  <a:srgbClr val="C55A11"/>
                </a:solidFill>
                <a:latin typeface="Segoe UI"/>
              </a:rPr>
              <a:t>default value</a:t>
            </a:r>
            <a:r>
              <a:rPr lang="en-GB" sz="900" dirty="0">
                <a:solidFill>
                  <a:srgbClr val="AAAAAA"/>
                </a:solidFill>
                <a:latin typeface="Segoe UI"/>
              </a:rPr>
              <a:t> can be set in the solution; the </a:t>
            </a:r>
            <a:r>
              <a:rPr lang="en-GB" sz="900" b="1" dirty="0">
                <a:solidFill>
                  <a:srgbClr val="C55A11"/>
                </a:solidFill>
                <a:latin typeface="Segoe UI"/>
              </a:rPr>
              <a:t>current value is set per environment</a:t>
            </a:r>
            <a:r>
              <a:rPr lang="en-GB" sz="900" dirty="0">
                <a:solidFill>
                  <a:srgbClr val="AAAAAA"/>
                </a:solidFill>
                <a:latin typeface="Segoe UI"/>
              </a:rPr>
              <a:t> and is never exported with the solution.</a:t>
            </a:r>
          </a:p>
        </p:txBody>
      </p:sp>
      <p:sp>
        <p:nvSpPr>
          <p:cNvPr id="40" name="WhyBg"/>
          <p:cNvSpPr/>
          <p:nvPr/>
        </p:nvSpPr>
        <p:spPr>
          <a:xfrm>
            <a:off x="6476400" y="1447800"/>
            <a:ext cx="5258400" cy="1828800"/>
          </a:xfrm>
          <a:prstGeom prst="rect">
            <a:avLst/>
          </a:prstGeom>
          <a:solidFill>
            <a:srgbClr val="F2F7FF"/>
          </a:solidFill>
          <a:ln w="9525">
            <a:solidFill>
              <a:srgbClr val="D0E4F5"/>
            </a:solidFill>
          </a:ln>
        </p:spPr>
        <p:txBody>
          <a:bodyPr/>
          <a:lstStyle/>
          <a:p>
            <a:endParaRPr/>
          </a:p>
        </p:txBody>
      </p:sp>
      <p:sp>
        <p:nvSpPr>
          <p:cNvPr id="41" name="WhyHdr"/>
          <p:cNvSpPr/>
          <p:nvPr/>
        </p:nvSpPr>
        <p:spPr>
          <a:xfrm>
            <a:off x="6476400" y="1447800"/>
            <a:ext cx="5258400" cy="304800"/>
          </a:xfrm>
          <a:prstGeom prst="rect">
            <a:avLst/>
          </a:prstGeom>
          <a:solidFill>
            <a:srgbClr val="1A87CD"/>
          </a:solidFill>
          <a:ln>
            <a:noFill/>
          </a:ln>
        </p:spPr>
        <p:txBody>
          <a:bodyPr lIns="182880" anchor="ctr"/>
          <a:lstStyle/>
          <a:p>
            <a:r>
              <a:rPr lang="en-GB" sz="1100" b="1" dirty="0">
                <a:solidFill>
                  <a:srgbClr val="FFFFFF"/>
                </a:solidFill>
                <a:latin typeface="Segoe UI"/>
              </a:rPr>
              <a:t>Why They Matter for ALM</a:t>
            </a:r>
          </a:p>
        </p:txBody>
      </p:sp>
      <p:sp>
        <p:nvSpPr>
          <p:cNvPr id="42" name="WhyBody"/>
          <p:cNvSpPr txBox="1"/>
          <p:nvPr/>
        </p:nvSpPr>
        <p:spPr>
          <a:xfrm>
            <a:off x="6514500" y="1790700"/>
            <a:ext cx="5182200" cy="1447800"/>
          </a:xfrm>
          <a:prstGeom prst="rect">
            <a:avLst/>
          </a:prstGeom>
          <a:noFill/>
        </p:spPr>
        <p:txBody>
          <a:bodyPr wrap="square" lIns="91440" tIns="57150" rIns="91440" bIns="57150"/>
          <a:lstStyle/>
          <a:p>
            <a:pPr>
              <a:lnSpc>
                <a:spcPct val="115000"/>
              </a:lnSpc>
              <a:spcAft>
                <a:spcPts val="150"/>
              </a:spcAft>
            </a:pPr>
            <a:r>
              <a:rPr lang="en-GB" sz="950" dirty="0">
                <a:solidFill>
                  <a:srgbClr val="444444"/>
                </a:solidFill>
                <a:latin typeface="Segoe UI"/>
              </a:rPr>
              <a:t>•  Keeps environment-specific config out of the solution — no hard-coded URLs, IDs, or secrets baked into flows and apps</a:t>
            </a:r>
          </a:p>
          <a:p>
            <a:pPr>
              <a:lnSpc>
                <a:spcPct val="115000"/>
              </a:lnSpc>
              <a:spcAft>
                <a:spcPts val="150"/>
              </a:spcAft>
            </a:pPr>
            <a:r>
              <a:rPr lang="en-GB" sz="950" dirty="0">
                <a:solidFill>
                  <a:srgbClr val="444444"/>
                </a:solidFill>
                <a:latin typeface="Segoe UI"/>
              </a:rPr>
              <a:t>•  The same solution can be imported into DEV, TEST, and PROD; each environment holds its own current value</a:t>
            </a:r>
          </a:p>
          <a:p>
            <a:pPr>
              <a:lnSpc>
                <a:spcPct val="115000"/>
              </a:lnSpc>
              <a:spcAft>
                <a:spcPts val="150"/>
              </a:spcAft>
            </a:pPr>
            <a:r>
              <a:rPr lang="en-GB" sz="950" dirty="0">
                <a:solidFill>
                  <a:srgbClr val="444444"/>
                </a:solidFill>
                <a:latin typeface="Segoe UI"/>
              </a:rPr>
              <a:t>•  Current values are </a:t>
            </a:r>
            <a:r>
              <a:rPr lang="en-GB" sz="950" b="1" dirty="0">
                <a:solidFill>
                  <a:srgbClr val="C55A11"/>
                </a:solidFill>
                <a:latin typeface="Segoe UI"/>
              </a:rPr>
              <a:t>never exported</a:t>
            </a:r>
            <a:r>
              <a:rPr lang="en-GB" sz="950" dirty="0">
                <a:solidFill>
                  <a:srgbClr val="444444"/>
                </a:solidFill>
                <a:latin typeface="Segoe UI"/>
              </a:rPr>
              <a:t> with the solution — production values are never committed to source control</a:t>
            </a:r>
          </a:p>
          <a:p>
            <a:pPr>
              <a:lnSpc>
                <a:spcPct val="115000"/>
              </a:lnSpc>
            </a:pPr>
            <a:r>
              <a:rPr lang="en-GB" sz="950" dirty="0">
                <a:solidFill>
                  <a:srgbClr val="444444"/>
                </a:solidFill>
                <a:latin typeface="Segoe UI"/>
              </a:rPr>
              <a:t>•  Can be referenced in flows, canvas apps, and custom connector definitions</a:t>
            </a:r>
          </a:p>
        </p:txBody>
      </p:sp>
      <p:sp>
        <p:nvSpPr>
          <p:cNvPr id="50" name="SceHdr"/>
          <p:cNvSpPr/>
          <p:nvPr/>
        </p:nvSpPr>
        <p:spPr>
          <a:xfrm>
            <a:off x="6476400" y="3352200"/>
            <a:ext cx="5258400" cy="304800"/>
          </a:xfrm>
          <a:prstGeom prst="rect">
            <a:avLst/>
          </a:prstGeom>
          <a:solidFill>
            <a:srgbClr val="0761AD"/>
          </a:solidFill>
          <a:ln>
            <a:noFill/>
          </a:ln>
        </p:spPr>
        <p:txBody>
          <a:bodyPr lIns="182880" anchor="ctr"/>
          <a:lstStyle/>
          <a:p>
            <a:r>
              <a:rPr lang="en-GB" sz="1100" b="1" dirty="0">
                <a:solidFill>
                  <a:srgbClr val="FFFFFF"/>
                </a:solidFill>
                <a:latin typeface="Segoe UI"/>
              </a:rPr>
              <a:t>When Environment Variables Are Set</a:t>
            </a:r>
          </a:p>
        </p:txBody>
      </p:sp>
      <p:sp>
        <p:nvSpPr>
          <p:cNvPr id="51" name="SC1Bg"/>
          <p:cNvSpPr/>
          <p:nvPr/>
        </p:nvSpPr>
        <p:spPr>
          <a:xfrm>
            <a:off x="6476400" y="3695100"/>
            <a:ext cx="2553300" cy="1066800"/>
          </a:xfrm>
          <a:prstGeom prst="rect">
            <a:avLst/>
          </a:prstGeom>
          <a:solidFill>
            <a:srgbClr val="FFFFFF"/>
          </a:solidFill>
          <a:ln w="9525">
            <a:solidFill>
              <a:srgbClr val="D0E4F5"/>
            </a:solidFill>
          </a:ln>
        </p:spPr>
        <p:txBody>
          <a:bodyPr/>
          <a:lstStyle/>
          <a:p>
            <a:endParaRPr/>
          </a:p>
        </p:txBody>
      </p:sp>
      <p:sp>
        <p:nvSpPr>
          <p:cNvPr id="52" name="SC1Acc"/>
          <p:cNvSpPr/>
          <p:nvPr/>
        </p:nvSpPr>
        <p:spPr>
          <a:xfrm>
            <a:off x="6476400" y="3695100"/>
            <a:ext cx="38100" cy="1066800"/>
          </a:xfrm>
          <a:prstGeom prst="rect">
            <a:avLst/>
          </a:prstGeom>
          <a:solidFill>
            <a:srgbClr val="1A87CD"/>
          </a:solidFill>
          <a:ln>
            <a:noFill/>
          </a:ln>
        </p:spPr>
        <p:txBody>
          <a:bodyPr/>
          <a:lstStyle/>
          <a:p>
            <a:endParaRPr/>
          </a:p>
        </p:txBody>
      </p:sp>
      <p:sp>
        <p:nvSpPr>
          <p:cNvPr id="53" name="SC1Txt"/>
          <p:cNvSpPr txBox="1"/>
          <p:nvPr/>
        </p:nvSpPr>
        <p:spPr>
          <a:xfrm>
            <a:off x="6552600" y="3695100"/>
            <a:ext cx="2438700" cy="1066800"/>
          </a:xfrm>
          <a:prstGeom prst="rect">
            <a:avLst/>
          </a:prstGeom>
          <a:noFill/>
        </p:spPr>
        <p:txBody>
          <a:bodyPr wrap="square" lIns="91440" tIns="91440" rIns="91440" bIns="91440"/>
          <a:lstStyle/>
          <a:p>
            <a:r>
              <a:rPr lang="en-GB" sz="950" b="1" dirty="0">
                <a:solidFill>
                  <a:srgbClr val="1A87CD"/>
                </a:solidFill>
                <a:latin typeface="Segoe UI"/>
              </a:rPr>
              <a:t>1  During Component Build</a:t>
            </a:r>
          </a:p>
          <a:p>
            <a:pPr>
              <a:lnSpc>
                <a:spcPct val="115000"/>
              </a:lnSpc>
            </a:pPr>
            <a:r>
              <a:rPr lang="en-GB" sz="900" dirty="0">
                <a:solidFill>
                  <a:srgbClr val="555555"/>
                </a:solidFill>
                <a:latin typeface="Segoe UI"/>
              </a:rPr>
              <a:t>Created and given a default value in DEV when building the solution. Current value left blank for target environments.</a:t>
            </a:r>
          </a:p>
        </p:txBody>
      </p:sp>
      <p:sp>
        <p:nvSpPr>
          <p:cNvPr id="54" name="SC2Bg"/>
          <p:cNvSpPr/>
          <p:nvPr/>
        </p:nvSpPr>
        <p:spPr>
          <a:xfrm>
            <a:off x="9181500" y="3695100"/>
            <a:ext cx="2553300" cy="1066800"/>
          </a:xfrm>
          <a:prstGeom prst="rect">
            <a:avLst/>
          </a:prstGeom>
          <a:solidFill>
            <a:srgbClr val="FFFFFF"/>
          </a:solidFill>
          <a:ln w="9525">
            <a:solidFill>
              <a:srgbClr val="D0E4F5"/>
            </a:solidFill>
          </a:ln>
        </p:spPr>
        <p:txBody>
          <a:bodyPr/>
          <a:lstStyle/>
          <a:p>
            <a:endParaRPr/>
          </a:p>
        </p:txBody>
      </p:sp>
      <p:sp>
        <p:nvSpPr>
          <p:cNvPr id="55" name="SC2Acc"/>
          <p:cNvSpPr/>
          <p:nvPr/>
        </p:nvSpPr>
        <p:spPr>
          <a:xfrm>
            <a:off x="9181500" y="3695100"/>
            <a:ext cx="38100" cy="1066800"/>
          </a:xfrm>
          <a:prstGeom prst="rect">
            <a:avLst/>
          </a:prstGeom>
          <a:solidFill>
            <a:srgbClr val="1A87CD"/>
          </a:solidFill>
          <a:ln>
            <a:noFill/>
          </a:ln>
        </p:spPr>
        <p:txBody>
          <a:bodyPr/>
          <a:lstStyle/>
          <a:p>
            <a:endParaRPr/>
          </a:p>
        </p:txBody>
      </p:sp>
      <p:sp>
        <p:nvSpPr>
          <p:cNvPr id="56" name="SC2Txt"/>
          <p:cNvSpPr txBox="1"/>
          <p:nvPr/>
        </p:nvSpPr>
        <p:spPr>
          <a:xfrm>
            <a:off x="9257700" y="3695100"/>
            <a:ext cx="2438700" cy="1066800"/>
          </a:xfrm>
          <a:prstGeom prst="rect">
            <a:avLst/>
          </a:prstGeom>
          <a:noFill/>
        </p:spPr>
        <p:txBody>
          <a:bodyPr wrap="square" lIns="91440" tIns="91440" rIns="91440" bIns="91440"/>
          <a:lstStyle/>
          <a:p>
            <a:r>
              <a:rPr lang="en-GB" sz="950" b="1" dirty="0">
                <a:solidFill>
                  <a:srgbClr val="1A87CD"/>
                </a:solidFill>
                <a:latin typeface="Segoe UI"/>
              </a:rPr>
              <a:t>2  Manual Import</a:t>
            </a:r>
          </a:p>
          <a:p>
            <a:pPr>
              <a:lnSpc>
                <a:spcPct val="115000"/>
              </a:lnSpc>
            </a:pPr>
            <a:r>
              <a:rPr lang="en-GB" sz="900" dirty="0">
                <a:solidFill>
                  <a:srgbClr val="555555"/>
                </a:solidFill>
                <a:latin typeface="Segoe UI"/>
              </a:rPr>
              <a:t>The import wizard prompts you to enter current values for each environment variable in the solution</a:t>
            </a:r>
          </a:p>
        </p:txBody>
      </p:sp>
      <p:sp>
        <p:nvSpPr>
          <p:cNvPr id="57" name="SC3Bg"/>
          <p:cNvSpPr/>
          <p:nvPr/>
        </p:nvSpPr>
        <p:spPr>
          <a:xfrm>
            <a:off x="6476400" y="4800600"/>
            <a:ext cx="2553300" cy="1066800"/>
          </a:xfrm>
          <a:prstGeom prst="rect">
            <a:avLst/>
          </a:prstGeom>
          <a:solidFill>
            <a:srgbClr val="FFFFFF"/>
          </a:solidFill>
          <a:ln w="9525">
            <a:solidFill>
              <a:srgbClr val="D0E4F5"/>
            </a:solidFill>
          </a:ln>
        </p:spPr>
        <p:txBody>
          <a:bodyPr/>
          <a:lstStyle/>
          <a:p>
            <a:endParaRPr/>
          </a:p>
        </p:txBody>
      </p:sp>
      <p:sp>
        <p:nvSpPr>
          <p:cNvPr id="58" name="SC3Acc"/>
          <p:cNvSpPr/>
          <p:nvPr/>
        </p:nvSpPr>
        <p:spPr>
          <a:xfrm>
            <a:off x="6476400" y="4800600"/>
            <a:ext cx="38100" cy="1066800"/>
          </a:xfrm>
          <a:prstGeom prst="rect">
            <a:avLst/>
          </a:prstGeom>
          <a:solidFill>
            <a:srgbClr val="0761AD"/>
          </a:solidFill>
          <a:ln>
            <a:noFill/>
          </a:ln>
        </p:spPr>
        <p:txBody>
          <a:bodyPr/>
          <a:lstStyle/>
          <a:p>
            <a:endParaRPr/>
          </a:p>
        </p:txBody>
      </p:sp>
      <p:sp>
        <p:nvSpPr>
          <p:cNvPr id="59" name="SC3Txt"/>
          <p:cNvSpPr txBox="1"/>
          <p:nvPr/>
        </p:nvSpPr>
        <p:spPr>
          <a:xfrm>
            <a:off x="6552600" y="4800600"/>
            <a:ext cx="2438700" cy="1066800"/>
          </a:xfrm>
          <a:prstGeom prst="rect">
            <a:avLst/>
          </a:prstGeom>
          <a:noFill/>
        </p:spPr>
        <p:txBody>
          <a:bodyPr wrap="square" lIns="91440" tIns="91440" rIns="91440" bIns="91440"/>
          <a:lstStyle/>
          <a:p>
            <a:r>
              <a:rPr lang="en-GB" sz="950" b="1" dirty="0">
                <a:solidFill>
                  <a:srgbClr val="0761AD"/>
                </a:solidFill>
                <a:latin typeface="Segoe UI"/>
              </a:rPr>
              <a:t>3  OOB Pipelines</a:t>
            </a:r>
          </a:p>
          <a:p>
            <a:pPr>
              <a:lnSpc>
                <a:spcPct val="115000"/>
              </a:lnSpc>
            </a:pPr>
            <a:r>
              <a:rPr lang="en-GB" sz="900" dirty="0">
                <a:solidFill>
                  <a:srgbClr val="555555"/>
                </a:solidFill>
                <a:latin typeface="Segoe UI"/>
              </a:rPr>
              <a:t>The Pipelines deployment screen prompts you to enter values for environment variables before deployment</a:t>
            </a:r>
          </a:p>
        </p:txBody>
      </p:sp>
      <p:sp>
        <p:nvSpPr>
          <p:cNvPr id="60" name="SC4Bg"/>
          <p:cNvSpPr/>
          <p:nvPr/>
        </p:nvSpPr>
        <p:spPr>
          <a:xfrm>
            <a:off x="9181500" y="4800600"/>
            <a:ext cx="2553300" cy="1066800"/>
          </a:xfrm>
          <a:prstGeom prst="rect">
            <a:avLst/>
          </a:prstGeom>
          <a:solidFill>
            <a:srgbClr val="FFFFFF"/>
          </a:solidFill>
          <a:ln w="9525">
            <a:solidFill>
              <a:srgbClr val="D0E4F5"/>
            </a:solidFill>
          </a:ln>
        </p:spPr>
        <p:txBody>
          <a:bodyPr/>
          <a:lstStyle/>
          <a:p>
            <a:endParaRPr/>
          </a:p>
        </p:txBody>
      </p:sp>
      <p:sp>
        <p:nvSpPr>
          <p:cNvPr id="61" name="SC4Acc"/>
          <p:cNvSpPr/>
          <p:nvPr/>
        </p:nvSpPr>
        <p:spPr>
          <a:xfrm>
            <a:off x="9181500" y="4800600"/>
            <a:ext cx="38100" cy="1066800"/>
          </a:xfrm>
          <a:prstGeom prst="rect">
            <a:avLst/>
          </a:prstGeom>
          <a:solidFill>
            <a:srgbClr val="0F3460"/>
          </a:solidFill>
          <a:ln>
            <a:noFill/>
          </a:ln>
        </p:spPr>
        <p:txBody>
          <a:bodyPr/>
          <a:lstStyle/>
          <a:p>
            <a:endParaRPr/>
          </a:p>
        </p:txBody>
      </p:sp>
      <p:sp>
        <p:nvSpPr>
          <p:cNvPr id="62" name="SC4Txt"/>
          <p:cNvSpPr txBox="1"/>
          <p:nvPr/>
        </p:nvSpPr>
        <p:spPr>
          <a:xfrm>
            <a:off x="9257700" y="4800600"/>
            <a:ext cx="2438700" cy="1066800"/>
          </a:xfrm>
          <a:prstGeom prst="rect">
            <a:avLst/>
          </a:prstGeom>
          <a:noFill/>
        </p:spPr>
        <p:txBody>
          <a:bodyPr wrap="square" lIns="91440" tIns="91440" rIns="91440" bIns="91440"/>
          <a:lstStyle/>
          <a:p>
            <a:r>
              <a:rPr lang="en-GB" sz="950" b="1" dirty="0">
                <a:solidFill>
                  <a:srgbClr val="0F3460"/>
                </a:solidFill>
                <a:latin typeface="Segoe UI"/>
              </a:rPr>
              <a:t>4  PAC CLI / Pipelines</a:t>
            </a:r>
          </a:p>
          <a:p>
            <a:pPr>
              <a:lnSpc>
                <a:spcPct val="115000"/>
              </a:lnSpc>
            </a:pPr>
            <a:r>
              <a:rPr lang="en-GB" sz="900" dirty="0">
                <a:solidFill>
                  <a:srgbClr val="555555"/>
                </a:solidFill>
                <a:latin typeface="Segoe UI"/>
              </a:rPr>
              <a:t>Values supplied in the deployment settings JSON file passed to pac solution import or the Build Tools task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normAutofit/>
          </a:bodyPr>
          <a:lstStyle/>
          <a:p>
            <a:r>
              <a:rPr lang="en-GB" dirty="0"/>
              <a:t>Deployment Settings</a:t>
            </a:r>
          </a:p>
        </p:txBody>
      </p:sp>
      <p:sp>
        <p:nvSpPr>
          <p:cNvPr id="10" name="DefBg"/>
          <p:cNvSpPr/>
          <p:nvPr/>
        </p:nvSpPr>
        <p:spPr>
          <a:xfrm>
            <a:off x="457200" y="914400"/>
            <a:ext cx="11277600" cy="457200"/>
          </a:xfrm>
          <a:prstGeom prst="rect">
            <a:avLst/>
          </a:prstGeom>
          <a:solidFill>
            <a:srgbClr val="EBF5FB"/>
          </a:solidFill>
          <a:ln w="19050">
            <a:solidFill>
              <a:srgbClr val="0761AD"/>
            </a:solidFill>
          </a:ln>
        </p:spPr>
        <p:txBody>
          <a:bodyPr/>
          <a:lstStyle/>
          <a:p>
            <a:endParaRPr/>
          </a:p>
        </p:txBody>
      </p:sp>
      <p:sp>
        <p:nvSpPr>
          <p:cNvPr id="11" name="DefAcc"/>
          <p:cNvSpPr/>
          <p:nvPr/>
        </p:nvSpPr>
        <p:spPr>
          <a:xfrm>
            <a:off x="457200" y="914400"/>
            <a:ext cx="57150" cy="457200"/>
          </a:xfrm>
          <a:prstGeom prst="rect">
            <a:avLst/>
          </a:prstGeom>
          <a:solidFill>
            <a:srgbClr val="0761AD"/>
          </a:solidFill>
          <a:ln>
            <a:noFill/>
          </a:ln>
        </p:spPr>
        <p:txBody>
          <a:bodyPr/>
          <a:lstStyle/>
          <a:p>
            <a:endParaRPr/>
          </a:p>
        </p:txBody>
      </p:sp>
      <p:sp>
        <p:nvSpPr>
          <p:cNvPr id="12" name="DefTxt"/>
          <p:cNvSpPr txBox="1"/>
          <p:nvPr/>
        </p:nvSpPr>
        <p:spPr>
          <a:xfrm>
            <a:off x="571500" y="914400"/>
            <a:ext cx="11163300" cy="457200"/>
          </a:xfrm>
          <a:prstGeom prst="rect">
            <a:avLst/>
          </a:prstGeom>
          <a:noFill/>
        </p:spPr>
        <p:txBody>
          <a:bodyPr wrap="square" lIns="91440" tIns="57150" rIns="91440" bIns="57150" anchor="ctr"/>
          <a:lstStyle/>
          <a:p>
            <a:r>
              <a:rPr lang="en-GB" sz="1100" b="1" dirty="0">
                <a:solidFill>
                  <a:srgbClr val="0761AD"/>
                </a:solidFill>
                <a:latin typeface="Segoe UI"/>
              </a:rPr>
              <a:t>A Deployment Settings file </a:t>
            </a:r>
            <a:r>
              <a:rPr lang="en-GB" sz="1100" dirty="0">
                <a:solidFill>
                  <a:srgbClr val="333333"/>
                </a:solidFill>
                <a:latin typeface="Segoe UI"/>
              </a:rPr>
              <a:t>is a JSON file that pre-populates both Connection References and Environment Variables for a target environment, enabling fully automated, non-interactive solution imports in CI/CD pipelines.</a:t>
            </a:r>
          </a:p>
        </p:txBody>
      </p:sp>
      <p:sp>
        <p:nvSpPr>
          <p:cNvPr id="20" name="GenBg"/>
          <p:cNvSpPr/>
          <p:nvPr/>
        </p:nvSpPr>
        <p:spPr>
          <a:xfrm>
            <a:off x="457200" y="1447800"/>
            <a:ext cx="5562600" cy="1384024"/>
          </a:xfrm>
          <a:prstGeom prst="rect">
            <a:avLst/>
          </a:prstGeom>
          <a:solidFill>
            <a:srgbClr val="F2F7FF"/>
          </a:solidFill>
          <a:ln w="9525">
            <a:solidFill>
              <a:srgbClr val="D0E4F5"/>
            </a:solidFill>
          </a:ln>
        </p:spPr>
        <p:txBody>
          <a:bodyPr/>
          <a:lstStyle/>
          <a:p>
            <a:endParaRPr/>
          </a:p>
        </p:txBody>
      </p:sp>
      <p:sp>
        <p:nvSpPr>
          <p:cNvPr id="21" name="GenHdr"/>
          <p:cNvSpPr/>
          <p:nvPr/>
        </p:nvSpPr>
        <p:spPr>
          <a:xfrm>
            <a:off x="457200" y="1447800"/>
            <a:ext cx="5562600" cy="304800"/>
          </a:xfrm>
          <a:prstGeom prst="rect">
            <a:avLst/>
          </a:prstGeom>
          <a:solidFill>
            <a:srgbClr val="0761AD"/>
          </a:solidFill>
          <a:ln>
            <a:noFill/>
          </a:ln>
        </p:spPr>
        <p:txBody>
          <a:bodyPr lIns="182880" anchor="ctr"/>
          <a:lstStyle/>
          <a:p>
            <a:r>
              <a:rPr lang="en-GB" sz="1100" b="1" dirty="0">
                <a:solidFill>
                  <a:srgbClr val="FFFFFF"/>
                </a:solidFill>
                <a:latin typeface="Segoe UI"/>
              </a:rPr>
              <a:t>Step 1 — Generate the Settings File</a:t>
            </a:r>
          </a:p>
        </p:txBody>
      </p:sp>
      <p:sp>
        <p:nvSpPr>
          <p:cNvPr id="22" name="GenBody"/>
          <p:cNvSpPr txBox="1"/>
          <p:nvPr/>
        </p:nvSpPr>
        <p:spPr>
          <a:xfrm>
            <a:off x="495300" y="1790700"/>
            <a:ext cx="5486400" cy="1041124"/>
          </a:xfrm>
          <a:prstGeom prst="rect">
            <a:avLst/>
          </a:prstGeom>
          <a:noFill/>
        </p:spPr>
        <p:txBody>
          <a:bodyPr wrap="square" lIns="91440" tIns="57150" rIns="91440" bIns="57150"/>
          <a:lstStyle/>
          <a:p>
            <a:pPr>
              <a:lnSpc>
                <a:spcPct val="115000"/>
              </a:lnSpc>
              <a:spcAft>
                <a:spcPts val="150"/>
              </a:spcAft>
            </a:pPr>
            <a:r>
              <a:rPr lang="en-GB" sz="950" dirty="0">
                <a:solidFill>
                  <a:srgbClr val="555555"/>
                </a:solidFill>
                <a:latin typeface="Segoe UI"/>
              </a:rPr>
              <a:t>Run against an exported solution zip or unpacked solution folder:</a:t>
            </a:r>
          </a:p>
          <a:p>
            <a:pPr marL="228600">
              <a:lnSpc>
                <a:spcPct val="130000"/>
              </a:lnSpc>
            </a:pPr>
            <a:r>
              <a:rPr lang="en-GB" sz="1000" b="1" dirty="0">
                <a:solidFill>
                  <a:srgbClr val="00CBBB"/>
                </a:solidFill>
                <a:latin typeface="Courier New"/>
              </a:rPr>
              <a:t>pac solution create-settings</a:t>
            </a:r>
            <a:r>
              <a:rPr lang="en-GB" sz="1000" dirty="0">
                <a:solidFill>
                  <a:srgbClr val="5B9BD5"/>
                </a:solidFill>
                <a:latin typeface="Courier New"/>
              </a:rPr>
              <a:t> --solution-zip MySolution.zip --settings-file settings.json</a:t>
            </a:r>
          </a:p>
          <a:p>
            <a:pPr>
              <a:spcBef>
                <a:spcPts val="150"/>
              </a:spcBef>
            </a:pPr>
            <a:r>
              <a:rPr lang="en-GB" sz="950" dirty="0">
                <a:solidFill>
                  <a:srgbClr val="555555"/>
                </a:solidFill>
                <a:latin typeface="Segoe UI"/>
              </a:rPr>
              <a:t>This produces a JSON file with empty values for all connection references and environment variables. Fill in the target environment values before committing to your pipeline.</a:t>
            </a:r>
          </a:p>
        </p:txBody>
      </p:sp>
      <p:sp>
        <p:nvSpPr>
          <p:cNvPr id="30" name="JSONBg"/>
          <p:cNvSpPr/>
          <p:nvPr/>
        </p:nvSpPr>
        <p:spPr>
          <a:xfrm>
            <a:off x="457200" y="2996648"/>
            <a:ext cx="5562600" cy="3260035"/>
          </a:xfrm>
          <a:prstGeom prst="rect">
            <a:avLst/>
          </a:prstGeom>
          <a:solidFill>
            <a:srgbClr val="0F1F3D"/>
          </a:solidFill>
          <a:ln w="9525">
            <a:solidFill>
              <a:srgbClr val="0761AD"/>
            </a:solidFill>
          </a:ln>
        </p:spPr>
        <p:txBody>
          <a:bodyPr/>
          <a:lstStyle/>
          <a:p>
            <a:endParaRPr/>
          </a:p>
        </p:txBody>
      </p:sp>
      <p:sp>
        <p:nvSpPr>
          <p:cNvPr id="31" name="JSONHdr"/>
          <p:cNvSpPr/>
          <p:nvPr/>
        </p:nvSpPr>
        <p:spPr>
          <a:xfrm>
            <a:off x="457200" y="2997476"/>
            <a:ext cx="5562600" cy="266700"/>
          </a:xfrm>
          <a:prstGeom prst="rect">
            <a:avLst/>
          </a:prstGeom>
          <a:solidFill>
            <a:srgbClr val="0761AD"/>
          </a:solidFill>
          <a:ln>
            <a:noFill/>
          </a:ln>
        </p:spPr>
        <p:txBody>
          <a:bodyPr lIns="182880" anchor="ctr"/>
          <a:lstStyle/>
          <a:p>
            <a:r>
              <a:rPr lang="en-GB" sz="1000" b="1" dirty="0">
                <a:solidFill>
                  <a:srgbClr val="FFFFFF"/>
                </a:solidFill>
                <a:latin typeface="Segoe UI"/>
              </a:rPr>
              <a:t>Step 2 — Populate the File  (settings.json)</a:t>
            </a:r>
          </a:p>
        </p:txBody>
      </p:sp>
      <p:sp>
        <p:nvSpPr>
          <p:cNvPr id="32" name="JSONCode"/>
          <p:cNvSpPr txBox="1"/>
          <p:nvPr/>
        </p:nvSpPr>
        <p:spPr>
          <a:xfrm>
            <a:off x="533400" y="3429000"/>
            <a:ext cx="5410200" cy="2827683"/>
          </a:xfrm>
          <a:prstGeom prst="rect">
            <a:avLst/>
          </a:prstGeom>
          <a:noFill/>
        </p:spPr>
        <p:txBody>
          <a:bodyPr wrap="square" lIns="91440" tIns="57150" rIns="91440" bIns="57150"/>
          <a:lstStyle/>
          <a:p>
            <a:r>
              <a:rPr lang="en-GB" sz="880" dirty="0">
                <a:solidFill>
                  <a:srgbClr val="CCCCCC"/>
                </a:solidFill>
                <a:latin typeface="Courier New"/>
              </a:rPr>
              <a:t>{</a:t>
            </a:r>
          </a:p>
          <a:p>
            <a:pPr marL="228600"/>
            <a:r>
              <a:rPr lang="en-GB" sz="880" b="1" dirty="0">
                <a:solidFill>
                  <a:srgbClr val="1A87CD"/>
                </a:solidFill>
                <a:latin typeface="Courier New"/>
              </a:rPr>
              <a:t>"EnvironmentVariables"</a:t>
            </a:r>
            <a:r>
              <a:rPr lang="en-GB" sz="880" dirty="0">
                <a:solidFill>
                  <a:srgbClr val="CCCCCC"/>
                </a:solidFill>
                <a:latin typeface="Courier New"/>
              </a:rPr>
              <a:t>: [</a:t>
            </a:r>
          </a:p>
          <a:p>
            <a:pPr marL="456200"/>
            <a:r>
              <a:rPr lang="en-GB" sz="880" dirty="0">
                <a:solidFill>
                  <a:srgbClr val="AAAAAA"/>
                </a:solidFill>
                <a:latin typeface="Courier New"/>
              </a:rPr>
              <a:t>{</a:t>
            </a:r>
          </a:p>
          <a:p>
            <a:pPr marL="685800"/>
            <a:r>
              <a:rPr lang="en-GB" sz="880" dirty="0">
                <a:solidFill>
                  <a:srgbClr val="00CBBB"/>
                </a:solidFill>
                <a:latin typeface="Courier New"/>
              </a:rPr>
              <a:t>"SchemaName"</a:t>
            </a:r>
            <a:r>
              <a:rPr lang="en-GB" sz="880" dirty="0">
                <a:solidFill>
                  <a:srgbClr val="AAAAAA"/>
                </a:solidFill>
                <a:latin typeface="Courier New"/>
              </a:rPr>
              <a:t>: </a:t>
            </a:r>
            <a:r>
              <a:rPr lang="en-GB" sz="880" dirty="0">
                <a:solidFill>
                  <a:srgbClr val="98C379"/>
                </a:solidFill>
                <a:latin typeface="Courier New"/>
              </a:rPr>
              <a:t>"cr123_SiteUrl"</a:t>
            </a:r>
            <a:r>
              <a:rPr lang="en-GB" sz="880" dirty="0">
                <a:solidFill>
                  <a:srgbClr val="AAAAAA"/>
                </a:solidFill>
                <a:latin typeface="Courier New"/>
              </a:rPr>
              <a:t>,</a:t>
            </a:r>
          </a:p>
          <a:p>
            <a:pPr marL="685800"/>
            <a:r>
              <a:rPr lang="en-GB" sz="880" dirty="0">
                <a:solidFill>
                  <a:srgbClr val="00CBBB"/>
                </a:solidFill>
                <a:latin typeface="Courier New"/>
              </a:rPr>
              <a:t>"Value"</a:t>
            </a:r>
            <a:r>
              <a:rPr lang="en-GB" sz="880" dirty="0">
                <a:solidFill>
                  <a:srgbClr val="AAAAAA"/>
                </a:solidFill>
                <a:latin typeface="Courier New"/>
              </a:rPr>
              <a:t>: </a:t>
            </a:r>
            <a:r>
              <a:rPr lang="en-GB" sz="880" dirty="0">
                <a:solidFill>
                  <a:srgbClr val="98C379"/>
                </a:solidFill>
                <a:latin typeface="Courier New"/>
              </a:rPr>
              <a:t>"https://contoso.sharepoint.com"</a:t>
            </a:r>
          </a:p>
          <a:p>
            <a:pPr marL="456200"/>
            <a:r>
              <a:rPr lang="en-GB" sz="880" dirty="0">
                <a:solidFill>
                  <a:srgbClr val="AAAAAA"/>
                </a:solidFill>
                <a:latin typeface="Courier New"/>
              </a:rPr>
              <a:t>}</a:t>
            </a:r>
          </a:p>
          <a:p>
            <a:pPr marL="228600"/>
            <a:r>
              <a:rPr lang="en-GB" sz="880" dirty="0">
                <a:solidFill>
                  <a:srgbClr val="CCCCCC"/>
                </a:solidFill>
                <a:latin typeface="Courier New"/>
              </a:rPr>
              <a:t>],</a:t>
            </a:r>
          </a:p>
          <a:p>
            <a:pPr marL="228600"/>
            <a:r>
              <a:rPr lang="en-GB" sz="880" b="1" dirty="0">
                <a:solidFill>
                  <a:srgbClr val="1A87CD"/>
                </a:solidFill>
                <a:latin typeface="Courier New"/>
              </a:rPr>
              <a:t>"ConnectionReferences"</a:t>
            </a:r>
            <a:r>
              <a:rPr lang="en-GB" sz="880" dirty="0">
                <a:solidFill>
                  <a:srgbClr val="CCCCCC"/>
                </a:solidFill>
                <a:latin typeface="Courier New"/>
              </a:rPr>
              <a:t>: [</a:t>
            </a:r>
          </a:p>
          <a:p>
            <a:pPr marL="456200"/>
            <a:r>
              <a:rPr lang="en-GB" sz="880" dirty="0">
                <a:solidFill>
                  <a:srgbClr val="AAAAAA"/>
                </a:solidFill>
                <a:latin typeface="Courier New"/>
              </a:rPr>
              <a:t>{</a:t>
            </a:r>
          </a:p>
          <a:p>
            <a:pPr marL="685800"/>
            <a:r>
              <a:rPr lang="en-GB" sz="880" dirty="0">
                <a:solidFill>
                  <a:srgbClr val="00CBBB"/>
                </a:solidFill>
                <a:latin typeface="Courier New"/>
              </a:rPr>
              <a:t>"LogicalName"</a:t>
            </a:r>
            <a:r>
              <a:rPr lang="en-GB" sz="880" dirty="0">
                <a:solidFill>
                  <a:srgbClr val="AAAAAA"/>
                </a:solidFill>
                <a:latin typeface="Courier New"/>
              </a:rPr>
              <a:t>: </a:t>
            </a:r>
            <a:r>
              <a:rPr lang="en-GB" sz="880" dirty="0">
                <a:solidFill>
                  <a:srgbClr val="98C379"/>
                </a:solidFill>
                <a:latin typeface="Courier New"/>
              </a:rPr>
              <a:t>"cr123_SharePoint"</a:t>
            </a:r>
            <a:r>
              <a:rPr lang="en-GB" sz="880" dirty="0">
                <a:solidFill>
                  <a:srgbClr val="AAAAAA"/>
                </a:solidFill>
                <a:latin typeface="Courier New"/>
              </a:rPr>
              <a:t>,</a:t>
            </a:r>
          </a:p>
          <a:p>
            <a:pPr marL="685800"/>
            <a:r>
              <a:rPr lang="en-GB" sz="880" dirty="0">
                <a:solidFill>
                  <a:srgbClr val="00CBBB"/>
                </a:solidFill>
                <a:latin typeface="Courier New"/>
              </a:rPr>
              <a:t>"ConnectionId"</a:t>
            </a:r>
            <a:r>
              <a:rPr lang="en-GB" sz="880" dirty="0">
                <a:solidFill>
                  <a:srgbClr val="AAAAAA"/>
                </a:solidFill>
                <a:latin typeface="Courier New"/>
              </a:rPr>
              <a:t>: </a:t>
            </a:r>
            <a:r>
              <a:rPr lang="en-GB" sz="880" dirty="0">
                <a:solidFill>
                  <a:srgbClr val="98C379"/>
                </a:solidFill>
                <a:latin typeface="Courier New"/>
              </a:rPr>
              <a:t>"a1b2c3d4e5f6..."</a:t>
            </a:r>
            <a:r>
              <a:rPr lang="en-GB" sz="880" dirty="0">
                <a:solidFill>
                  <a:srgbClr val="AAAAAA"/>
                </a:solidFill>
                <a:latin typeface="Courier New"/>
              </a:rPr>
              <a:t>,</a:t>
            </a:r>
          </a:p>
          <a:p>
            <a:pPr marL="685800"/>
            <a:r>
              <a:rPr lang="en-GB" sz="880" dirty="0">
                <a:solidFill>
                  <a:srgbClr val="00CBBB"/>
                </a:solidFill>
                <a:latin typeface="Courier New"/>
              </a:rPr>
              <a:t>"ConnectorId"</a:t>
            </a:r>
            <a:r>
              <a:rPr lang="en-GB" sz="880" dirty="0">
                <a:solidFill>
                  <a:srgbClr val="AAAAAA"/>
                </a:solidFill>
                <a:latin typeface="Courier New"/>
              </a:rPr>
              <a:t>: </a:t>
            </a:r>
            <a:r>
              <a:rPr lang="en-GB" sz="880" dirty="0">
                <a:solidFill>
                  <a:srgbClr val="98C379"/>
                </a:solidFill>
                <a:latin typeface="Courier New"/>
              </a:rPr>
              <a:t>"/providers/Microsoft.PowerApps/apis/shared_sharepointonline"</a:t>
            </a:r>
          </a:p>
          <a:p>
            <a:pPr marL="456200"/>
            <a:r>
              <a:rPr lang="en-GB" sz="880" dirty="0">
                <a:solidFill>
                  <a:srgbClr val="AAAAAA"/>
                </a:solidFill>
                <a:latin typeface="Courier New"/>
              </a:rPr>
              <a:t>}</a:t>
            </a:r>
          </a:p>
          <a:p>
            <a:pPr marL="228600"/>
            <a:r>
              <a:rPr lang="en-GB" sz="880" dirty="0">
                <a:solidFill>
                  <a:srgbClr val="CCCCCC"/>
                </a:solidFill>
                <a:latin typeface="Courier New"/>
              </a:rPr>
              <a:t>]</a:t>
            </a:r>
          </a:p>
          <a:p>
            <a:r>
              <a:rPr lang="en-GB" sz="880" dirty="0">
                <a:solidFill>
                  <a:srgbClr val="CCCCCC"/>
                </a:solidFill>
                <a:latin typeface="Courier New"/>
              </a:rPr>
              <a:t>}</a:t>
            </a:r>
          </a:p>
        </p:txBody>
      </p:sp>
      <p:sp>
        <p:nvSpPr>
          <p:cNvPr id="40" name="UseBg"/>
          <p:cNvSpPr/>
          <p:nvPr/>
        </p:nvSpPr>
        <p:spPr>
          <a:xfrm>
            <a:off x="6172200" y="1447800"/>
            <a:ext cx="5562600" cy="4808883"/>
          </a:xfrm>
          <a:prstGeom prst="rect">
            <a:avLst/>
          </a:prstGeom>
          <a:solidFill>
            <a:srgbClr val="F2F7FF"/>
          </a:solidFill>
          <a:ln w="9525">
            <a:solidFill>
              <a:srgbClr val="D0E4F5"/>
            </a:solidFill>
          </a:ln>
        </p:spPr>
        <p:txBody>
          <a:bodyPr/>
          <a:lstStyle/>
          <a:p>
            <a:endParaRPr/>
          </a:p>
        </p:txBody>
      </p:sp>
      <p:sp>
        <p:nvSpPr>
          <p:cNvPr id="41" name="UseHdr"/>
          <p:cNvSpPr/>
          <p:nvPr/>
        </p:nvSpPr>
        <p:spPr>
          <a:xfrm>
            <a:off x="6172200" y="1447800"/>
            <a:ext cx="5562600" cy="304800"/>
          </a:xfrm>
          <a:prstGeom prst="rect">
            <a:avLst/>
          </a:prstGeom>
          <a:solidFill>
            <a:srgbClr val="0761AD"/>
          </a:solidFill>
          <a:ln>
            <a:noFill/>
          </a:ln>
        </p:spPr>
        <p:txBody>
          <a:bodyPr lIns="182880" anchor="ctr"/>
          <a:lstStyle/>
          <a:p>
            <a:r>
              <a:rPr lang="en-GB" sz="1100" b="1" dirty="0">
                <a:solidFill>
                  <a:srgbClr val="FFFFFF"/>
                </a:solidFill>
                <a:latin typeface="Segoe UI"/>
              </a:rPr>
              <a:t>Step 3 — Use It in Your Pipeline</a:t>
            </a:r>
          </a:p>
        </p:txBody>
      </p:sp>
      <p:sp>
        <p:nvSpPr>
          <p:cNvPr id="42" name="UsePACHdr"/>
          <p:cNvSpPr/>
          <p:nvPr/>
        </p:nvSpPr>
        <p:spPr>
          <a:xfrm>
            <a:off x="6172200" y="1790700"/>
            <a:ext cx="5562600" cy="266700"/>
          </a:xfrm>
          <a:prstGeom prst="rect">
            <a:avLst/>
          </a:prstGeom>
          <a:solidFill>
            <a:srgbClr val="00CBBB"/>
          </a:solidFill>
          <a:ln>
            <a:noFill/>
          </a:ln>
        </p:spPr>
        <p:txBody>
          <a:bodyPr lIns="182880" anchor="ctr"/>
          <a:lstStyle/>
          <a:p>
            <a:r>
              <a:rPr lang="en-GB" sz="1000" b="1" dirty="0">
                <a:solidFill>
                  <a:srgbClr val="FFFFFF"/>
                </a:solidFill>
                <a:latin typeface="Segoe UI"/>
              </a:rPr>
              <a:t>Option A — PAC CLI (in a script or pipeline task)</a:t>
            </a:r>
          </a:p>
        </p:txBody>
      </p:sp>
      <p:sp>
        <p:nvSpPr>
          <p:cNvPr id="43" name="UsePACBody"/>
          <p:cNvSpPr txBox="1"/>
          <p:nvPr/>
        </p:nvSpPr>
        <p:spPr>
          <a:xfrm>
            <a:off x="6210300" y="2095500"/>
            <a:ext cx="5486400" cy="1028700"/>
          </a:xfrm>
          <a:prstGeom prst="rect">
            <a:avLst/>
          </a:prstGeom>
          <a:noFill/>
        </p:spPr>
        <p:txBody>
          <a:bodyPr wrap="square" lIns="91440" tIns="57150" rIns="91440" bIns="57150"/>
          <a:lstStyle/>
          <a:p>
            <a:pPr>
              <a:lnSpc>
                <a:spcPct val="115000"/>
              </a:lnSpc>
              <a:spcAft>
                <a:spcPts val="150"/>
              </a:spcAft>
            </a:pPr>
            <a:r>
              <a:rPr lang="en-GB" sz="950" dirty="0">
                <a:solidFill>
                  <a:srgbClr val="555555"/>
                </a:solidFill>
                <a:latin typeface="Segoe UI"/>
              </a:rPr>
              <a:t>Pass the settings file directly to the import command:</a:t>
            </a:r>
          </a:p>
          <a:p>
            <a:pPr marL="228600">
              <a:lnSpc>
                <a:spcPct val="130000"/>
              </a:lnSpc>
            </a:pPr>
            <a:r>
              <a:rPr lang="en-GB" sz="950" b="1" dirty="0">
                <a:solidFill>
                  <a:srgbClr val="00CBBB"/>
                </a:solidFill>
                <a:latin typeface="Courier New"/>
              </a:rPr>
              <a:t>pac solution import</a:t>
            </a:r>
            <a:r>
              <a:rPr lang="en-GB" sz="950" dirty="0">
                <a:solidFill>
                  <a:srgbClr val="5B9BD5"/>
                </a:solidFill>
                <a:latin typeface="Courier New"/>
              </a:rPr>
              <a:t> -p MySolution.zip -s settings.json</a:t>
            </a:r>
          </a:p>
          <a:p>
            <a:pPr>
              <a:spcBef>
                <a:spcPts val="150"/>
              </a:spcBef>
            </a:pPr>
            <a:r>
              <a:rPr lang="en-GB" sz="950" dirty="0">
                <a:solidFill>
                  <a:srgbClr val="555555"/>
                </a:solidFill>
                <a:latin typeface="Segoe UI"/>
              </a:rPr>
              <a:t>The import applies connection references and environment variable values without any interactive prompts. Per-environment settings files are stored as pipeline variables or securely in a variable library.</a:t>
            </a:r>
          </a:p>
        </p:txBody>
      </p:sp>
      <p:sp>
        <p:nvSpPr>
          <p:cNvPr id="44" name="UseBTHdr"/>
          <p:cNvSpPr/>
          <p:nvPr/>
        </p:nvSpPr>
        <p:spPr>
          <a:xfrm>
            <a:off x="6172200" y="3200400"/>
            <a:ext cx="5562600" cy="266700"/>
          </a:xfrm>
          <a:prstGeom prst="rect">
            <a:avLst/>
          </a:prstGeom>
          <a:solidFill>
            <a:srgbClr val="0761AD"/>
          </a:solidFill>
          <a:ln>
            <a:noFill/>
          </a:ln>
        </p:spPr>
        <p:txBody>
          <a:bodyPr lIns="182880" anchor="ctr"/>
          <a:lstStyle/>
          <a:p>
            <a:r>
              <a:rPr lang="en-GB" sz="1000" b="1" dirty="0">
                <a:solidFill>
                  <a:srgbClr val="FFFFFF"/>
                </a:solidFill>
                <a:latin typeface="Segoe UI"/>
              </a:rPr>
              <a:t>Option B — Power Platform Build Tools (Azure DevOps)</a:t>
            </a:r>
          </a:p>
        </p:txBody>
      </p:sp>
      <p:sp>
        <p:nvSpPr>
          <p:cNvPr id="45" name="UseBTBody"/>
          <p:cNvSpPr txBox="1"/>
          <p:nvPr/>
        </p:nvSpPr>
        <p:spPr>
          <a:xfrm>
            <a:off x="6210300" y="3505200"/>
            <a:ext cx="5486400" cy="876600"/>
          </a:xfrm>
          <a:prstGeom prst="rect">
            <a:avLst/>
          </a:prstGeom>
          <a:noFill/>
        </p:spPr>
        <p:txBody>
          <a:bodyPr wrap="square" lIns="91440" tIns="57150" rIns="91440" bIns="57150"/>
          <a:lstStyle/>
          <a:p>
            <a:pPr>
              <a:lnSpc>
                <a:spcPct val="115000"/>
              </a:lnSpc>
              <a:spcAft>
                <a:spcPts val="150"/>
              </a:spcAft>
            </a:pPr>
            <a:r>
              <a:rPr lang="en-GB" sz="950" dirty="0">
                <a:solidFill>
                  <a:srgbClr val="555555"/>
                </a:solidFill>
                <a:latin typeface="Segoe UI"/>
              </a:rPr>
              <a:t>In the </a:t>
            </a:r>
            <a:r>
              <a:rPr lang="en-GB" sz="950" b="1" dirty="0">
                <a:solidFill>
                  <a:srgbClr val="333333"/>
                </a:solidFill>
                <a:latin typeface="Segoe UI"/>
              </a:rPr>
              <a:t>Import Solution</a:t>
            </a:r>
            <a:r>
              <a:rPr lang="en-GB" sz="950" dirty="0">
                <a:solidFill>
                  <a:srgbClr val="555555"/>
                </a:solidFill>
                <a:latin typeface="Segoe UI"/>
              </a:rPr>
              <a:t> task in the Power Platform Build Tools:</a:t>
            </a:r>
          </a:p>
          <a:p>
            <a:pPr marL="228600">
              <a:lnSpc>
                <a:spcPct val="115000"/>
              </a:lnSpc>
              <a:spcAft>
                <a:spcPts val="100"/>
              </a:spcAft>
            </a:pPr>
            <a:r>
              <a:rPr lang="en-GB" sz="950" dirty="0">
                <a:solidFill>
                  <a:srgbClr val="444444"/>
                </a:solidFill>
                <a:latin typeface="Segoe UI"/>
              </a:rPr>
              <a:t>•  Enable </a:t>
            </a:r>
            <a:r>
              <a:rPr lang="en-GB" sz="950" b="1" dirty="0">
                <a:solidFill>
                  <a:srgbClr val="0761AD"/>
                </a:solidFill>
                <a:latin typeface="Segoe UI"/>
              </a:rPr>
              <a:t>Use Deployment Settings File</a:t>
            </a:r>
          </a:p>
          <a:p>
            <a:pPr marL="228600">
              <a:lnSpc>
                <a:spcPct val="115000"/>
              </a:lnSpc>
            </a:pPr>
            <a:r>
              <a:rPr lang="en-GB" sz="950" dirty="0">
                <a:solidFill>
                  <a:srgbClr val="444444"/>
                </a:solidFill>
                <a:latin typeface="Segoe UI"/>
              </a:rPr>
              <a:t>•  Set </a:t>
            </a:r>
            <a:r>
              <a:rPr lang="en-GB" sz="950" b="1" dirty="0">
                <a:solidFill>
                  <a:srgbClr val="0761AD"/>
                </a:solidFill>
                <a:latin typeface="Segoe UI"/>
              </a:rPr>
              <a:t>Deployment Settings File</a:t>
            </a:r>
            <a:r>
              <a:rPr lang="en-GB" sz="950" dirty="0">
                <a:solidFill>
                  <a:srgbClr val="444444"/>
                </a:solidFill>
                <a:latin typeface="Segoe UI"/>
              </a:rPr>
              <a:t> to the path of your settings.json in the build artifact</a:t>
            </a:r>
          </a:p>
        </p:txBody>
      </p:sp>
      <p:sp>
        <p:nvSpPr>
          <p:cNvPr id="46" name="TipsHdr"/>
          <p:cNvSpPr/>
          <p:nvPr/>
        </p:nvSpPr>
        <p:spPr>
          <a:xfrm>
            <a:off x="6172200" y="4457400"/>
            <a:ext cx="5562600" cy="266700"/>
          </a:xfrm>
          <a:prstGeom prst="rect">
            <a:avLst/>
          </a:prstGeom>
          <a:solidFill>
            <a:srgbClr val="0F3460"/>
          </a:solidFill>
          <a:ln>
            <a:noFill/>
          </a:ln>
        </p:spPr>
        <p:txBody>
          <a:bodyPr lIns="182880" anchor="ctr"/>
          <a:lstStyle/>
          <a:p>
            <a:r>
              <a:rPr lang="en-GB" sz="1000" b="1" dirty="0">
                <a:solidFill>
                  <a:srgbClr val="FFFFFF"/>
                </a:solidFill>
                <a:latin typeface="Segoe UI"/>
              </a:rPr>
              <a:t>Key Tips</a:t>
            </a:r>
          </a:p>
        </p:txBody>
      </p:sp>
      <p:sp>
        <p:nvSpPr>
          <p:cNvPr id="47" name="TipsBody"/>
          <p:cNvSpPr txBox="1"/>
          <p:nvPr/>
        </p:nvSpPr>
        <p:spPr>
          <a:xfrm>
            <a:off x="6210300" y="4762200"/>
            <a:ext cx="5486400" cy="1447800"/>
          </a:xfrm>
          <a:prstGeom prst="rect">
            <a:avLst/>
          </a:prstGeom>
          <a:noFill/>
        </p:spPr>
        <p:txBody>
          <a:bodyPr wrap="square" lIns="91440" tIns="57150" rIns="91440" bIns="57150"/>
          <a:lstStyle/>
          <a:p>
            <a:pPr>
              <a:lnSpc>
                <a:spcPct val="115000"/>
              </a:lnSpc>
              <a:spcAft>
                <a:spcPts val="150"/>
              </a:spcAft>
            </a:pPr>
            <a:r>
              <a:rPr lang="en-GB" sz="950" dirty="0">
                <a:solidFill>
                  <a:srgbClr val="444444"/>
                </a:solidFill>
                <a:latin typeface="Segoe UI"/>
              </a:rPr>
              <a:t>•  Store one settings file per target environment (e.g. settings-test.json, settings-prod.json)</a:t>
            </a:r>
          </a:p>
          <a:p>
            <a:pPr>
              <a:lnSpc>
                <a:spcPct val="115000"/>
              </a:lnSpc>
              <a:spcAft>
                <a:spcPts val="150"/>
              </a:spcAft>
            </a:pPr>
            <a:r>
              <a:rPr lang="en-GB" sz="950" dirty="0">
                <a:solidFill>
                  <a:srgbClr val="444444"/>
                </a:solidFill>
                <a:latin typeface="Segoe UI"/>
              </a:rPr>
              <a:t>•  Connection IDs are found in Power Apps under </a:t>
            </a:r>
            <a:r>
              <a:rPr lang="en-GB" sz="950" b="1" dirty="0">
                <a:solidFill>
                  <a:srgbClr val="0761AD"/>
                </a:solidFill>
                <a:latin typeface="Segoe UI"/>
              </a:rPr>
              <a:t>Data &gt; Connections</a:t>
            </a:r>
            <a:r>
              <a:rPr lang="en-GB" sz="950" dirty="0">
                <a:solidFill>
                  <a:srgbClr val="444444"/>
                </a:solidFill>
                <a:latin typeface="Segoe UI"/>
              </a:rPr>
              <a:t> — use the GUID from the connection URL</a:t>
            </a:r>
          </a:p>
          <a:p>
            <a:pPr>
              <a:lnSpc>
                <a:spcPct val="115000"/>
              </a:lnSpc>
              <a:spcAft>
                <a:spcPts val="150"/>
              </a:spcAft>
            </a:pPr>
            <a:r>
              <a:rPr lang="en-GB" sz="950" dirty="0">
                <a:solidFill>
                  <a:srgbClr val="444444"/>
                </a:solidFill>
                <a:latin typeface="Segoe UI"/>
              </a:rPr>
              <a:t>•  Connections must be owned by or shared with the identity running the pipeline</a:t>
            </a:r>
          </a:p>
          <a:p>
            <a:pPr>
              <a:lnSpc>
                <a:spcPct val="115000"/>
              </a:lnSpc>
            </a:pPr>
            <a:r>
              <a:rPr lang="en-GB" sz="950" dirty="0">
                <a:solidFill>
                  <a:srgbClr val="444444"/>
                </a:solidFill>
                <a:latin typeface="Segoe UI"/>
              </a:rPr>
              <a:t>•  Do not commit sensitive values (production URLs, secrets) to source control — use pipeline variable groups or Azure Key Vault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dirty="0"/>
              <a:t>Solution Checker</a:t>
            </a:r>
          </a:p>
        </p:txBody>
      </p:sp>
      <p:sp>
        <p:nvSpPr>
          <p:cNvPr id="10" name="DefBg"/>
          <p:cNvSpPr/>
          <p:nvPr/>
        </p:nvSpPr>
        <p:spPr>
          <a:xfrm>
            <a:off x="457200" y="914400"/>
            <a:ext cx="11277600" cy="457200"/>
          </a:xfrm>
          <a:prstGeom prst="rect">
            <a:avLst/>
          </a:prstGeom>
          <a:solidFill>
            <a:srgbClr val="EBF5FB"/>
          </a:solidFill>
          <a:ln w="19050">
            <a:solidFill>
              <a:srgbClr val="0761AD"/>
            </a:solidFill>
          </a:ln>
        </p:spPr>
        <p:txBody>
          <a:bodyPr/>
          <a:lstStyle/>
          <a:p>
            <a:endParaRPr/>
          </a:p>
        </p:txBody>
      </p:sp>
      <p:sp>
        <p:nvSpPr>
          <p:cNvPr id="11" name="DefAcc"/>
          <p:cNvSpPr/>
          <p:nvPr/>
        </p:nvSpPr>
        <p:spPr>
          <a:xfrm>
            <a:off x="457200" y="914400"/>
            <a:ext cx="57150" cy="457200"/>
          </a:xfrm>
          <a:prstGeom prst="rect">
            <a:avLst/>
          </a:prstGeom>
          <a:solidFill>
            <a:srgbClr val="0761AD"/>
          </a:solidFill>
          <a:ln>
            <a:noFill/>
          </a:ln>
        </p:spPr>
        <p:txBody>
          <a:bodyPr/>
          <a:lstStyle/>
          <a:p>
            <a:endParaRPr/>
          </a:p>
        </p:txBody>
      </p:sp>
      <p:sp>
        <p:nvSpPr>
          <p:cNvPr id="12" name="DefTxt"/>
          <p:cNvSpPr txBox="1"/>
          <p:nvPr/>
        </p:nvSpPr>
        <p:spPr>
          <a:xfrm>
            <a:off x="571500" y="914400"/>
            <a:ext cx="11163300" cy="457200"/>
          </a:xfrm>
          <a:prstGeom prst="rect">
            <a:avLst/>
          </a:prstGeom>
          <a:noFill/>
        </p:spPr>
        <p:txBody>
          <a:bodyPr wrap="square" lIns="91440" tIns="57150" rIns="91440" bIns="57150" anchor="ctr"/>
          <a:lstStyle/>
          <a:p>
            <a:r>
              <a:rPr lang="en-GB" sz="1100" b="1" dirty="0">
                <a:solidFill>
                  <a:srgbClr val="0761AD"/>
                </a:solidFill>
                <a:latin typeface="Segoe UI"/>
              </a:rPr>
              <a:t>Solution Checker </a:t>
            </a:r>
            <a:r>
              <a:rPr lang="en-GB" sz="1100" dirty="0">
                <a:solidFill>
                  <a:srgbClr val="333333"/>
                </a:solidFill>
                <a:latin typeface="Segoe UI"/>
              </a:rPr>
              <a:t>is a static analysis tool that scans every component in a solution — canvas apps, flows, plugins, web resources, and custom connectors — catching problems before they reach production.</a:t>
            </a:r>
          </a:p>
        </p:txBody>
      </p:sp>
      <p:sp>
        <p:nvSpPr>
          <p:cNvPr id="20" name="CTBg"/>
          <p:cNvSpPr/>
          <p:nvPr/>
        </p:nvSpPr>
        <p:spPr>
          <a:xfrm>
            <a:off x="457200" y="1561800"/>
            <a:ext cx="5562600" cy="2362200"/>
          </a:xfrm>
          <a:prstGeom prst="rect">
            <a:avLst/>
          </a:prstGeom>
          <a:solidFill>
            <a:srgbClr val="F2F7FF"/>
          </a:solidFill>
          <a:ln w="9525">
            <a:solidFill>
              <a:srgbClr val="D0E4F5"/>
            </a:solidFill>
          </a:ln>
        </p:spPr>
        <p:txBody>
          <a:bodyPr/>
          <a:lstStyle/>
          <a:p>
            <a:endParaRPr/>
          </a:p>
        </p:txBody>
      </p:sp>
      <p:sp>
        <p:nvSpPr>
          <p:cNvPr id="21" name="CTHdr"/>
          <p:cNvSpPr/>
          <p:nvPr/>
        </p:nvSpPr>
        <p:spPr>
          <a:xfrm>
            <a:off x="457200" y="1561800"/>
            <a:ext cx="5562600" cy="304800"/>
          </a:xfrm>
          <a:prstGeom prst="rect">
            <a:avLst/>
          </a:prstGeom>
          <a:solidFill>
            <a:srgbClr val="0761AD"/>
          </a:solidFill>
          <a:ln>
            <a:noFill/>
          </a:ln>
        </p:spPr>
        <p:txBody>
          <a:bodyPr lIns="182880" anchor="ctr"/>
          <a:lstStyle/>
          <a:p>
            <a:r>
              <a:rPr lang="en-GB" sz="1100" b="1" dirty="0">
                <a:solidFill>
                  <a:srgbClr val="FFFFFF"/>
                </a:solidFill>
                <a:latin typeface="Segoe UI"/>
              </a:rPr>
              <a:t>Types of Checks</a:t>
            </a:r>
          </a:p>
        </p:txBody>
      </p:sp>
      <p:sp>
        <p:nvSpPr>
          <p:cNvPr id="22" name="CTBody"/>
          <p:cNvSpPr txBox="1"/>
          <p:nvPr/>
        </p:nvSpPr>
        <p:spPr>
          <a:xfrm>
            <a:off x="495300" y="1904700"/>
            <a:ext cx="5486400" cy="1981800"/>
          </a:xfrm>
          <a:prstGeom prst="rect">
            <a:avLst/>
          </a:prstGeom>
          <a:noFill/>
        </p:spPr>
        <p:txBody>
          <a:bodyPr wrap="square" lIns="114300" tIns="91440" rIns="114300" bIns="91440"/>
          <a:lstStyle/>
          <a:p>
            <a:pPr>
              <a:lnSpc>
                <a:spcPct val="115000"/>
              </a:lnSpc>
              <a:spcAft>
                <a:spcPts val="200"/>
              </a:spcAft>
            </a:pPr>
            <a:r>
              <a:rPr lang="en-GB" sz="1000" b="1" dirty="0">
                <a:solidFill>
                  <a:srgbClr val="C55A11"/>
                </a:solidFill>
                <a:latin typeface="Segoe UI"/>
              </a:rPr>
              <a:t>⚡  Performance </a:t>
            </a:r>
            <a:r>
              <a:rPr lang="en-GB" sz="1000" dirty="0">
                <a:solidFill>
                  <a:srgbClr val="555555"/>
                </a:solidFill>
                <a:latin typeface="Segoe UI"/>
              </a:rPr>
              <a:t>Flows with excessive actions, missing pagination on queries, inefficient data retrieval patterns</a:t>
            </a:r>
          </a:p>
          <a:p>
            <a:pPr>
              <a:lnSpc>
                <a:spcPct val="115000"/>
              </a:lnSpc>
              <a:spcAft>
                <a:spcPts val="200"/>
              </a:spcAft>
            </a:pPr>
            <a:r>
              <a:rPr lang="en-GB" sz="1000" b="1" dirty="0">
                <a:solidFill>
                  <a:srgbClr val="C55A11"/>
                </a:solidFill>
                <a:latin typeface="Segoe UI"/>
              </a:rPr>
              <a:t>🔒  Security </a:t>
            </a:r>
            <a:r>
              <a:rPr lang="en-GB" sz="1000" dirty="0">
                <a:solidFill>
                  <a:srgbClr val="555555"/>
                </a:solidFill>
                <a:latin typeface="Segoe UI"/>
              </a:rPr>
              <a:t>Hard-coded credentials, exposed connection strings, insecure HTTP actions without authentication</a:t>
            </a:r>
          </a:p>
          <a:p>
            <a:pPr>
              <a:lnSpc>
                <a:spcPct val="115000"/>
              </a:lnSpc>
              <a:spcAft>
                <a:spcPts val="200"/>
              </a:spcAft>
            </a:pPr>
            <a:r>
              <a:rPr lang="en-GB" sz="1000" b="1" dirty="0">
                <a:solidFill>
                  <a:srgbClr val="1A87CD"/>
                </a:solidFill>
                <a:latin typeface="Segoe UI"/>
              </a:rPr>
              <a:t>🛡  Reliability </a:t>
            </a:r>
            <a:r>
              <a:rPr lang="en-GB" sz="1000" dirty="0">
                <a:solidFill>
                  <a:srgbClr val="555555"/>
                </a:solidFill>
                <a:latin typeface="Segoe UI"/>
              </a:rPr>
              <a:t>Missing error handling in flows, unsupported customisations that could break after a platform update</a:t>
            </a:r>
          </a:p>
          <a:p>
            <a:pPr>
              <a:lnSpc>
                <a:spcPct val="115000"/>
              </a:lnSpc>
              <a:spcAft>
                <a:spcPts val="200"/>
              </a:spcAft>
            </a:pPr>
            <a:r>
              <a:rPr lang="en-GB" sz="1000" b="1" dirty="0">
                <a:solidFill>
                  <a:srgbClr val="1A87CD"/>
                </a:solidFill>
                <a:latin typeface="Segoe UI"/>
              </a:rPr>
              <a:t>🔄  Maintainability </a:t>
            </a:r>
            <a:r>
              <a:rPr lang="en-GB" sz="1000" dirty="0">
                <a:solidFill>
                  <a:srgbClr val="555555"/>
                </a:solidFill>
                <a:latin typeface="Segoe UI"/>
              </a:rPr>
              <a:t>Deprecated connectors, legacy APIs, and features scheduled for removal in future platform releases</a:t>
            </a:r>
          </a:p>
          <a:p>
            <a:pPr>
              <a:lnSpc>
                <a:spcPct val="115000"/>
              </a:lnSpc>
            </a:pPr>
            <a:r>
              <a:rPr lang="en-GB" sz="1000" b="1" dirty="0">
                <a:solidFill>
                  <a:srgbClr val="888888"/>
                </a:solidFill>
                <a:latin typeface="Segoe UI"/>
              </a:rPr>
              <a:t>🎨  Design </a:t>
            </a:r>
            <a:r>
              <a:rPr lang="en-GB" sz="1000" dirty="0">
                <a:solidFill>
                  <a:srgbClr val="555555"/>
                </a:solidFill>
                <a:latin typeface="Segoe UI"/>
              </a:rPr>
              <a:t>Canvas apps with too many controls per screen, accessibility violations, overly complex formulas</a:t>
            </a:r>
          </a:p>
        </p:txBody>
      </p:sp>
      <p:sp>
        <p:nvSpPr>
          <p:cNvPr id="30" name="WRBg"/>
          <p:cNvSpPr/>
          <p:nvPr/>
        </p:nvSpPr>
        <p:spPr>
          <a:xfrm>
            <a:off x="457200" y="3981000"/>
            <a:ext cx="5562600" cy="2343600"/>
          </a:xfrm>
          <a:prstGeom prst="rect">
            <a:avLst/>
          </a:prstGeom>
          <a:solidFill>
            <a:srgbClr val="F2F7FF"/>
          </a:solidFill>
          <a:ln w="9525">
            <a:solidFill>
              <a:srgbClr val="D0E4F5"/>
            </a:solidFill>
          </a:ln>
        </p:spPr>
        <p:txBody>
          <a:bodyPr/>
          <a:lstStyle/>
          <a:p>
            <a:endParaRPr/>
          </a:p>
        </p:txBody>
      </p:sp>
      <p:sp>
        <p:nvSpPr>
          <p:cNvPr id="31" name="WRHdr"/>
          <p:cNvSpPr/>
          <p:nvPr/>
        </p:nvSpPr>
        <p:spPr>
          <a:xfrm>
            <a:off x="457200" y="3981000"/>
            <a:ext cx="5562600" cy="304800"/>
          </a:xfrm>
          <a:prstGeom prst="rect">
            <a:avLst/>
          </a:prstGeom>
          <a:solidFill>
            <a:srgbClr val="00CBBB"/>
          </a:solidFill>
          <a:ln>
            <a:noFill/>
          </a:ln>
        </p:spPr>
        <p:txBody>
          <a:bodyPr lIns="182880" anchor="ctr"/>
          <a:lstStyle/>
          <a:p>
            <a:r>
              <a:rPr lang="en-GB" sz="1100" b="1" dirty="0">
                <a:solidFill>
                  <a:srgbClr val="FFFFFF"/>
                </a:solidFill>
                <a:latin typeface="Segoe UI"/>
              </a:rPr>
              <a:t>Where to Run It</a:t>
            </a:r>
          </a:p>
        </p:txBody>
      </p:sp>
      <p:sp>
        <p:nvSpPr>
          <p:cNvPr id="32" name="WRBody"/>
          <p:cNvSpPr txBox="1"/>
          <p:nvPr/>
        </p:nvSpPr>
        <p:spPr>
          <a:xfrm>
            <a:off x="495300" y="4323900"/>
            <a:ext cx="5486400" cy="1981800"/>
          </a:xfrm>
          <a:prstGeom prst="rect">
            <a:avLst/>
          </a:prstGeom>
          <a:noFill/>
        </p:spPr>
        <p:txBody>
          <a:bodyPr wrap="square" lIns="114300" tIns="91440" rIns="114300" bIns="91440"/>
          <a:lstStyle/>
          <a:p>
            <a:pPr>
              <a:lnSpc>
                <a:spcPct val="115000"/>
              </a:lnSpc>
              <a:spcAft>
                <a:spcPts val="250"/>
              </a:spcAft>
            </a:pPr>
            <a:r>
              <a:rPr lang="en-GB" sz="1000" b="1" dirty="0">
                <a:solidFill>
                  <a:srgbClr val="00CBBB"/>
                </a:solidFill>
                <a:latin typeface="Segoe UI"/>
              </a:rPr>
              <a:t>💻  Maker Portal </a:t>
            </a:r>
            <a:r>
              <a:rPr lang="en-GB" sz="1000" dirty="0">
                <a:solidFill>
                  <a:srgbClr val="555555"/>
                </a:solidFill>
                <a:latin typeface="Segoe UI"/>
              </a:rPr>
              <a:t>Solutions → Solution Checker → Run. Ad hoc, on demand — good for a quick check during development</a:t>
            </a:r>
          </a:p>
          <a:p>
            <a:pPr>
              <a:lnSpc>
                <a:spcPct val="115000"/>
              </a:lnSpc>
              <a:spcAft>
                <a:spcPts val="250"/>
              </a:spcAft>
            </a:pPr>
            <a:r>
              <a:rPr lang="en-GB" sz="1000" b="1" dirty="0">
                <a:solidFill>
                  <a:srgbClr val="00CBBB"/>
                </a:solidFill>
                <a:latin typeface="Segoe UI"/>
              </a:rPr>
              <a:t>🖥  PAC CLI </a:t>
            </a:r>
            <a:r>
              <a:rPr lang="en-GB" sz="1000" dirty="0">
                <a:solidFill>
                  <a:srgbClr val="555555"/>
                </a:solidFill>
                <a:latin typeface="Segoe UI"/>
              </a:rPr>
              <a:t>pac solution check — run locally before committing or in a script as part of your workflow</a:t>
            </a:r>
          </a:p>
          <a:p>
            <a:pPr>
              <a:lnSpc>
                <a:spcPct val="115000"/>
              </a:lnSpc>
            </a:pPr>
            <a:r>
              <a:rPr lang="en-GB" sz="1000" b="1" dirty="0">
                <a:solidFill>
                  <a:srgbClr val="0761AD"/>
                </a:solidFill>
                <a:latin typeface="Segoe UI"/>
              </a:rPr>
              <a:t>🚀  Azure DevOps Pipeline </a:t>
            </a:r>
            <a:r>
              <a:rPr lang="en-GB" sz="1000" dirty="0">
                <a:solidFill>
                  <a:srgbClr val="555555"/>
                </a:solidFill>
                <a:latin typeface="Segoe UI"/>
              </a:rPr>
              <a:t>Power Platform Checker task in Build Tools — runs automatically on every build, fails the pipeline on Critical/High findings, outputs a SARIF report to Azure DevOps test results</a:t>
            </a:r>
          </a:p>
        </p:txBody>
      </p:sp>
      <p:sp>
        <p:nvSpPr>
          <p:cNvPr id="40" name="SevBg"/>
          <p:cNvSpPr/>
          <p:nvPr/>
        </p:nvSpPr>
        <p:spPr>
          <a:xfrm>
            <a:off x="6172200" y="1561800"/>
            <a:ext cx="5562600" cy="1626793"/>
          </a:xfrm>
          <a:prstGeom prst="rect">
            <a:avLst/>
          </a:prstGeom>
          <a:solidFill>
            <a:srgbClr val="F2F7FF"/>
          </a:solidFill>
          <a:ln w="9525">
            <a:solidFill>
              <a:srgbClr val="D0E4F5"/>
            </a:solidFill>
          </a:ln>
        </p:spPr>
        <p:txBody>
          <a:bodyPr/>
          <a:lstStyle/>
          <a:p>
            <a:endParaRPr/>
          </a:p>
        </p:txBody>
      </p:sp>
      <p:sp>
        <p:nvSpPr>
          <p:cNvPr id="41" name="SevHdr"/>
          <p:cNvSpPr/>
          <p:nvPr/>
        </p:nvSpPr>
        <p:spPr>
          <a:xfrm>
            <a:off x="6172200" y="1561800"/>
            <a:ext cx="5562600" cy="304800"/>
          </a:xfrm>
          <a:prstGeom prst="rect">
            <a:avLst/>
          </a:prstGeom>
          <a:solidFill>
            <a:srgbClr val="C55A11"/>
          </a:solidFill>
          <a:ln>
            <a:noFill/>
          </a:ln>
        </p:spPr>
        <p:txBody>
          <a:bodyPr lIns="182880" anchor="ctr"/>
          <a:lstStyle/>
          <a:p>
            <a:r>
              <a:rPr lang="en-GB" sz="1100" b="1" dirty="0">
                <a:solidFill>
                  <a:srgbClr val="FFFFFF"/>
                </a:solidFill>
                <a:latin typeface="Segoe UI"/>
              </a:rPr>
              <a:t>Severity Levels — Design Your Pipeline Gate</a:t>
            </a:r>
          </a:p>
        </p:txBody>
      </p:sp>
      <p:sp>
        <p:nvSpPr>
          <p:cNvPr id="42" name="SevBody"/>
          <p:cNvSpPr txBox="1"/>
          <p:nvPr/>
        </p:nvSpPr>
        <p:spPr>
          <a:xfrm>
            <a:off x="6210300" y="1904700"/>
            <a:ext cx="5486400" cy="1283893"/>
          </a:xfrm>
          <a:prstGeom prst="rect">
            <a:avLst/>
          </a:prstGeom>
          <a:noFill/>
        </p:spPr>
        <p:txBody>
          <a:bodyPr wrap="square" lIns="114300" tIns="91440" rIns="114300" bIns="91440"/>
          <a:lstStyle/>
          <a:p>
            <a:pPr>
              <a:lnSpc>
                <a:spcPct val="115000"/>
              </a:lnSpc>
              <a:spcAft>
                <a:spcPts val="150"/>
              </a:spcAft>
            </a:pPr>
            <a:r>
              <a:rPr lang="en-GB" sz="1000" b="1" dirty="0">
                <a:solidFill>
                  <a:srgbClr val="C00000"/>
                </a:solidFill>
                <a:latin typeface="Segoe UI"/>
              </a:rPr>
              <a:t>🔴 Critical </a:t>
            </a:r>
            <a:r>
              <a:rPr lang="en-GB" sz="1000" b="1" dirty="0">
                <a:solidFill>
                  <a:srgbClr val="C55A11"/>
                </a:solidFill>
                <a:latin typeface="Segoe UI"/>
              </a:rPr>
              <a:t>🟠 High </a:t>
            </a:r>
            <a:r>
              <a:rPr lang="en-GB" sz="1000" dirty="0">
                <a:solidFill>
                  <a:srgbClr val="666666"/>
                </a:solidFill>
                <a:latin typeface="Segoe UI"/>
              </a:rPr>
              <a:t>→ </a:t>
            </a:r>
            <a:r>
              <a:rPr lang="en-GB" sz="1000" b="1" dirty="0">
                <a:solidFill>
                  <a:srgbClr val="C00000"/>
                </a:solidFill>
                <a:latin typeface="Segoe UI"/>
              </a:rPr>
              <a:t>Fail the build. </a:t>
            </a:r>
            <a:r>
              <a:rPr lang="en-GB" sz="1000" dirty="0">
                <a:solidFill>
                  <a:srgbClr val="555555"/>
                </a:solidFill>
                <a:latin typeface="Segoe UI"/>
              </a:rPr>
              <a:t>These represent real risk — security vulnerabilities or platform-breaking customisations that must be fixed before the artifact is created</a:t>
            </a:r>
          </a:p>
          <a:p>
            <a:pPr>
              <a:lnSpc>
                <a:spcPct val="115000"/>
              </a:lnSpc>
              <a:spcAft>
                <a:spcPts val="150"/>
              </a:spcAft>
            </a:pPr>
            <a:r>
              <a:rPr lang="en-GB" sz="1000" b="1" dirty="0">
                <a:solidFill>
                  <a:srgbClr val="FFC000"/>
                </a:solidFill>
                <a:latin typeface="Segoe UI"/>
              </a:rPr>
              <a:t>🟡 Medium </a:t>
            </a:r>
            <a:r>
              <a:rPr lang="en-GB" sz="1000" b="1" dirty="0">
                <a:solidFill>
                  <a:srgbClr val="70AD47"/>
                </a:solidFill>
                <a:latin typeface="Segoe UI"/>
              </a:rPr>
              <a:t>🟢 Low </a:t>
            </a:r>
            <a:r>
              <a:rPr lang="en-GB" sz="1000" b="1" dirty="0">
                <a:solidFill>
                  <a:srgbClr val="888888"/>
                </a:solidFill>
                <a:latin typeface="Segoe UI"/>
              </a:rPr>
              <a:t>⚪ Info </a:t>
            </a:r>
            <a:r>
              <a:rPr lang="en-GB" sz="1000" dirty="0">
                <a:solidFill>
                  <a:srgbClr val="666666"/>
                </a:solidFill>
                <a:latin typeface="Segoe UI"/>
              </a:rPr>
              <a:t>→ </a:t>
            </a:r>
            <a:r>
              <a:rPr lang="en-GB" sz="1000" b="1" dirty="0">
                <a:solidFill>
                  <a:srgbClr val="0761AD"/>
                </a:solidFill>
                <a:latin typeface="Segoe UI"/>
              </a:rPr>
              <a:t>Report, do not block. </a:t>
            </a:r>
            <a:r>
              <a:rPr lang="en-GB" sz="1000" dirty="0">
                <a:solidFill>
                  <a:srgbClr val="555555"/>
                </a:solidFill>
                <a:latin typeface="Segoe UI"/>
              </a:rPr>
              <a:t>Surface in the SARIF report for awareness — teams decide their own threshold over time</a:t>
            </a:r>
          </a:p>
        </p:txBody>
      </p:sp>
      <p:sp>
        <p:nvSpPr>
          <p:cNvPr id="50" name="PipBg"/>
          <p:cNvSpPr/>
          <p:nvPr/>
        </p:nvSpPr>
        <p:spPr>
          <a:xfrm>
            <a:off x="6172200" y="3337135"/>
            <a:ext cx="5562600" cy="1219200"/>
          </a:xfrm>
          <a:prstGeom prst="rect">
            <a:avLst/>
          </a:prstGeom>
          <a:solidFill>
            <a:srgbClr val="0F1F3D"/>
          </a:solidFill>
          <a:ln>
            <a:noFill/>
          </a:ln>
        </p:spPr>
        <p:txBody>
          <a:bodyPr/>
          <a:lstStyle/>
          <a:p>
            <a:endParaRPr/>
          </a:p>
        </p:txBody>
      </p:sp>
      <p:sp>
        <p:nvSpPr>
          <p:cNvPr id="51" name="PipHdr"/>
          <p:cNvSpPr/>
          <p:nvPr/>
        </p:nvSpPr>
        <p:spPr>
          <a:xfrm>
            <a:off x="6172200" y="3337135"/>
            <a:ext cx="5562600" cy="266700"/>
          </a:xfrm>
          <a:prstGeom prst="rect">
            <a:avLst/>
          </a:prstGeom>
          <a:solidFill>
            <a:srgbClr val="0761AD"/>
          </a:solidFill>
          <a:ln>
            <a:noFill/>
          </a:ln>
        </p:spPr>
        <p:txBody>
          <a:bodyPr lIns="182880" anchor="ctr"/>
          <a:lstStyle/>
          <a:p>
            <a:r>
              <a:rPr lang="en-GB" sz="1100" b="1" dirty="0">
                <a:solidFill>
                  <a:srgbClr val="FFFFFF"/>
                </a:solidFill>
                <a:latin typeface="Segoe UI"/>
              </a:rPr>
              <a:t>🚀  In Your Build Pipeline</a:t>
            </a:r>
          </a:p>
        </p:txBody>
      </p:sp>
      <p:sp>
        <p:nvSpPr>
          <p:cNvPr id="52" name="PipBody"/>
          <p:cNvSpPr txBox="1"/>
          <p:nvPr/>
        </p:nvSpPr>
        <p:spPr>
          <a:xfrm>
            <a:off x="6210300" y="3641935"/>
            <a:ext cx="5486400" cy="876600"/>
          </a:xfrm>
          <a:prstGeom prst="rect">
            <a:avLst/>
          </a:prstGeom>
          <a:noFill/>
        </p:spPr>
        <p:txBody>
          <a:bodyPr wrap="square" lIns="114300" tIns="57150" rIns="114300" bIns="57150"/>
          <a:lstStyle/>
          <a:p>
            <a:pPr>
              <a:lnSpc>
                <a:spcPct val="115000"/>
              </a:lnSpc>
              <a:spcAft>
                <a:spcPts val="150"/>
              </a:spcAft>
            </a:pPr>
            <a:r>
              <a:rPr lang="en-GB" sz="950" dirty="0">
                <a:solidFill>
                  <a:srgbClr val="CCCCCC"/>
                </a:solidFill>
                <a:latin typeface="Segoe UI"/>
              </a:rPr>
              <a:t>The </a:t>
            </a:r>
            <a:r>
              <a:rPr lang="en-GB" sz="950" b="1" dirty="0">
                <a:solidFill>
                  <a:srgbClr val="5B9BD5"/>
                </a:solidFill>
                <a:latin typeface="Segoe UI"/>
              </a:rPr>
              <a:t>Power Platform Checker</a:t>
            </a:r>
            <a:r>
              <a:rPr lang="en-GB" sz="950" dirty="0">
                <a:solidFill>
                  <a:srgbClr val="CCCCCC"/>
                </a:solidFill>
                <a:latin typeface="Segoe UI"/>
              </a:rPr>
              <a:t> task runs after pack, before publish. Think of it as your </a:t>
            </a:r>
            <a:r>
              <a:rPr lang="en-GB" sz="950" b="1" dirty="0">
                <a:solidFill>
                  <a:srgbClr val="5B9BD5"/>
                </a:solidFill>
                <a:latin typeface="Segoe UI"/>
              </a:rPr>
              <a:t>automated quality gate</a:t>
            </a:r>
            <a:r>
              <a:rPr lang="en-GB" sz="950" dirty="0">
                <a:solidFill>
                  <a:srgbClr val="CCCCCC"/>
                </a:solidFill>
                <a:latin typeface="Segoe UI"/>
              </a:rPr>
              <a:t> — no broken solution ever gets packaged as an artifact. Results publish as a </a:t>
            </a:r>
            <a:r>
              <a:rPr lang="en-GB" sz="950" b="1" dirty="0">
                <a:solidFill>
                  <a:srgbClr val="5B9BD5"/>
                </a:solidFill>
                <a:latin typeface="Segoe UI"/>
              </a:rPr>
              <a:t>SARIF report</a:t>
            </a:r>
            <a:r>
              <a:rPr lang="en-GB" sz="950" dirty="0">
                <a:solidFill>
                  <a:srgbClr val="CCCCCC"/>
                </a:solidFill>
                <a:latin typeface="Segoe UI"/>
              </a:rPr>
              <a:t> browsable directly in Azure DevOps alongside test results. Check history is also retained in the maker portal for governance reporting.</a:t>
            </a:r>
          </a:p>
        </p:txBody>
      </p:sp>
      <p:sp>
        <p:nvSpPr>
          <p:cNvPr id="60" name="MEBg"/>
          <p:cNvSpPr/>
          <p:nvPr/>
        </p:nvSpPr>
        <p:spPr>
          <a:xfrm>
            <a:off x="6172200" y="4613335"/>
            <a:ext cx="5562600" cy="1711264"/>
          </a:xfrm>
          <a:prstGeom prst="rect">
            <a:avLst/>
          </a:prstGeom>
          <a:solidFill>
            <a:srgbClr val="F2F7FF"/>
          </a:solidFill>
          <a:ln w="9525">
            <a:solidFill>
              <a:srgbClr val="D0E4F5"/>
            </a:solidFill>
          </a:ln>
        </p:spPr>
        <p:txBody>
          <a:bodyPr/>
          <a:lstStyle/>
          <a:p>
            <a:endParaRPr/>
          </a:p>
        </p:txBody>
      </p:sp>
      <p:sp>
        <p:nvSpPr>
          <p:cNvPr id="61" name="MEHdr"/>
          <p:cNvSpPr/>
          <p:nvPr/>
        </p:nvSpPr>
        <p:spPr>
          <a:xfrm>
            <a:off x="6172200" y="4613335"/>
            <a:ext cx="5562600" cy="304800"/>
          </a:xfrm>
          <a:prstGeom prst="rect">
            <a:avLst/>
          </a:prstGeom>
          <a:solidFill>
            <a:srgbClr val="0F3460"/>
          </a:solidFill>
          <a:ln>
            <a:noFill/>
          </a:ln>
        </p:spPr>
        <p:txBody>
          <a:bodyPr lIns="182880" anchor="ctr"/>
          <a:lstStyle/>
          <a:p>
            <a:r>
              <a:rPr lang="en-GB" sz="1100" b="1" dirty="0">
                <a:solidFill>
                  <a:srgbClr val="FFFFFF"/>
                </a:solidFill>
                <a:latin typeface="Segoe UI"/>
              </a:rPr>
              <a:t>🛡  Managed Environments — Enforcement at the Gate</a:t>
            </a:r>
          </a:p>
        </p:txBody>
      </p:sp>
      <p:sp>
        <p:nvSpPr>
          <p:cNvPr id="62" name="MEBody"/>
          <p:cNvSpPr txBox="1"/>
          <p:nvPr/>
        </p:nvSpPr>
        <p:spPr>
          <a:xfrm>
            <a:off x="6210300" y="4956234"/>
            <a:ext cx="5486400" cy="1368365"/>
          </a:xfrm>
          <a:prstGeom prst="rect">
            <a:avLst/>
          </a:prstGeom>
          <a:noFill/>
        </p:spPr>
        <p:txBody>
          <a:bodyPr wrap="square" lIns="114300" tIns="91440" rIns="114300" bIns="91440"/>
          <a:lstStyle/>
          <a:p>
            <a:pPr>
              <a:lnSpc>
                <a:spcPct val="115000"/>
              </a:lnSpc>
              <a:spcAft>
                <a:spcPts val="200"/>
              </a:spcAft>
            </a:pPr>
            <a:r>
              <a:rPr lang="en-GB" sz="950" b="1" dirty="0">
                <a:solidFill>
                  <a:srgbClr val="FFC000"/>
                </a:solidFill>
                <a:latin typeface="Segoe UI"/>
              </a:rPr>
              <a:t>Warn </a:t>
            </a:r>
            <a:r>
              <a:rPr lang="en-GB" sz="950" dirty="0">
                <a:solidFill>
                  <a:srgbClr val="444444"/>
                </a:solidFill>
                <a:latin typeface="Segoe UI"/>
              </a:rPr>
              <a:t>— import is allowed but issues are flagged. Useful for TEST where you want visibility without hard blocking</a:t>
            </a:r>
          </a:p>
          <a:p>
            <a:pPr>
              <a:lnSpc>
                <a:spcPct val="115000"/>
              </a:lnSpc>
              <a:spcAft>
                <a:spcPts val="200"/>
              </a:spcAft>
            </a:pPr>
            <a:r>
              <a:rPr lang="en-GB" sz="950" b="1" dirty="0">
                <a:solidFill>
                  <a:srgbClr val="C00000"/>
                </a:solidFill>
                <a:latin typeface="Segoe UI"/>
              </a:rPr>
              <a:t>Block </a:t>
            </a:r>
            <a:r>
              <a:rPr lang="en-GB" sz="950" dirty="0">
                <a:solidFill>
                  <a:srgbClr val="444444"/>
                </a:solidFill>
                <a:latin typeface="Segoe UI"/>
              </a:rPr>
              <a:t>— import is rejected if Critical/High issues exist. Applies to </a:t>
            </a:r>
            <a:r>
              <a:rPr lang="en-GB" sz="950" b="1" dirty="0">
                <a:solidFill>
                  <a:srgbClr val="0761AD"/>
                </a:solidFill>
                <a:latin typeface="Segoe UI"/>
              </a:rPr>
              <a:t>both pipeline imports and manual maker imports</a:t>
            </a:r>
            <a:r>
              <a:rPr lang="en-GB" sz="950" dirty="0">
                <a:solidFill>
                  <a:srgbClr val="444444"/>
                </a:solidFill>
                <a:latin typeface="Segoe UI"/>
              </a:rPr>
              <a:t> — the environment enforces the standard regardless of how someone tries to deploy</a:t>
            </a:r>
          </a:p>
          <a:p>
            <a:pPr>
              <a:lnSpc>
                <a:spcPct val="115000"/>
              </a:lnSpc>
            </a:pPr>
            <a:r>
              <a:rPr lang="en-GB" sz="950" dirty="0">
                <a:solidFill>
                  <a:srgbClr val="444444"/>
                </a:solidFill>
                <a:latin typeface="Segoe UI"/>
              </a:rPr>
              <a:t>Think of pipeline Checker as </a:t>
            </a:r>
            <a:r>
              <a:rPr lang="en-GB" sz="950" b="1" dirty="0">
                <a:solidFill>
                  <a:srgbClr val="0761AD"/>
                </a:solidFill>
                <a:latin typeface="Segoe UI"/>
              </a:rPr>
              <a:t>fail fast</a:t>
            </a:r>
            <a:r>
              <a:rPr lang="en-GB" sz="950" dirty="0">
                <a:solidFill>
                  <a:srgbClr val="444444"/>
                </a:solidFill>
                <a:latin typeface="Segoe UI"/>
              </a:rPr>
              <a:t> and Managed Environments enforcement as </a:t>
            </a:r>
            <a:r>
              <a:rPr lang="en-GB" sz="950" b="1" dirty="0">
                <a:solidFill>
                  <a:srgbClr val="0761AD"/>
                </a:solidFill>
                <a:latin typeface="Segoe UI"/>
              </a:rPr>
              <a:t>defence in depth</a:t>
            </a:r>
            <a:r>
              <a:rPr lang="en-GB" sz="950" dirty="0">
                <a:solidFill>
                  <a:srgbClr val="444444"/>
                </a:solidFill>
                <a:latin typeface="Segoe UI"/>
              </a:rPr>
              <a:t> — two layers, not alternatives.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normAutofit/>
          </a:bodyPr>
          <a:lstStyle/>
          <a:p>
            <a:r>
              <a:rPr lang="en-GB" dirty="0"/>
              <a:t>Lab 2: Build Pipeline</a:t>
            </a:r>
          </a:p>
        </p:txBody>
      </p:sp>
      <p:sp>
        <p:nvSpPr>
          <p:cNvPr id="10" name="SceneBg"/>
          <p:cNvSpPr/>
          <p:nvPr/>
        </p:nvSpPr>
        <p:spPr>
          <a:xfrm>
            <a:off x="457200" y="914400"/>
            <a:ext cx="11277600" cy="457200"/>
          </a:xfrm>
          <a:prstGeom prst="rect">
            <a:avLst/>
          </a:prstGeom>
          <a:solidFill>
            <a:srgbClr val="0F1F3D"/>
          </a:solidFill>
          <a:ln>
            <a:noFill/>
          </a:ln>
        </p:spPr>
        <p:txBody>
          <a:bodyPr/>
          <a:lstStyle/>
          <a:p>
            <a:endParaRPr/>
          </a:p>
        </p:txBody>
      </p:sp>
      <p:sp>
        <p:nvSpPr>
          <p:cNvPr id="11" name="SceneAcc"/>
          <p:cNvSpPr/>
          <p:nvPr/>
        </p:nvSpPr>
        <p:spPr>
          <a:xfrm>
            <a:off x="457200" y="914400"/>
            <a:ext cx="57150" cy="457200"/>
          </a:xfrm>
          <a:prstGeom prst="rect">
            <a:avLst/>
          </a:prstGeom>
          <a:solidFill>
            <a:srgbClr val="00CBBB"/>
          </a:solidFill>
          <a:ln>
            <a:noFill/>
          </a:ln>
        </p:spPr>
        <p:txBody>
          <a:bodyPr/>
          <a:lstStyle/>
          <a:p>
            <a:endParaRPr/>
          </a:p>
        </p:txBody>
      </p:sp>
      <p:sp>
        <p:nvSpPr>
          <p:cNvPr id="12" name="SceneTxt"/>
          <p:cNvSpPr txBox="1"/>
          <p:nvPr/>
        </p:nvSpPr>
        <p:spPr>
          <a:xfrm>
            <a:off x="571500" y="914400"/>
            <a:ext cx="11163300" cy="457200"/>
          </a:xfrm>
          <a:prstGeom prst="rect">
            <a:avLst/>
          </a:prstGeom>
          <a:noFill/>
        </p:spPr>
        <p:txBody>
          <a:bodyPr wrap="square" lIns="91440" tIns="57150" rIns="91440" bIns="57150" anchor="ctr"/>
          <a:lstStyle/>
          <a:p>
            <a:r>
              <a:rPr lang="en-GB" sz="1100" dirty="0">
                <a:solidFill>
                  <a:srgbClr val="AAAAAA"/>
                </a:solidFill>
                <a:latin typeface="Segoe UI"/>
              </a:rPr>
              <a:t>This pipeline runs entirely from source control — no environment is touched. When a PR merges to main, it packs the source files back into a managed solution, validates it, and publishes a deployment-ready artifact.</a:t>
            </a:r>
          </a:p>
        </p:txBody>
      </p:sp>
      <p:sp>
        <p:nvSpPr>
          <p:cNvPr id="20" name="DiagStrip"/>
          <p:cNvSpPr/>
          <p:nvPr/>
        </p:nvSpPr>
        <p:spPr>
          <a:xfrm>
            <a:off x="457200" y="1638300"/>
            <a:ext cx="11277600" cy="1992004"/>
          </a:xfrm>
          <a:prstGeom prst="rect">
            <a:avLst/>
          </a:prstGeom>
          <a:solidFill>
            <a:srgbClr val="F2F7FF"/>
          </a:solidFill>
          <a:ln w="9525">
            <a:solidFill>
              <a:srgbClr val="D0E4F5"/>
            </a:solidFill>
          </a:ln>
        </p:spPr>
        <p:txBody>
          <a:bodyPr/>
          <a:lstStyle/>
          <a:p>
            <a:endParaRPr/>
          </a:p>
        </p:txBody>
      </p:sp>
      <p:sp>
        <p:nvSpPr>
          <p:cNvPr id="21" name="PipeLabel"/>
          <p:cNvSpPr/>
          <p:nvPr/>
        </p:nvSpPr>
        <p:spPr>
          <a:xfrm>
            <a:off x="457200" y="1638300"/>
            <a:ext cx="11277600" cy="266700"/>
          </a:xfrm>
          <a:prstGeom prst="rect">
            <a:avLst/>
          </a:prstGeom>
          <a:solidFill>
            <a:schemeClr val="tx1"/>
          </a:solidFill>
          <a:ln>
            <a:noFill/>
          </a:ln>
        </p:spPr>
        <p:txBody>
          <a:bodyPr lIns="228600" anchor="ctr"/>
          <a:lstStyle/>
          <a:p>
            <a:r>
              <a:rPr lang="en-GB" sz="1000" b="1" dirty="0">
                <a:solidFill>
                  <a:srgbClr val="FFFFFF"/>
                </a:solidFill>
                <a:latin typeface="Segoe UI"/>
              </a:rPr>
              <a:t>Azure DevOps Pipeline</a:t>
            </a:r>
            <a:r>
              <a:rPr lang="en-GB" sz="900" dirty="0">
                <a:solidFill>
                  <a:srgbClr val="E0F7F5"/>
                </a:solidFill>
                <a:latin typeface="Segoe UI"/>
              </a:rPr>
              <a:t>   —   triggered automatically on merge to main — no environment connection required</a:t>
            </a:r>
          </a:p>
        </p:txBody>
      </p:sp>
      <p:sp>
        <p:nvSpPr>
          <p:cNvPr id="30" name="N1Bg"/>
          <p:cNvSpPr/>
          <p:nvPr/>
        </p:nvSpPr>
        <p:spPr>
          <a:xfrm>
            <a:off x="990600" y="1981200"/>
            <a:ext cx="1257300" cy="1257300"/>
          </a:xfrm>
          <a:prstGeom prst="rect">
            <a:avLst/>
          </a:prstGeom>
          <a:solidFill>
            <a:srgbClr val="FFFFFF"/>
          </a:solidFill>
          <a:ln w="19050">
            <a:solidFill>
              <a:srgbClr val="00CBBB"/>
            </a:solidFill>
          </a:ln>
        </p:spPr>
        <p:txBody>
          <a:bodyPr anchor="ctr"/>
          <a:lstStyle/>
          <a:p>
            <a:pPr algn="ctr"/>
            <a:r>
              <a:rPr lang="en-GB" sz="2200" dirty="0">
                <a:solidFill>
                  <a:srgbClr val="00CBBB"/>
                </a:solidFill>
                <a:latin typeface="Segoe UI"/>
              </a:rPr>
              <a:t>🌿</a:t>
            </a:r>
          </a:p>
          <a:p>
            <a:pPr algn="ctr"/>
            <a:r>
              <a:rPr lang="en-GB" sz="1050" b="1" dirty="0">
                <a:solidFill>
                  <a:srgbClr val="00CBBB"/>
                </a:solidFill>
                <a:latin typeface="Segoe UI"/>
              </a:rPr>
              <a:t>PR Merged</a:t>
            </a:r>
          </a:p>
          <a:p>
            <a:pPr algn="ctr"/>
            <a:r>
              <a:rPr lang="en-GB" sz="900" i="1" dirty="0">
                <a:solidFill>
                  <a:srgbClr val="888888"/>
                </a:solidFill>
                <a:latin typeface="Segoe UI"/>
              </a:rPr>
              <a:t>to main branch</a:t>
            </a:r>
          </a:p>
        </p:txBody>
      </p:sp>
      <p:sp>
        <p:nvSpPr>
          <p:cNvPr id="31" name="A1"/>
          <p:cNvSpPr/>
          <p:nvPr/>
        </p:nvSpPr>
        <p:spPr>
          <a:xfrm>
            <a:off x="2247900" y="2609850"/>
            <a:ext cx="533400" cy="0"/>
          </a:xfrm>
          <a:prstGeom prst="line">
            <a:avLst/>
          </a:prstGeom>
          <a:noFill/>
          <a:ln w="28575">
            <a:solidFill>
              <a:srgbClr val="1A87CD"/>
            </a:solidFill>
            <a:tailEnd type="arrow" w="med" len="med"/>
          </a:ln>
        </p:spPr>
        <p:txBody>
          <a:bodyPr/>
          <a:lstStyle/>
          <a:p>
            <a:endParaRPr/>
          </a:p>
        </p:txBody>
      </p:sp>
      <p:sp>
        <p:nvSpPr>
          <p:cNvPr id="32" name="N2Bg"/>
          <p:cNvSpPr/>
          <p:nvPr/>
        </p:nvSpPr>
        <p:spPr>
          <a:xfrm>
            <a:off x="2781300" y="1981200"/>
            <a:ext cx="1257300" cy="1257300"/>
          </a:xfrm>
          <a:prstGeom prst="rect">
            <a:avLst/>
          </a:prstGeom>
          <a:solidFill>
            <a:srgbClr val="EBF5FB"/>
          </a:solidFill>
          <a:ln w="19050">
            <a:solidFill>
              <a:srgbClr val="1A87CD"/>
            </a:solidFill>
          </a:ln>
        </p:spPr>
        <p:txBody>
          <a:bodyPr anchor="ctr"/>
          <a:lstStyle/>
          <a:p>
            <a:pPr algn="ctr"/>
            <a:r>
              <a:rPr lang="en-GB" sz="2200" dirty="0">
                <a:solidFill>
                  <a:srgbClr val="1A87CD"/>
                </a:solidFill>
                <a:latin typeface="Segoe UI"/>
              </a:rPr>
              <a:t>📁</a:t>
            </a:r>
          </a:p>
          <a:p>
            <a:pPr algn="ctr"/>
            <a:r>
              <a:rPr lang="en-GB" sz="1050" b="1" dirty="0">
                <a:solidFill>
                  <a:srgbClr val="1A87CD"/>
                </a:solidFill>
                <a:latin typeface="Segoe UI"/>
              </a:rPr>
              <a:t>Git Repo</a:t>
            </a:r>
          </a:p>
          <a:p>
            <a:pPr algn="ctr"/>
            <a:r>
              <a:rPr lang="en-GB" sz="900" i="1" dirty="0">
                <a:solidFill>
                  <a:srgbClr val="888888"/>
                </a:solidFill>
                <a:latin typeface="Segoe UI"/>
              </a:rPr>
              <a:t>unpacked source files</a:t>
            </a:r>
          </a:p>
        </p:txBody>
      </p:sp>
      <p:sp>
        <p:nvSpPr>
          <p:cNvPr id="33" name="A2"/>
          <p:cNvSpPr/>
          <p:nvPr/>
        </p:nvSpPr>
        <p:spPr>
          <a:xfrm>
            <a:off x="4038600" y="2609850"/>
            <a:ext cx="533400" cy="0"/>
          </a:xfrm>
          <a:prstGeom prst="line">
            <a:avLst/>
          </a:prstGeom>
          <a:noFill/>
          <a:ln w="28575">
            <a:solidFill>
              <a:srgbClr val="1A87CD"/>
            </a:solidFill>
            <a:tailEnd type="arrow" w="med" len="med"/>
          </a:ln>
        </p:spPr>
        <p:txBody>
          <a:bodyPr/>
          <a:lstStyle/>
          <a:p>
            <a:endParaRPr/>
          </a:p>
        </p:txBody>
      </p:sp>
      <p:sp>
        <p:nvSpPr>
          <p:cNvPr id="34" name="N3Bg"/>
          <p:cNvSpPr/>
          <p:nvPr/>
        </p:nvSpPr>
        <p:spPr>
          <a:xfrm>
            <a:off x="4571700" y="1981200"/>
            <a:ext cx="1257300" cy="1257300"/>
          </a:xfrm>
          <a:prstGeom prst="rect">
            <a:avLst/>
          </a:prstGeom>
          <a:solidFill>
            <a:srgbClr val="EBF5FB"/>
          </a:solidFill>
          <a:ln w="19050">
            <a:solidFill>
              <a:srgbClr val="0761AD"/>
            </a:solidFill>
          </a:ln>
        </p:spPr>
        <p:txBody>
          <a:bodyPr anchor="ctr"/>
          <a:lstStyle/>
          <a:p>
            <a:pPr algn="ctr"/>
            <a:r>
              <a:rPr lang="en-GB" sz="2200" dirty="0">
                <a:solidFill>
                  <a:srgbClr val="0761AD"/>
                </a:solidFill>
                <a:latin typeface="Segoe UI"/>
              </a:rPr>
              <a:t>📦</a:t>
            </a:r>
          </a:p>
          <a:p>
            <a:pPr algn="ctr"/>
            <a:r>
              <a:rPr lang="en-GB" sz="1050" b="1" dirty="0">
                <a:solidFill>
                  <a:srgbClr val="0761AD"/>
                </a:solidFill>
                <a:latin typeface="Segoe UI"/>
              </a:rPr>
              <a:t>Pack</a:t>
            </a:r>
          </a:p>
          <a:p>
            <a:pPr algn="ctr"/>
            <a:r>
              <a:rPr lang="en-GB" sz="900" i="1" dirty="0">
                <a:solidFill>
                  <a:srgbClr val="888888"/>
                </a:solidFill>
                <a:latin typeface="Segoe UI"/>
              </a:rPr>
              <a:t>source → managed solution</a:t>
            </a:r>
          </a:p>
        </p:txBody>
      </p:sp>
      <p:sp>
        <p:nvSpPr>
          <p:cNvPr id="35" name="A3"/>
          <p:cNvSpPr/>
          <p:nvPr/>
        </p:nvSpPr>
        <p:spPr>
          <a:xfrm>
            <a:off x="5829000" y="2609850"/>
            <a:ext cx="533400" cy="0"/>
          </a:xfrm>
          <a:prstGeom prst="line">
            <a:avLst/>
          </a:prstGeom>
          <a:noFill/>
          <a:ln w="28575">
            <a:solidFill>
              <a:srgbClr val="0761AD"/>
            </a:solidFill>
            <a:tailEnd type="arrow" w="med" len="med"/>
          </a:ln>
        </p:spPr>
        <p:txBody>
          <a:bodyPr/>
          <a:lstStyle/>
          <a:p>
            <a:endParaRPr/>
          </a:p>
        </p:txBody>
      </p:sp>
      <p:sp>
        <p:nvSpPr>
          <p:cNvPr id="36" name="N4Bg"/>
          <p:cNvSpPr/>
          <p:nvPr/>
        </p:nvSpPr>
        <p:spPr>
          <a:xfrm>
            <a:off x="6362400" y="1981200"/>
            <a:ext cx="1257300" cy="1257300"/>
          </a:xfrm>
          <a:prstGeom prst="rect">
            <a:avLst/>
          </a:prstGeom>
          <a:solidFill>
            <a:schemeClr val="bg2"/>
          </a:solidFill>
          <a:ln w="19050">
            <a:solidFill>
              <a:srgbClr val="0761AD"/>
            </a:solidFill>
          </a:ln>
        </p:spPr>
        <p:txBody>
          <a:bodyPr anchor="ctr"/>
          <a:lstStyle/>
          <a:p>
            <a:pPr algn="ctr"/>
            <a:r>
              <a:rPr lang="en-GB" sz="2200" dirty="0">
                <a:solidFill>
                  <a:srgbClr val="0761AD"/>
                </a:solidFill>
                <a:latin typeface="Segoe UI"/>
              </a:rPr>
              <a:t>🧪</a:t>
            </a:r>
          </a:p>
          <a:p>
            <a:pPr algn="ctr"/>
            <a:r>
              <a:rPr lang="en-GB" sz="1050" b="1" dirty="0">
                <a:solidFill>
                  <a:srgbClr val="0761AD"/>
                </a:solidFill>
                <a:latin typeface="Segoe UI"/>
              </a:rPr>
              <a:t>Solution Checker</a:t>
            </a:r>
          </a:p>
          <a:p>
            <a:pPr algn="ctr"/>
            <a:r>
              <a:rPr lang="en-GB" sz="900" i="1" dirty="0">
                <a:solidFill>
                  <a:srgbClr val="888888"/>
                </a:solidFill>
                <a:latin typeface="Segoe UI"/>
              </a:rPr>
              <a:t>quality &amp; security gate</a:t>
            </a:r>
          </a:p>
        </p:txBody>
      </p:sp>
      <p:sp>
        <p:nvSpPr>
          <p:cNvPr id="37" name="A4"/>
          <p:cNvSpPr/>
          <p:nvPr/>
        </p:nvSpPr>
        <p:spPr>
          <a:xfrm>
            <a:off x="7619700" y="2609850"/>
            <a:ext cx="533400" cy="0"/>
          </a:xfrm>
          <a:prstGeom prst="line">
            <a:avLst/>
          </a:prstGeom>
          <a:noFill/>
          <a:ln w="28575">
            <a:solidFill>
              <a:srgbClr val="0F3460"/>
            </a:solidFill>
            <a:tailEnd type="arrow" w="med" len="med"/>
          </a:ln>
        </p:spPr>
        <p:txBody>
          <a:bodyPr/>
          <a:lstStyle/>
          <a:p>
            <a:endParaRPr/>
          </a:p>
        </p:txBody>
      </p:sp>
      <p:sp>
        <p:nvSpPr>
          <p:cNvPr id="38" name="N5Bg"/>
          <p:cNvSpPr/>
          <p:nvPr/>
        </p:nvSpPr>
        <p:spPr>
          <a:xfrm>
            <a:off x="8153100" y="1981200"/>
            <a:ext cx="1257300" cy="1257300"/>
          </a:xfrm>
          <a:prstGeom prst="rect">
            <a:avLst/>
          </a:prstGeom>
          <a:solidFill>
            <a:srgbClr val="F2F7FF"/>
          </a:solidFill>
          <a:ln w="19050">
            <a:solidFill>
              <a:srgbClr val="0F3460"/>
            </a:solidFill>
          </a:ln>
        </p:spPr>
        <p:txBody>
          <a:bodyPr anchor="ctr"/>
          <a:lstStyle/>
          <a:p>
            <a:pPr algn="ctr"/>
            <a:r>
              <a:rPr lang="en-GB" sz="2200" dirty="0">
                <a:solidFill>
                  <a:srgbClr val="0F3460"/>
                </a:solidFill>
                <a:latin typeface="Segoe UI"/>
              </a:rPr>
              <a:t>💾</a:t>
            </a:r>
          </a:p>
          <a:p>
            <a:pPr algn="ctr"/>
            <a:r>
              <a:rPr lang="en-GB" sz="1050" b="1" dirty="0">
                <a:solidFill>
                  <a:srgbClr val="0F3460"/>
                </a:solidFill>
                <a:latin typeface="Segoe UI"/>
              </a:rPr>
              <a:t>Publish Artifact</a:t>
            </a:r>
          </a:p>
          <a:p>
            <a:pPr algn="ctr"/>
            <a:r>
              <a:rPr lang="en-GB" sz="900" i="1" dirty="0">
                <a:solidFill>
                  <a:srgbClr val="888888"/>
                </a:solidFill>
                <a:latin typeface="Segoe UI"/>
              </a:rPr>
              <a:t>managed .zip ready to deploy</a:t>
            </a:r>
          </a:p>
        </p:txBody>
      </p:sp>
      <p:sp>
        <p:nvSpPr>
          <p:cNvPr id="39" name="A5"/>
          <p:cNvSpPr/>
          <p:nvPr/>
        </p:nvSpPr>
        <p:spPr>
          <a:xfrm>
            <a:off x="9410400" y="2609850"/>
            <a:ext cx="533400" cy="0"/>
          </a:xfrm>
          <a:prstGeom prst="line">
            <a:avLst/>
          </a:prstGeom>
          <a:noFill/>
          <a:ln w="28575">
            <a:solidFill>
              <a:srgbClr val="0F3460"/>
            </a:solidFill>
            <a:tailEnd type="arrow" w="med" len="med"/>
          </a:ln>
        </p:spPr>
        <p:txBody>
          <a:bodyPr/>
          <a:lstStyle/>
          <a:p>
            <a:endParaRPr/>
          </a:p>
        </p:txBody>
      </p:sp>
      <p:sp>
        <p:nvSpPr>
          <p:cNvPr id="40" name="N6Bg"/>
          <p:cNvSpPr/>
          <p:nvPr/>
        </p:nvSpPr>
        <p:spPr>
          <a:xfrm>
            <a:off x="9943800" y="1981200"/>
            <a:ext cx="1257300" cy="1257300"/>
          </a:xfrm>
          <a:prstGeom prst="rect">
            <a:avLst/>
          </a:prstGeom>
          <a:solidFill>
            <a:srgbClr val="E8F8F7"/>
          </a:solidFill>
          <a:ln w="25400">
            <a:solidFill>
              <a:srgbClr val="00CBBB"/>
            </a:solidFill>
          </a:ln>
        </p:spPr>
        <p:txBody>
          <a:bodyPr anchor="ctr"/>
          <a:lstStyle/>
          <a:p>
            <a:pPr algn="ctr"/>
            <a:r>
              <a:rPr lang="en-GB" sz="2200" dirty="0">
                <a:solidFill>
                  <a:srgbClr val="00CBBB"/>
                </a:solidFill>
                <a:latin typeface="Segoe UI"/>
              </a:rPr>
              <a:t>🚀</a:t>
            </a:r>
          </a:p>
          <a:p>
            <a:pPr algn="ctr"/>
            <a:r>
              <a:rPr lang="en-GB" sz="1050" b="1" dirty="0">
                <a:solidFill>
                  <a:srgbClr val="00867C"/>
                </a:solidFill>
                <a:latin typeface="Segoe UI"/>
              </a:rPr>
              <a:t>Release Triggered</a:t>
            </a:r>
          </a:p>
          <a:p>
            <a:pPr algn="ctr"/>
            <a:r>
              <a:rPr lang="en-GB" sz="900" i="1" dirty="0">
                <a:solidFill>
                  <a:srgbClr val="888888"/>
                </a:solidFill>
                <a:latin typeface="Segoe UI"/>
              </a:rPr>
              <a:t>handoff to Lab 3</a:t>
            </a:r>
          </a:p>
        </p:txBody>
      </p:sp>
      <p:sp>
        <p:nvSpPr>
          <p:cNvPr id="50" name="C1Bg"/>
          <p:cNvSpPr/>
          <p:nvPr/>
        </p:nvSpPr>
        <p:spPr>
          <a:xfrm>
            <a:off x="457200" y="4267200"/>
            <a:ext cx="5486400" cy="952500"/>
          </a:xfrm>
          <a:prstGeom prst="rect">
            <a:avLst/>
          </a:prstGeom>
          <a:solidFill>
            <a:srgbClr val="FFFFFF"/>
          </a:solidFill>
          <a:ln w="9525">
            <a:solidFill>
              <a:srgbClr val="D0E4F5"/>
            </a:solidFill>
          </a:ln>
        </p:spPr>
        <p:txBody>
          <a:bodyPr/>
          <a:lstStyle/>
          <a:p>
            <a:endParaRPr/>
          </a:p>
        </p:txBody>
      </p:sp>
      <p:sp>
        <p:nvSpPr>
          <p:cNvPr id="51" name="C1Acc"/>
          <p:cNvSpPr/>
          <p:nvPr/>
        </p:nvSpPr>
        <p:spPr>
          <a:xfrm>
            <a:off x="457200" y="4267200"/>
            <a:ext cx="38100" cy="952500"/>
          </a:xfrm>
          <a:prstGeom prst="rect">
            <a:avLst/>
          </a:prstGeom>
          <a:solidFill>
            <a:srgbClr val="1A87CD"/>
          </a:solidFill>
          <a:ln>
            <a:noFill/>
          </a:ln>
        </p:spPr>
        <p:txBody>
          <a:bodyPr/>
          <a:lstStyle/>
          <a:p>
            <a:endParaRPr/>
          </a:p>
        </p:txBody>
      </p:sp>
      <p:sp>
        <p:nvSpPr>
          <p:cNvPr id="52" name="C1Txt"/>
          <p:cNvSpPr txBox="1"/>
          <p:nvPr/>
        </p:nvSpPr>
        <p:spPr>
          <a:xfrm>
            <a:off x="533400" y="4267200"/>
            <a:ext cx="5372100" cy="952500"/>
          </a:xfrm>
          <a:prstGeom prst="rect">
            <a:avLst/>
          </a:prstGeom>
          <a:noFill/>
        </p:spPr>
        <p:txBody>
          <a:bodyPr wrap="square" lIns="114300" tIns="91440" rIns="114300" bIns="91440"/>
          <a:lstStyle/>
          <a:p>
            <a:pPr>
              <a:spcAft>
                <a:spcPts val="150"/>
              </a:spcAft>
            </a:pPr>
            <a:r>
              <a:rPr lang="en-GB" sz="1050" b="1" dirty="0">
                <a:solidFill>
                  <a:srgbClr val="1A87CD"/>
                </a:solidFill>
                <a:latin typeface="Segoe UI"/>
              </a:rPr>
              <a:t>📁  Git is the source of truth, not an environment</a:t>
            </a:r>
          </a:p>
          <a:p>
            <a:pPr>
              <a:lnSpc>
                <a:spcPct val="115000"/>
              </a:lnSpc>
            </a:pPr>
            <a:r>
              <a:rPr lang="en-GB" sz="950" dirty="0">
                <a:solidFill>
                  <a:srgbClr val="444444"/>
                </a:solidFill>
                <a:latin typeface="Segoe UI"/>
              </a:rPr>
              <a:t>The build pipeline never connects to a Power Platform environment. The solution is reconstructed entirely from the source files checked into Git — meaning the artifact is reproducible and auditable at any point in history.</a:t>
            </a:r>
          </a:p>
        </p:txBody>
      </p:sp>
      <p:sp>
        <p:nvSpPr>
          <p:cNvPr id="53" name="C2Bg"/>
          <p:cNvSpPr/>
          <p:nvPr/>
        </p:nvSpPr>
        <p:spPr>
          <a:xfrm>
            <a:off x="6248100" y="4267200"/>
            <a:ext cx="5486700" cy="952500"/>
          </a:xfrm>
          <a:prstGeom prst="rect">
            <a:avLst/>
          </a:prstGeom>
          <a:solidFill>
            <a:srgbClr val="FFFFFF"/>
          </a:solidFill>
          <a:ln w="9525">
            <a:solidFill>
              <a:srgbClr val="D0E4F5"/>
            </a:solidFill>
          </a:ln>
        </p:spPr>
        <p:txBody>
          <a:bodyPr/>
          <a:lstStyle/>
          <a:p>
            <a:endParaRPr/>
          </a:p>
        </p:txBody>
      </p:sp>
      <p:sp>
        <p:nvSpPr>
          <p:cNvPr id="54" name="C2Acc"/>
          <p:cNvSpPr/>
          <p:nvPr/>
        </p:nvSpPr>
        <p:spPr>
          <a:xfrm>
            <a:off x="6248100" y="4267200"/>
            <a:ext cx="38100" cy="952500"/>
          </a:xfrm>
          <a:prstGeom prst="rect">
            <a:avLst/>
          </a:prstGeom>
          <a:solidFill>
            <a:srgbClr val="0761AD"/>
          </a:solidFill>
          <a:ln>
            <a:noFill/>
          </a:ln>
        </p:spPr>
        <p:txBody>
          <a:bodyPr/>
          <a:lstStyle/>
          <a:p>
            <a:endParaRPr/>
          </a:p>
        </p:txBody>
      </p:sp>
      <p:sp>
        <p:nvSpPr>
          <p:cNvPr id="55" name="C2Txt"/>
          <p:cNvSpPr txBox="1"/>
          <p:nvPr/>
        </p:nvSpPr>
        <p:spPr>
          <a:xfrm>
            <a:off x="6324300" y="4267200"/>
            <a:ext cx="5372400" cy="952500"/>
          </a:xfrm>
          <a:prstGeom prst="rect">
            <a:avLst/>
          </a:prstGeom>
          <a:noFill/>
        </p:spPr>
        <p:txBody>
          <a:bodyPr wrap="square" lIns="114300" tIns="91440" rIns="114300" bIns="91440"/>
          <a:lstStyle/>
          <a:p>
            <a:pPr>
              <a:spcAft>
                <a:spcPts val="150"/>
              </a:spcAft>
            </a:pPr>
            <a:r>
              <a:rPr lang="en-GB" sz="1050" b="1" dirty="0">
                <a:solidFill>
                  <a:srgbClr val="0761AD"/>
                </a:solidFill>
                <a:latin typeface="Segoe UI"/>
              </a:rPr>
              <a:t>📦  The artifact is always managed</a:t>
            </a:r>
          </a:p>
          <a:p>
            <a:pPr>
              <a:lnSpc>
                <a:spcPct val="115000"/>
              </a:lnSpc>
            </a:pPr>
            <a:r>
              <a:rPr lang="en-GB" sz="950" dirty="0">
                <a:solidFill>
                  <a:srgbClr val="444444"/>
                </a:solidFill>
                <a:latin typeface="Segoe UI"/>
              </a:rPr>
              <a:t>TEST and PROD only ever receive managed solutions — this prevents uncontrolled customisations in target environments. Managed solutions enforce your ALM boundary: changes must come through the pipeline, not directly from a maker.</a:t>
            </a:r>
          </a:p>
        </p:txBody>
      </p:sp>
      <p:sp>
        <p:nvSpPr>
          <p:cNvPr id="56" name="C3Bg"/>
          <p:cNvSpPr/>
          <p:nvPr/>
        </p:nvSpPr>
        <p:spPr>
          <a:xfrm>
            <a:off x="457200" y="5257800"/>
            <a:ext cx="5486400" cy="952500"/>
          </a:xfrm>
          <a:prstGeom prst="rect">
            <a:avLst/>
          </a:prstGeom>
          <a:solidFill>
            <a:srgbClr val="FFFFFF"/>
          </a:solidFill>
          <a:ln w="9525">
            <a:solidFill>
              <a:srgbClr val="D0E4F5"/>
            </a:solidFill>
          </a:ln>
        </p:spPr>
        <p:txBody>
          <a:bodyPr/>
          <a:lstStyle/>
          <a:p>
            <a:endParaRPr/>
          </a:p>
        </p:txBody>
      </p:sp>
      <p:sp>
        <p:nvSpPr>
          <p:cNvPr id="57" name="C3Acc"/>
          <p:cNvSpPr/>
          <p:nvPr/>
        </p:nvSpPr>
        <p:spPr>
          <a:xfrm>
            <a:off x="457200" y="5257800"/>
            <a:ext cx="38100" cy="952500"/>
          </a:xfrm>
          <a:prstGeom prst="rect">
            <a:avLst/>
          </a:prstGeom>
          <a:solidFill>
            <a:srgbClr val="C55A11"/>
          </a:solidFill>
          <a:ln>
            <a:noFill/>
          </a:ln>
        </p:spPr>
        <p:txBody>
          <a:bodyPr/>
          <a:lstStyle/>
          <a:p>
            <a:endParaRPr/>
          </a:p>
        </p:txBody>
      </p:sp>
      <p:sp>
        <p:nvSpPr>
          <p:cNvPr id="58" name="C3Txt"/>
          <p:cNvSpPr txBox="1"/>
          <p:nvPr/>
        </p:nvSpPr>
        <p:spPr>
          <a:xfrm>
            <a:off x="533400" y="5257800"/>
            <a:ext cx="5372100" cy="952500"/>
          </a:xfrm>
          <a:prstGeom prst="rect">
            <a:avLst/>
          </a:prstGeom>
          <a:noFill/>
        </p:spPr>
        <p:txBody>
          <a:bodyPr wrap="square" lIns="114300" tIns="91440" rIns="114300" bIns="91440"/>
          <a:lstStyle/>
          <a:p>
            <a:pPr>
              <a:spcAft>
                <a:spcPts val="150"/>
              </a:spcAft>
            </a:pPr>
            <a:r>
              <a:rPr lang="en-GB" sz="1050" b="1" dirty="0">
                <a:solidFill>
                  <a:srgbClr val="C55A11"/>
                </a:solidFill>
                <a:latin typeface="Segoe UI"/>
              </a:rPr>
              <a:t>🧪  Solution Checker as a quality gate</a:t>
            </a:r>
          </a:p>
          <a:p>
            <a:pPr>
              <a:lnSpc>
                <a:spcPct val="115000"/>
              </a:lnSpc>
            </a:pPr>
            <a:r>
              <a:rPr lang="en-GB" sz="950" dirty="0">
                <a:solidFill>
                  <a:srgbClr val="444444"/>
                </a:solidFill>
                <a:latin typeface="Segoe UI"/>
              </a:rPr>
              <a:t>Running Solution Checker here — not just as a one-off — means every build is validated for anti-patterns, deprecated APIs, and performance issues before any deployment attempt. Fail the build, fix the issue, never ship broken code to TEST.</a:t>
            </a:r>
          </a:p>
        </p:txBody>
      </p:sp>
      <p:sp>
        <p:nvSpPr>
          <p:cNvPr id="59" name="C4Bg"/>
          <p:cNvSpPr/>
          <p:nvPr/>
        </p:nvSpPr>
        <p:spPr>
          <a:xfrm>
            <a:off x="6248100" y="5257800"/>
            <a:ext cx="5486700" cy="952500"/>
          </a:xfrm>
          <a:prstGeom prst="rect">
            <a:avLst/>
          </a:prstGeom>
          <a:solidFill>
            <a:srgbClr val="FFFFFF"/>
          </a:solidFill>
          <a:ln w="9525">
            <a:solidFill>
              <a:srgbClr val="D0E4F5"/>
            </a:solidFill>
          </a:ln>
        </p:spPr>
        <p:txBody>
          <a:bodyPr/>
          <a:lstStyle/>
          <a:p>
            <a:endParaRPr/>
          </a:p>
        </p:txBody>
      </p:sp>
      <p:sp>
        <p:nvSpPr>
          <p:cNvPr id="60" name="C4Acc"/>
          <p:cNvSpPr/>
          <p:nvPr/>
        </p:nvSpPr>
        <p:spPr>
          <a:xfrm>
            <a:off x="6248100" y="5257800"/>
            <a:ext cx="38100" cy="952500"/>
          </a:xfrm>
          <a:prstGeom prst="rect">
            <a:avLst/>
          </a:prstGeom>
          <a:solidFill>
            <a:srgbClr val="0F3460"/>
          </a:solidFill>
          <a:ln>
            <a:noFill/>
          </a:ln>
        </p:spPr>
        <p:txBody>
          <a:bodyPr/>
          <a:lstStyle/>
          <a:p>
            <a:endParaRPr/>
          </a:p>
        </p:txBody>
      </p:sp>
      <p:sp>
        <p:nvSpPr>
          <p:cNvPr id="61" name="C4Txt"/>
          <p:cNvSpPr txBox="1"/>
          <p:nvPr/>
        </p:nvSpPr>
        <p:spPr>
          <a:xfrm>
            <a:off x="6324300" y="5257800"/>
            <a:ext cx="5372400" cy="952500"/>
          </a:xfrm>
          <a:prstGeom prst="rect">
            <a:avLst/>
          </a:prstGeom>
          <a:noFill/>
        </p:spPr>
        <p:txBody>
          <a:bodyPr wrap="square" lIns="114300" tIns="91440" rIns="114300" bIns="91440"/>
          <a:lstStyle/>
          <a:p>
            <a:pPr>
              <a:spcAft>
                <a:spcPts val="150"/>
              </a:spcAft>
            </a:pPr>
            <a:r>
              <a:rPr lang="en-GB" sz="1050" b="1" dirty="0">
                <a:solidFill>
                  <a:srgbClr val="0F3460"/>
                </a:solidFill>
                <a:latin typeface="Segoe UI"/>
              </a:rPr>
              <a:t>💾  Versioning &amp; traceability</a:t>
            </a:r>
          </a:p>
          <a:p>
            <a:pPr>
              <a:lnSpc>
                <a:spcPct val="115000"/>
              </a:lnSpc>
            </a:pPr>
            <a:r>
              <a:rPr lang="en-GB" sz="950" dirty="0">
                <a:solidFill>
                  <a:srgbClr val="444444"/>
                </a:solidFill>
                <a:latin typeface="Segoe UI"/>
              </a:rPr>
              <a:t>Each artifact should carry a version number tied to the build and the Git commit that produced it. This means you can always trace exactly what is running in PROD back to a specific PR, author, and point in time.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1CD48-98FC-6D20-B318-A9C0DB49229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F0D586-DC67-3A25-EEDA-103AC61A7164}"/>
              </a:ext>
            </a:extLst>
          </p:cNvPr>
          <p:cNvSpPr>
            <a:spLocks noGrp="1"/>
          </p:cNvSpPr>
          <p:nvPr>
            <p:ph type="title"/>
          </p:nvPr>
        </p:nvSpPr>
        <p:spPr/>
        <p:txBody>
          <a:bodyPr/>
          <a:lstStyle/>
          <a:p>
            <a:r>
              <a:rPr lang="en-GB" dirty="0"/>
              <a:t>Lab 3</a:t>
            </a:r>
            <a:endParaRPr lang="en-US" dirty="0"/>
          </a:p>
        </p:txBody>
      </p:sp>
      <p:sp>
        <p:nvSpPr>
          <p:cNvPr id="5" name="Text Placeholder 4">
            <a:extLst>
              <a:ext uri="{FF2B5EF4-FFF2-40B4-BE49-F238E27FC236}">
                <a16:creationId xmlns:a16="http://schemas.microsoft.com/office/drawing/2014/main" id="{B1CC54C9-4259-C828-2450-3DEA28833D7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364576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Solution Import Types</a:t>
            </a:r>
          </a:p>
        </p:txBody>
      </p:sp>
      <p:sp>
        <p:nvSpPr>
          <p:cNvPr id="10" name="UpdBg"/>
          <p:cNvSpPr/>
          <p:nvPr/>
        </p:nvSpPr>
        <p:spPr>
          <a:xfrm>
            <a:off x="457200" y="914400"/>
            <a:ext cx="5486400" cy="4267800"/>
          </a:xfrm>
          <a:prstGeom prst="rect">
            <a:avLst/>
          </a:prstGeom>
          <a:solidFill>
            <a:srgbClr val="F2F7FF"/>
          </a:solidFill>
          <a:ln w="19050">
            <a:solidFill>
              <a:srgbClr val="1A87CD"/>
            </a:solidFill>
          </a:ln>
        </p:spPr>
        <p:txBody>
          <a:bodyPr/>
          <a:lstStyle/>
          <a:p>
            <a:endParaRPr/>
          </a:p>
        </p:txBody>
      </p:sp>
      <p:sp>
        <p:nvSpPr>
          <p:cNvPr id="11" name="UpdHdr"/>
          <p:cNvSpPr/>
          <p:nvPr/>
        </p:nvSpPr>
        <p:spPr>
          <a:xfrm>
            <a:off x="457200" y="914400"/>
            <a:ext cx="5486400" cy="533400"/>
          </a:xfrm>
          <a:prstGeom prst="rect">
            <a:avLst/>
          </a:prstGeom>
          <a:solidFill>
            <a:srgbClr val="1A87CD"/>
          </a:solidFill>
          <a:ln>
            <a:noFill/>
          </a:ln>
        </p:spPr>
        <p:txBody>
          <a:bodyPr anchor="ctr"/>
          <a:lstStyle/>
          <a:p>
            <a:pPr algn="ctr"/>
            <a:r>
              <a:rPr lang="en-GB" sz="2000" b="1" dirty="0">
                <a:solidFill>
                  <a:srgbClr val="FFFFFF"/>
                </a:solidFill>
                <a:latin typeface="Segoe UI Black"/>
              </a:rPr>
              <a:t>Update</a:t>
            </a:r>
          </a:p>
        </p:txBody>
      </p:sp>
      <p:sp>
        <p:nvSpPr>
          <p:cNvPr id="12" name="UpdSub"/>
          <p:cNvSpPr/>
          <p:nvPr/>
        </p:nvSpPr>
        <p:spPr>
          <a:xfrm>
            <a:off x="457200" y="1447800"/>
            <a:ext cx="5486400" cy="304800"/>
          </a:xfrm>
          <a:prstGeom prst="rect">
            <a:avLst/>
          </a:prstGeom>
          <a:solidFill>
            <a:srgbClr val="EBF5FD"/>
          </a:solidFill>
          <a:ln>
            <a:noFill/>
          </a:ln>
        </p:spPr>
        <p:txBody>
          <a:bodyPr anchor="ctr"/>
          <a:lstStyle/>
          <a:p>
            <a:pPr algn="ctr"/>
            <a:r>
              <a:rPr lang="en-GB" sz="1000" i="1" dirty="0">
                <a:solidFill>
                  <a:srgbClr val="0761AD"/>
                </a:solidFill>
                <a:latin typeface="Segoe UI"/>
              </a:rPr>
              <a:t>Replace the existing solution immediately in-place</a:t>
            </a:r>
          </a:p>
        </p:txBody>
      </p:sp>
      <p:sp>
        <p:nvSpPr>
          <p:cNvPr id="13" name="UpdBody"/>
          <p:cNvSpPr txBox="1"/>
          <p:nvPr/>
        </p:nvSpPr>
        <p:spPr>
          <a:xfrm>
            <a:off x="495300" y="1790700"/>
            <a:ext cx="5410200" cy="3162600"/>
          </a:xfrm>
          <a:prstGeom prst="rect">
            <a:avLst/>
          </a:prstGeom>
          <a:noFill/>
        </p:spPr>
        <p:txBody>
          <a:bodyPr wrap="square" lIns="91440" tIns="91440" rIns="91440" bIns="91440"/>
          <a:lstStyle/>
          <a:p>
            <a:r>
              <a:rPr lang="en-GB" sz="1100" b="1" dirty="0">
                <a:solidFill>
                  <a:srgbClr val="1A87CD"/>
                </a:solidFill>
                <a:latin typeface="Segoe UI"/>
              </a:rPr>
              <a:t>What it does</a:t>
            </a:r>
          </a:p>
          <a:p>
            <a:pPr>
              <a:lnSpc>
                <a:spcPct val="115000"/>
              </a:lnSpc>
              <a:spcAft>
                <a:spcPts val="200"/>
              </a:spcAft>
            </a:pPr>
            <a:r>
              <a:rPr lang="en-GB" sz="1000" dirty="0">
                <a:solidFill>
                  <a:srgbClr val="333333"/>
                </a:solidFill>
                <a:latin typeface="Segoe UI"/>
              </a:rPr>
              <a:t>Overwrites the current version of the solution in the target environment immediately. Components present in the new version are added or updated. </a:t>
            </a:r>
            <a:r>
              <a:rPr lang="en-GB" sz="1000" b="1" dirty="0">
                <a:solidFill>
                  <a:srgbClr val="CC4400"/>
                </a:solidFill>
                <a:latin typeface="Segoe UI"/>
              </a:rPr>
              <a:t>Components that are no longer in the solution are NOT removed from the environment.</a:t>
            </a:r>
          </a:p>
          <a:p>
            <a:r>
              <a:rPr lang="en-GB" sz="400" dirty="0">
                <a:solidFill>
                  <a:srgbClr val="FFFFFF"/>
                </a:solidFill>
                <a:latin typeface="Segoe UI"/>
              </a:rPr>
              <a:t> </a:t>
            </a:r>
          </a:p>
          <a:p>
            <a:r>
              <a:rPr lang="en-GB" sz="1100" b="1" dirty="0">
                <a:solidFill>
                  <a:srgbClr val="1A87CD"/>
                </a:solidFill>
                <a:latin typeface="Segoe UI"/>
              </a:rPr>
              <a:t>Key behaviours</a:t>
            </a:r>
          </a:p>
          <a:p>
            <a:pPr>
              <a:lnSpc>
                <a:spcPct val="120000"/>
              </a:lnSpc>
            </a:pPr>
            <a:r>
              <a:rPr lang="en-GB" sz="1000" dirty="0">
                <a:solidFill>
                  <a:srgbClr val="444444"/>
                </a:solidFill>
                <a:latin typeface="Segoe UI"/>
              </a:rPr>
              <a:t>•  Works whether or not a prior version exists</a:t>
            </a:r>
          </a:p>
          <a:p>
            <a:pPr>
              <a:lnSpc>
                <a:spcPct val="120000"/>
              </a:lnSpc>
            </a:pPr>
            <a:r>
              <a:rPr lang="en-GB" sz="1000" dirty="0">
                <a:solidFill>
                  <a:srgbClr val="444444"/>
                </a:solidFill>
                <a:latin typeface="Segoe UI"/>
              </a:rPr>
              <a:t>•  Fastest import method</a:t>
            </a:r>
          </a:p>
          <a:p>
            <a:pPr>
              <a:lnSpc>
                <a:spcPct val="120000"/>
              </a:lnSpc>
            </a:pPr>
            <a:r>
              <a:rPr lang="en-GB" sz="1000" dirty="0">
                <a:solidFill>
                  <a:srgbClr val="444444"/>
                </a:solidFill>
                <a:latin typeface="Segoe UI"/>
              </a:rPr>
              <a:t>•  Deleted components remain — manual cleanup required</a:t>
            </a:r>
          </a:p>
          <a:p>
            <a:pPr>
              <a:lnSpc>
                <a:spcPct val="120000"/>
              </a:lnSpc>
            </a:pPr>
            <a:r>
              <a:rPr lang="en-GB" sz="1000" dirty="0">
                <a:solidFill>
                  <a:srgbClr val="444444"/>
                </a:solidFill>
                <a:latin typeface="Segoe UI"/>
              </a:rPr>
              <a:t>•  Can enable plug-in steps and flows on import</a:t>
            </a:r>
          </a:p>
          <a:p>
            <a:r>
              <a:rPr lang="en-GB" sz="400" dirty="0">
                <a:solidFill>
                  <a:srgbClr val="FFFFFF"/>
                </a:solidFill>
                <a:latin typeface="Segoe UI"/>
              </a:rPr>
              <a:t> </a:t>
            </a:r>
          </a:p>
          <a:p>
            <a:r>
              <a:rPr lang="en-GB" sz="1100" b="1" dirty="0">
                <a:solidFill>
                  <a:srgbClr val="1A87CD"/>
                </a:solidFill>
                <a:latin typeface="Segoe UI"/>
              </a:rPr>
              <a:t>Use when</a:t>
            </a:r>
          </a:p>
          <a:p>
            <a:pPr>
              <a:lnSpc>
                <a:spcPct val="120000"/>
              </a:lnSpc>
            </a:pPr>
            <a:r>
              <a:rPr lang="en-GB" sz="1000" dirty="0">
                <a:solidFill>
                  <a:srgbClr val="444444"/>
                </a:solidFill>
                <a:latin typeface="Segoe UI"/>
              </a:rPr>
              <a:t>•  First-time install into a new environment</a:t>
            </a:r>
          </a:p>
          <a:p>
            <a:pPr>
              <a:lnSpc>
                <a:spcPct val="120000"/>
              </a:lnSpc>
            </a:pPr>
            <a:r>
              <a:rPr lang="en-GB" sz="1000" dirty="0">
                <a:solidFill>
                  <a:srgbClr val="444444"/>
                </a:solidFill>
                <a:latin typeface="Segoe UI"/>
              </a:rPr>
              <a:t>•  Iterating quickly in Test or DEV</a:t>
            </a:r>
          </a:p>
          <a:p>
            <a:pPr>
              <a:lnSpc>
                <a:spcPct val="120000"/>
              </a:lnSpc>
            </a:pPr>
            <a:r>
              <a:rPr lang="en-GB" sz="1000" dirty="0">
                <a:solidFill>
                  <a:srgbClr val="444444"/>
                </a:solidFill>
                <a:latin typeface="Segoe UI"/>
              </a:rPr>
              <a:t>•  No components have been removed from the solution</a:t>
            </a:r>
          </a:p>
          <a:p>
            <a:pPr>
              <a:lnSpc>
                <a:spcPct val="120000"/>
              </a:lnSpc>
            </a:pPr>
            <a:r>
              <a:rPr lang="en-GB" sz="1000" dirty="0">
                <a:solidFill>
                  <a:srgbClr val="444444"/>
                </a:solidFill>
                <a:latin typeface="Segoe UI"/>
              </a:rPr>
              <a:t>•  Speed is the priority over clean removal</a:t>
            </a:r>
          </a:p>
        </p:txBody>
      </p:sp>
      <p:sp>
        <p:nvSpPr>
          <p:cNvPr id="20" name="UpgBg"/>
          <p:cNvSpPr/>
          <p:nvPr/>
        </p:nvSpPr>
        <p:spPr>
          <a:xfrm>
            <a:off x="6172200" y="914400"/>
            <a:ext cx="5562600" cy="4267800"/>
          </a:xfrm>
          <a:prstGeom prst="rect">
            <a:avLst/>
          </a:prstGeom>
          <a:solidFill>
            <a:srgbClr val="F2F7FF"/>
          </a:solidFill>
          <a:ln w="19050">
            <a:solidFill>
              <a:srgbClr val="0761AD"/>
            </a:solidFill>
          </a:ln>
        </p:spPr>
        <p:txBody>
          <a:bodyPr/>
          <a:lstStyle/>
          <a:p>
            <a:endParaRPr/>
          </a:p>
        </p:txBody>
      </p:sp>
      <p:sp>
        <p:nvSpPr>
          <p:cNvPr id="21" name="UpgHdr"/>
          <p:cNvSpPr/>
          <p:nvPr/>
        </p:nvSpPr>
        <p:spPr>
          <a:xfrm>
            <a:off x="6172200" y="914400"/>
            <a:ext cx="5562600" cy="533400"/>
          </a:xfrm>
          <a:prstGeom prst="rect">
            <a:avLst/>
          </a:prstGeom>
          <a:solidFill>
            <a:srgbClr val="0761AD"/>
          </a:solidFill>
          <a:ln>
            <a:noFill/>
          </a:ln>
        </p:spPr>
        <p:txBody>
          <a:bodyPr anchor="ctr"/>
          <a:lstStyle/>
          <a:p>
            <a:pPr algn="ctr"/>
            <a:r>
              <a:rPr lang="en-GB" sz="2000" b="1" dirty="0">
                <a:solidFill>
                  <a:srgbClr val="FFFFFF"/>
                </a:solidFill>
                <a:latin typeface="Segoe UI Black"/>
              </a:rPr>
              <a:t>Upgrade</a:t>
            </a:r>
          </a:p>
        </p:txBody>
      </p:sp>
      <p:sp>
        <p:nvSpPr>
          <p:cNvPr id="22" name="UpgSub"/>
          <p:cNvSpPr/>
          <p:nvPr/>
        </p:nvSpPr>
        <p:spPr>
          <a:xfrm>
            <a:off x="6172200" y="1447800"/>
            <a:ext cx="5562600" cy="304800"/>
          </a:xfrm>
          <a:prstGeom prst="rect">
            <a:avLst/>
          </a:prstGeom>
          <a:solidFill>
            <a:srgbClr val="EBF0FA"/>
          </a:solidFill>
          <a:ln>
            <a:noFill/>
          </a:ln>
        </p:spPr>
        <p:txBody>
          <a:bodyPr anchor="ctr"/>
          <a:lstStyle/>
          <a:p>
            <a:pPr algn="ctr"/>
            <a:r>
              <a:rPr lang="en-GB" sz="1000" i="1" dirty="0">
                <a:solidFill>
                  <a:srgbClr val="0761AD"/>
                </a:solidFill>
                <a:latin typeface="Segoe UI"/>
              </a:rPr>
              <a:t>Stage alongside old version, then cleanly replace</a:t>
            </a:r>
          </a:p>
        </p:txBody>
      </p:sp>
      <p:sp>
        <p:nvSpPr>
          <p:cNvPr id="23" name="UpgBodyTop"/>
          <p:cNvSpPr txBox="1"/>
          <p:nvPr/>
        </p:nvSpPr>
        <p:spPr>
          <a:xfrm>
            <a:off x="6210300" y="1790700"/>
            <a:ext cx="5486400" cy="800100"/>
          </a:xfrm>
          <a:prstGeom prst="rect">
            <a:avLst/>
          </a:prstGeom>
          <a:noFill/>
        </p:spPr>
        <p:txBody>
          <a:bodyPr wrap="square" lIns="91440" tIns="91440" rIns="91440" bIns="91440"/>
          <a:lstStyle/>
          <a:p>
            <a:r>
              <a:rPr lang="en-GB" sz="1100" b="1" dirty="0">
                <a:solidFill>
                  <a:srgbClr val="0761AD"/>
                </a:solidFill>
                <a:latin typeface="Segoe UI"/>
              </a:rPr>
              <a:t>What it does</a:t>
            </a:r>
          </a:p>
          <a:p>
            <a:pPr>
              <a:lnSpc>
                <a:spcPct val="115000"/>
              </a:lnSpc>
            </a:pPr>
            <a:r>
              <a:rPr lang="en-GB" sz="1000" dirty="0">
                <a:solidFill>
                  <a:srgbClr val="333333"/>
                </a:solidFill>
                <a:latin typeface="Segoe UI"/>
              </a:rPr>
              <a:t>Imports the new version alongside the existing solution as a staged upgrade (suffixed </a:t>
            </a:r>
            <a:r>
              <a:rPr lang="en-GB" sz="1000" b="1" dirty="0">
                <a:solidFill>
                  <a:srgbClr val="333333"/>
                </a:solidFill>
                <a:latin typeface="Segoe UI"/>
              </a:rPr>
              <a:t>_Upgrade</a:t>
            </a:r>
            <a:r>
              <a:rPr lang="en-GB" sz="1000" dirty="0">
                <a:solidFill>
                  <a:srgbClr val="333333"/>
                </a:solidFill>
                <a:latin typeface="Segoe UI"/>
              </a:rPr>
              <a:t>). On apply, the old solution and all removed components are deleted from the environment.</a:t>
            </a:r>
          </a:p>
        </p:txBody>
      </p:sp>
      <p:sp>
        <p:nvSpPr>
          <p:cNvPr id="30" name="SubCard1Bg"/>
          <p:cNvSpPr/>
          <p:nvPr/>
        </p:nvSpPr>
        <p:spPr>
          <a:xfrm>
            <a:off x="6210300" y="3543210"/>
            <a:ext cx="2705400" cy="1513495"/>
          </a:xfrm>
          <a:prstGeom prst="rect">
            <a:avLst/>
          </a:prstGeom>
          <a:solidFill>
            <a:srgbClr val="EBF0FA"/>
          </a:solidFill>
          <a:ln w="19050">
            <a:solidFill>
              <a:srgbClr val="0761AD"/>
            </a:solidFill>
          </a:ln>
        </p:spPr>
        <p:txBody>
          <a:bodyPr/>
          <a:lstStyle/>
          <a:p>
            <a:endParaRPr/>
          </a:p>
        </p:txBody>
      </p:sp>
      <p:sp>
        <p:nvSpPr>
          <p:cNvPr id="31" name="SubCard1Hdr"/>
          <p:cNvSpPr/>
          <p:nvPr/>
        </p:nvSpPr>
        <p:spPr>
          <a:xfrm>
            <a:off x="6210300" y="3543210"/>
            <a:ext cx="2705400" cy="304800"/>
          </a:xfrm>
          <a:prstGeom prst="rect">
            <a:avLst/>
          </a:prstGeom>
          <a:solidFill>
            <a:srgbClr val="0761AD"/>
          </a:solidFill>
          <a:ln>
            <a:noFill/>
          </a:ln>
        </p:spPr>
        <p:txBody>
          <a:bodyPr anchor="ctr"/>
          <a:lstStyle/>
          <a:p>
            <a:pPr algn="ctr"/>
            <a:r>
              <a:rPr lang="en-GB" sz="950" b="1" dirty="0">
                <a:solidFill>
                  <a:srgbClr val="FFFFFF"/>
                </a:solidFill>
                <a:latin typeface="Segoe UI"/>
              </a:rPr>
              <a:t>Upgrade (immediate)</a:t>
            </a:r>
          </a:p>
        </p:txBody>
      </p:sp>
      <p:sp>
        <p:nvSpPr>
          <p:cNvPr id="32" name="SubCard1Body"/>
          <p:cNvSpPr txBox="1"/>
          <p:nvPr/>
        </p:nvSpPr>
        <p:spPr>
          <a:xfrm>
            <a:off x="6248400" y="3886110"/>
            <a:ext cx="2629200" cy="1170595"/>
          </a:xfrm>
          <a:prstGeom prst="rect">
            <a:avLst/>
          </a:prstGeom>
          <a:noFill/>
        </p:spPr>
        <p:txBody>
          <a:bodyPr wrap="square" lIns="91440" tIns="57150" rIns="91440" bIns="57150"/>
          <a:lstStyle/>
          <a:p>
            <a:pPr>
              <a:lnSpc>
                <a:spcPct val="115000"/>
              </a:lnSpc>
            </a:pPr>
            <a:r>
              <a:rPr lang="en-GB" sz="900" dirty="0">
                <a:solidFill>
                  <a:srgbClr val="333333"/>
                </a:solidFill>
                <a:latin typeface="Segoe UI"/>
              </a:rPr>
              <a:t>Stages and applies the upgrade in a single import action. Old solution and removed components are deleted automatically on completion.</a:t>
            </a:r>
          </a:p>
          <a:p>
            <a:r>
              <a:rPr lang="en-GB" sz="300" dirty="0">
                <a:solidFill>
                  <a:srgbClr val="FFFFFF"/>
                </a:solidFill>
                <a:latin typeface="Segoe UI"/>
              </a:rPr>
              <a:t> </a:t>
            </a:r>
          </a:p>
          <a:p>
            <a:pPr>
              <a:lnSpc>
                <a:spcPct val="115000"/>
              </a:lnSpc>
            </a:pPr>
            <a:r>
              <a:rPr lang="en-GB" sz="900" b="1" dirty="0">
                <a:solidFill>
                  <a:srgbClr val="0761AD"/>
                </a:solidFill>
                <a:latin typeface="Segoe UI"/>
              </a:rPr>
              <a:t>Best for: </a:t>
            </a:r>
            <a:r>
              <a:rPr lang="en-GB" sz="900" dirty="0">
                <a:solidFill>
                  <a:srgbClr val="444444"/>
                </a:solidFill>
                <a:latin typeface="Segoe UI"/>
              </a:rPr>
              <a:t>standard Production and UAT deployments via the pipeline</a:t>
            </a:r>
          </a:p>
        </p:txBody>
      </p:sp>
      <p:sp>
        <p:nvSpPr>
          <p:cNvPr id="40" name="SubCard2Bg"/>
          <p:cNvSpPr/>
          <p:nvPr/>
        </p:nvSpPr>
        <p:spPr>
          <a:xfrm>
            <a:off x="8991600" y="3543691"/>
            <a:ext cx="2667300" cy="1513495"/>
          </a:xfrm>
          <a:prstGeom prst="rect">
            <a:avLst/>
          </a:prstGeom>
          <a:solidFill>
            <a:srgbClr val="EBF0FA"/>
          </a:solidFill>
          <a:ln w="19050">
            <a:solidFill>
              <a:srgbClr val="0761AD"/>
            </a:solidFill>
          </a:ln>
        </p:spPr>
        <p:txBody>
          <a:bodyPr/>
          <a:lstStyle/>
          <a:p>
            <a:endParaRPr/>
          </a:p>
        </p:txBody>
      </p:sp>
      <p:sp>
        <p:nvSpPr>
          <p:cNvPr id="41" name="SubCard2Hdr"/>
          <p:cNvSpPr/>
          <p:nvPr/>
        </p:nvSpPr>
        <p:spPr>
          <a:xfrm>
            <a:off x="8991600" y="3543691"/>
            <a:ext cx="2667300" cy="304800"/>
          </a:xfrm>
          <a:prstGeom prst="rect">
            <a:avLst/>
          </a:prstGeom>
          <a:solidFill>
            <a:srgbClr val="0F3460"/>
          </a:solidFill>
          <a:ln>
            <a:noFill/>
          </a:ln>
        </p:spPr>
        <p:txBody>
          <a:bodyPr anchor="ctr"/>
          <a:lstStyle/>
          <a:p>
            <a:pPr algn="ctr"/>
            <a:r>
              <a:rPr lang="en-GB" sz="950" b="1" dirty="0">
                <a:solidFill>
                  <a:srgbClr val="FFFFFF"/>
                </a:solidFill>
                <a:latin typeface="Segoe UI"/>
              </a:rPr>
              <a:t>Stage for Upgrade</a:t>
            </a:r>
          </a:p>
        </p:txBody>
      </p:sp>
      <p:sp>
        <p:nvSpPr>
          <p:cNvPr id="42" name="SubCard2Body"/>
          <p:cNvSpPr txBox="1"/>
          <p:nvPr/>
        </p:nvSpPr>
        <p:spPr>
          <a:xfrm>
            <a:off x="9029700" y="3886591"/>
            <a:ext cx="2591100" cy="952499"/>
          </a:xfrm>
          <a:prstGeom prst="rect">
            <a:avLst/>
          </a:prstGeom>
          <a:noFill/>
        </p:spPr>
        <p:txBody>
          <a:bodyPr wrap="square" lIns="91440" tIns="57150" rIns="91440" bIns="57150"/>
          <a:lstStyle/>
          <a:p>
            <a:pPr>
              <a:lnSpc>
                <a:spcPct val="115000"/>
              </a:lnSpc>
            </a:pPr>
            <a:r>
              <a:rPr lang="en-GB" sz="900" dirty="0">
                <a:solidFill>
                  <a:srgbClr val="333333"/>
                </a:solidFill>
                <a:latin typeface="Segoe UI"/>
              </a:rPr>
              <a:t>Imports the new version but holds both solutions. You manually select </a:t>
            </a:r>
            <a:r>
              <a:rPr lang="en-GB" sz="900" b="1" dirty="0">
                <a:solidFill>
                  <a:srgbClr val="333333"/>
                </a:solidFill>
                <a:latin typeface="Segoe UI"/>
              </a:rPr>
              <a:t>Apply Solution Upgrade</a:t>
            </a:r>
            <a:r>
              <a:rPr lang="en-GB" sz="900" dirty="0">
                <a:solidFill>
                  <a:srgbClr val="333333"/>
                </a:solidFill>
                <a:latin typeface="Segoe UI"/>
              </a:rPr>
              <a:t> when ready.</a:t>
            </a:r>
          </a:p>
          <a:p>
            <a:r>
              <a:rPr lang="en-GB" sz="300" dirty="0">
                <a:solidFill>
                  <a:srgbClr val="FFFFFF"/>
                </a:solidFill>
                <a:latin typeface="Segoe UI"/>
              </a:rPr>
              <a:t> </a:t>
            </a:r>
          </a:p>
          <a:p>
            <a:pPr>
              <a:lnSpc>
                <a:spcPct val="115000"/>
              </a:lnSpc>
            </a:pPr>
            <a:r>
              <a:rPr lang="en-GB" sz="900" b="1" dirty="0">
                <a:solidFill>
                  <a:srgbClr val="0761AD"/>
                </a:solidFill>
                <a:latin typeface="Segoe UI"/>
              </a:rPr>
              <a:t>Best for: </a:t>
            </a:r>
            <a:r>
              <a:rPr lang="en-GB" sz="900" dirty="0">
                <a:solidFill>
                  <a:srgbClr val="444444"/>
                </a:solidFill>
                <a:latin typeface="Segoe UI"/>
              </a:rPr>
              <a:t>data migration before cutover, or manual validation before applying</a:t>
            </a:r>
          </a:p>
        </p:txBody>
      </p:sp>
      <p:sp>
        <p:nvSpPr>
          <p:cNvPr id="50" name="UpgUseWhen"/>
          <p:cNvSpPr txBox="1"/>
          <p:nvPr/>
        </p:nvSpPr>
        <p:spPr>
          <a:xfrm>
            <a:off x="6210300" y="2618096"/>
            <a:ext cx="5486400" cy="800100"/>
          </a:xfrm>
          <a:prstGeom prst="rect">
            <a:avLst/>
          </a:prstGeom>
          <a:noFill/>
        </p:spPr>
        <p:txBody>
          <a:bodyPr wrap="square" lIns="91440" tIns="91440" rIns="91440" bIns="91440"/>
          <a:lstStyle/>
          <a:p>
            <a:r>
              <a:rPr lang="en-GB" sz="1100" b="1" dirty="0">
                <a:solidFill>
                  <a:srgbClr val="0761AD"/>
                </a:solidFill>
                <a:latin typeface="Segoe UI"/>
              </a:rPr>
              <a:t>Use when</a:t>
            </a:r>
          </a:p>
          <a:p>
            <a:pPr>
              <a:lnSpc>
                <a:spcPct val="120000"/>
              </a:lnSpc>
            </a:pPr>
            <a:r>
              <a:rPr lang="en-GB" sz="1000" dirty="0">
                <a:solidFill>
                  <a:srgbClr val="444444"/>
                </a:solidFill>
                <a:latin typeface="Segoe UI"/>
              </a:rPr>
              <a:t>•  Deploying to Production or UAT</a:t>
            </a:r>
          </a:p>
          <a:p>
            <a:pPr>
              <a:lnSpc>
                <a:spcPct val="120000"/>
              </a:lnSpc>
            </a:pPr>
            <a:r>
              <a:rPr lang="en-GB" sz="1000" dirty="0">
                <a:solidFill>
                  <a:srgbClr val="444444"/>
                </a:solidFill>
                <a:latin typeface="Segoe UI"/>
              </a:rPr>
              <a:t>•  Components have been removed and must be deleted from the target</a:t>
            </a:r>
          </a:p>
          <a:p>
            <a:pPr>
              <a:lnSpc>
                <a:spcPct val="120000"/>
              </a:lnSpc>
            </a:pPr>
            <a:r>
              <a:rPr lang="en-GB" sz="1000" dirty="0">
                <a:solidFill>
                  <a:srgbClr val="444444"/>
                </a:solidFill>
                <a:latin typeface="Segoe UI"/>
              </a:rPr>
              <a:t>•  A controlled, auditable deployment is required</a:t>
            </a:r>
          </a:p>
        </p:txBody>
      </p:sp>
      <p:sp>
        <p:nvSpPr>
          <p:cNvPr id="60" name="GuideBg"/>
          <p:cNvSpPr/>
          <p:nvPr/>
        </p:nvSpPr>
        <p:spPr>
          <a:xfrm>
            <a:off x="457200" y="5295900"/>
            <a:ext cx="11277600" cy="1066800"/>
          </a:xfrm>
          <a:prstGeom prst="rect">
            <a:avLst/>
          </a:prstGeom>
          <a:solidFill>
            <a:srgbClr val="0F1F3D"/>
          </a:solidFill>
          <a:ln>
            <a:noFill/>
          </a:ln>
        </p:spPr>
        <p:txBody>
          <a:bodyPr/>
          <a:lstStyle/>
          <a:p>
            <a:endParaRPr/>
          </a:p>
        </p:txBody>
      </p:sp>
      <p:sp>
        <p:nvSpPr>
          <p:cNvPr id="61" name="GuideHdr"/>
          <p:cNvSpPr/>
          <p:nvPr/>
        </p:nvSpPr>
        <p:spPr>
          <a:xfrm>
            <a:off x="457200" y="5295900"/>
            <a:ext cx="11277600" cy="304800"/>
          </a:xfrm>
          <a:prstGeom prst="rect">
            <a:avLst/>
          </a:prstGeom>
          <a:solidFill>
            <a:srgbClr val="0761AD"/>
          </a:solidFill>
          <a:ln>
            <a:noFill/>
          </a:ln>
        </p:spPr>
        <p:txBody>
          <a:bodyPr lIns="182880" anchor="ctr"/>
          <a:lstStyle/>
          <a:p>
            <a:r>
              <a:rPr lang="en-GB" sz="1100" b="1" dirty="0">
                <a:solidFill>
                  <a:srgbClr val="FFFFFF"/>
                </a:solidFill>
                <a:latin typeface="Segoe UI"/>
              </a:rPr>
              <a:t>Quick Decision Guide</a:t>
            </a:r>
          </a:p>
        </p:txBody>
      </p:sp>
      <p:sp>
        <p:nvSpPr>
          <p:cNvPr id="62" name="DC1"/>
          <p:cNvSpPr/>
          <p:nvPr/>
        </p:nvSpPr>
        <p:spPr>
          <a:xfrm>
            <a:off x="457200" y="5600700"/>
            <a:ext cx="5486400" cy="762000"/>
          </a:xfrm>
          <a:prstGeom prst="rect">
            <a:avLst/>
          </a:prstGeom>
          <a:solidFill>
            <a:srgbClr val="0F2340"/>
          </a:solidFill>
          <a:ln w="9525">
            <a:solidFill>
              <a:srgbClr val="1A87CD"/>
            </a:solidFill>
          </a:ln>
        </p:spPr>
        <p:txBody>
          <a:bodyPr lIns="182880" tIns="91440" rIns="182880" bIns="91440"/>
          <a:lstStyle/>
          <a:p>
            <a:r>
              <a:rPr lang="en-GB" sz="1000" b="1" dirty="0">
                <a:solidFill>
                  <a:srgbClr val="1A87CD"/>
                </a:solidFill>
                <a:latin typeface="Segoe UI"/>
              </a:rPr>
              <a:t>New environment, fast iteration, or no component removals?</a:t>
            </a:r>
          </a:p>
          <a:p>
            <a:pPr marL="182880"/>
            <a:r>
              <a:rPr lang="en-GB" sz="1000" dirty="0">
                <a:solidFill>
                  <a:srgbClr val="AAAAAA"/>
                </a:solidFill>
                <a:latin typeface="Segoe UI"/>
              </a:rPr>
              <a:t>→  Use </a:t>
            </a:r>
            <a:r>
              <a:rPr lang="en-GB" sz="1000" b="1" dirty="0">
                <a:solidFill>
                  <a:srgbClr val="1A87CD"/>
                </a:solidFill>
                <a:latin typeface="Segoe UI"/>
              </a:rPr>
              <a:t>Update</a:t>
            </a:r>
          </a:p>
        </p:txBody>
      </p:sp>
      <p:sp>
        <p:nvSpPr>
          <p:cNvPr id="63" name="DC2"/>
          <p:cNvSpPr/>
          <p:nvPr/>
        </p:nvSpPr>
        <p:spPr>
          <a:xfrm>
            <a:off x="6172200" y="5600700"/>
            <a:ext cx="5562600" cy="762000"/>
          </a:xfrm>
          <a:prstGeom prst="rect">
            <a:avLst/>
          </a:prstGeom>
          <a:solidFill>
            <a:srgbClr val="0F2340"/>
          </a:solidFill>
          <a:ln w="9525">
            <a:solidFill>
              <a:srgbClr val="5B9BD5"/>
            </a:solidFill>
          </a:ln>
        </p:spPr>
        <p:txBody>
          <a:bodyPr lIns="182880" tIns="91440" rIns="182880" bIns="91440"/>
          <a:lstStyle/>
          <a:p>
            <a:r>
              <a:rPr lang="en-GB" sz="1000" b="1" dirty="0">
                <a:solidFill>
                  <a:srgbClr val="5B9BD5"/>
                </a:solidFill>
                <a:latin typeface="Segoe UI"/>
              </a:rPr>
              <a:t>Production or UAT deployment, or components have been removed?</a:t>
            </a:r>
          </a:p>
          <a:p>
            <a:pPr marL="182880"/>
            <a:r>
              <a:rPr lang="en-GB" sz="1000" dirty="0">
                <a:solidFill>
                  <a:srgbClr val="AAAAAA"/>
                </a:solidFill>
                <a:latin typeface="Segoe UI"/>
              </a:rPr>
              <a:t>→  Always use </a:t>
            </a:r>
            <a:r>
              <a:rPr lang="en-GB" sz="1000" b="1" dirty="0">
                <a:solidFill>
                  <a:srgbClr val="5B9BD5"/>
                </a:solidFill>
                <a:latin typeface="Segoe UI"/>
              </a:rPr>
              <a:t>Upgrade</a:t>
            </a:r>
            <a:r>
              <a:rPr lang="en-GB" sz="1000" dirty="0">
                <a:solidFill>
                  <a:srgbClr val="AAAAAA"/>
                </a:solidFill>
                <a:latin typeface="Segoe UI"/>
              </a:rPr>
              <a:t> (recommended by Microsoft)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Solution Layers</a:t>
            </a:r>
          </a:p>
        </p:txBody>
      </p:sp>
      <p:sp>
        <p:nvSpPr>
          <p:cNvPr id="10" name="DefBg"/>
          <p:cNvSpPr/>
          <p:nvPr/>
        </p:nvSpPr>
        <p:spPr>
          <a:xfrm>
            <a:off x="457200" y="914400"/>
            <a:ext cx="5181600" cy="457200"/>
          </a:xfrm>
          <a:prstGeom prst="rect">
            <a:avLst/>
          </a:prstGeom>
          <a:solidFill>
            <a:srgbClr val="EBF5FB"/>
          </a:solidFill>
          <a:ln w="19050">
            <a:solidFill>
              <a:srgbClr val="00CBBB"/>
            </a:solidFill>
          </a:ln>
        </p:spPr>
        <p:txBody>
          <a:bodyPr/>
          <a:lstStyle/>
          <a:p>
            <a:endParaRPr/>
          </a:p>
        </p:txBody>
      </p:sp>
      <p:sp>
        <p:nvSpPr>
          <p:cNvPr id="11" name="DefAccent"/>
          <p:cNvSpPr/>
          <p:nvPr/>
        </p:nvSpPr>
        <p:spPr>
          <a:xfrm>
            <a:off x="457200" y="914400"/>
            <a:ext cx="57150" cy="457200"/>
          </a:xfrm>
          <a:prstGeom prst="rect">
            <a:avLst/>
          </a:prstGeom>
          <a:solidFill>
            <a:srgbClr val="00CBBB"/>
          </a:solidFill>
          <a:ln>
            <a:noFill/>
          </a:ln>
        </p:spPr>
        <p:txBody>
          <a:bodyPr/>
          <a:lstStyle/>
          <a:p>
            <a:endParaRPr/>
          </a:p>
        </p:txBody>
      </p:sp>
      <p:sp>
        <p:nvSpPr>
          <p:cNvPr id="12" name="DefText"/>
          <p:cNvSpPr txBox="1"/>
          <p:nvPr/>
        </p:nvSpPr>
        <p:spPr>
          <a:xfrm>
            <a:off x="533400" y="914400"/>
            <a:ext cx="5105400" cy="457200"/>
          </a:xfrm>
          <a:prstGeom prst="rect">
            <a:avLst/>
          </a:prstGeom>
          <a:noFill/>
        </p:spPr>
        <p:txBody>
          <a:bodyPr lIns="91440" tIns="57150" rIns="91440" bIns="57150" anchor="ctr"/>
          <a:lstStyle/>
          <a:p>
            <a:r>
              <a:rPr lang="en-GB" sz="1050" dirty="0">
                <a:solidFill>
                  <a:srgbClr val="333333"/>
                </a:solidFill>
                <a:latin typeface="Segoe UI"/>
              </a:rPr>
              <a:t>Solutions exist at different </a:t>
            </a:r>
            <a:r>
              <a:rPr lang="en-GB" sz="1050" b="1" dirty="0">
                <a:solidFill>
                  <a:srgbClr val="0761AD"/>
                </a:solidFill>
                <a:latin typeface="Segoe UI"/>
              </a:rPr>
              <a:t>layer levels</a:t>
            </a:r>
            <a:r>
              <a:rPr lang="en-GB" sz="1050" dirty="0">
                <a:solidFill>
                  <a:srgbClr val="333333"/>
                </a:solidFill>
                <a:latin typeface="Segoe UI"/>
              </a:rPr>
              <a:t> within a Power Platform environment. The topmost layer always wins at runtime.</a:t>
            </a:r>
          </a:p>
        </p:txBody>
      </p:sp>
      <p:sp>
        <p:nvSpPr>
          <p:cNvPr id="20" name="StackLbl"/>
          <p:cNvSpPr txBox="1"/>
          <p:nvPr/>
        </p:nvSpPr>
        <p:spPr>
          <a:xfrm>
            <a:off x="457200" y="1447800"/>
            <a:ext cx="5181600" cy="228600"/>
          </a:xfrm>
          <a:prstGeom prst="rect">
            <a:avLst/>
          </a:prstGeom>
          <a:noFill/>
        </p:spPr>
        <p:txBody>
          <a:bodyPr lIns="91440" anchor="ctr"/>
          <a:lstStyle/>
          <a:p>
            <a:r>
              <a:rPr lang="en-GB" sz="900" b="1" dirty="0">
                <a:solidFill>
                  <a:srgbClr val="888888"/>
                </a:solidFill>
                <a:latin typeface="Segoe UI"/>
              </a:rPr>
              <a:t>▲  RUNTIME ACTIVE (top layer wins)  ▲</a:t>
            </a:r>
          </a:p>
        </p:txBody>
      </p:sp>
      <p:sp>
        <p:nvSpPr>
          <p:cNvPr id="21" name="L1Bg"/>
          <p:cNvSpPr/>
          <p:nvPr/>
        </p:nvSpPr>
        <p:spPr>
          <a:xfrm>
            <a:off x="457200" y="1676400"/>
            <a:ext cx="5181600" cy="476250"/>
          </a:xfrm>
          <a:prstGeom prst="rect">
            <a:avLst/>
          </a:prstGeom>
          <a:solidFill>
            <a:srgbClr val="E8F8F7"/>
          </a:solidFill>
          <a:ln w="25400">
            <a:solidFill>
              <a:srgbClr val="00CBBB"/>
            </a:solidFill>
          </a:ln>
        </p:spPr>
        <p:txBody>
          <a:bodyPr/>
          <a:lstStyle/>
          <a:p>
            <a:endParaRPr/>
          </a:p>
        </p:txBody>
      </p:sp>
      <p:sp>
        <p:nvSpPr>
          <p:cNvPr id="22" name="L1Badge"/>
          <p:cNvSpPr/>
          <p:nvPr/>
        </p:nvSpPr>
        <p:spPr>
          <a:xfrm>
            <a:off x="457200" y="1676400"/>
            <a:ext cx="647700" cy="476250"/>
          </a:xfrm>
          <a:prstGeom prst="rect">
            <a:avLst/>
          </a:prstGeom>
          <a:solidFill>
            <a:srgbClr val="00CBBB"/>
          </a:solidFill>
          <a:ln>
            <a:noFill/>
          </a:ln>
        </p:spPr>
        <p:txBody>
          <a:bodyPr anchor="ctr"/>
          <a:lstStyle/>
          <a:p>
            <a:pPr algn="ctr"/>
            <a:r>
              <a:rPr lang="en-GB" sz="850" b="1" dirty="0">
                <a:solidFill>
                  <a:srgbClr val="FFFFFF"/>
                </a:solidFill>
                <a:latin typeface="Segoe UI"/>
              </a:rPr>
              <a:t>Active</a:t>
            </a:r>
          </a:p>
        </p:txBody>
      </p:sp>
      <p:sp>
        <p:nvSpPr>
          <p:cNvPr id="23" name="L1Text"/>
          <p:cNvSpPr txBox="1"/>
          <p:nvPr/>
        </p:nvSpPr>
        <p:spPr>
          <a:xfrm>
            <a:off x="1142850" y="1676400"/>
            <a:ext cx="4457550" cy="476250"/>
          </a:xfrm>
          <a:prstGeom prst="rect">
            <a:avLst/>
          </a:prstGeom>
          <a:noFill/>
        </p:spPr>
        <p:txBody>
          <a:bodyPr lIns="91440" tIns="57150" rIns="91440" bIns="57150" anchor="ctr"/>
          <a:lstStyle/>
          <a:p>
            <a:r>
              <a:rPr lang="en-GB" sz="1050" b="1" dirty="0">
                <a:solidFill>
                  <a:srgbClr val="00CBBB"/>
                </a:solidFill>
                <a:latin typeface="Segoe UI"/>
              </a:rPr>
              <a:t>Unmanaged Layer</a:t>
            </a:r>
          </a:p>
          <a:p>
            <a:r>
              <a:rPr lang="en-GB" sz="900" dirty="0">
                <a:solidFill>
                  <a:srgbClr val="444444"/>
                </a:solidFill>
                <a:latin typeface="Segoe UI"/>
              </a:rPr>
              <a:t>All unmanaged solutions and direct customisations. Single layer. DEV environments only.</a:t>
            </a:r>
          </a:p>
        </p:txBody>
      </p:sp>
      <p:sp>
        <p:nvSpPr>
          <p:cNvPr id="30" name="L2Bg"/>
          <p:cNvSpPr/>
          <p:nvPr/>
        </p:nvSpPr>
        <p:spPr>
          <a:xfrm>
            <a:off x="457200" y="2190150"/>
            <a:ext cx="5181600" cy="438150"/>
          </a:xfrm>
          <a:prstGeom prst="rect">
            <a:avLst/>
          </a:prstGeom>
          <a:solidFill>
            <a:srgbClr val="EBF2FA"/>
          </a:solidFill>
          <a:ln w="19050">
            <a:solidFill>
              <a:srgbClr val="1A87CD"/>
            </a:solidFill>
          </a:ln>
        </p:spPr>
        <p:txBody>
          <a:bodyPr/>
          <a:lstStyle/>
          <a:p>
            <a:endParaRPr/>
          </a:p>
        </p:txBody>
      </p:sp>
      <p:sp>
        <p:nvSpPr>
          <p:cNvPr id="31" name="L2Badge"/>
          <p:cNvSpPr/>
          <p:nvPr/>
        </p:nvSpPr>
        <p:spPr>
          <a:xfrm>
            <a:off x="457200" y="2190150"/>
            <a:ext cx="647700" cy="438150"/>
          </a:xfrm>
          <a:prstGeom prst="rect">
            <a:avLst/>
          </a:prstGeom>
          <a:solidFill>
            <a:srgbClr val="1A87CD"/>
          </a:solidFill>
          <a:ln>
            <a:noFill/>
          </a:ln>
        </p:spPr>
        <p:txBody>
          <a:bodyPr anchor="ctr"/>
          <a:lstStyle/>
          <a:p>
            <a:pPr algn="ctr"/>
            <a:r>
              <a:rPr lang="en-GB" sz="800" b="1" dirty="0">
                <a:solidFill>
                  <a:srgbClr val="FFFFFF"/>
                </a:solidFill>
                <a:latin typeface="Segoe UI"/>
              </a:rPr>
              <a:t>Last in</a:t>
            </a:r>
          </a:p>
        </p:txBody>
      </p:sp>
      <p:sp>
        <p:nvSpPr>
          <p:cNvPr id="32" name="L2Text"/>
          <p:cNvSpPr txBox="1"/>
          <p:nvPr/>
        </p:nvSpPr>
        <p:spPr>
          <a:xfrm>
            <a:off x="1142850" y="2190150"/>
            <a:ext cx="4457550" cy="438150"/>
          </a:xfrm>
          <a:prstGeom prst="rect">
            <a:avLst/>
          </a:prstGeom>
          <a:noFill/>
        </p:spPr>
        <p:txBody>
          <a:bodyPr lIns="91440" tIns="57150" rIns="91440" bIns="57150" anchor="ctr"/>
          <a:lstStyle/>
          <a:p>
            <a:r>
              <a:rPr lang="en-GB" sz="1050" b="1" dirty="0">
                <a:solidFill>
                  <a:srgbClr val="1A87CD"/>
                </a:solidFill>
                <a:latin typeface="Segoe UI"/>
              </a:rPr>
              <a:t>Managed Solution (most recently installed)</a:t>
            </a:r>
          </a:p>
          <a:p>
            <a:r>
              <a:rPr lang="en-GB" sz="900" dirty="0">
                <a:solidFill>
                  <a:srgbClr val="444444"/>
                </a:solidFill>
                <a:latin typeface="Segoe UI"/>
              </a:rPr>
              <a:t>Can customise any solution installed below it. “Last one wins” for conflicts.</a:t>
            </a:r>
          </a:p>
        </p:txBody>
      </p:sp>
      <p:sp>
        <p:nvSpPr>
          <p:cNvPr id="40" name="L3Bg"/>
          <p:cNvSpPr/>
          <p:nvPr/>
        </p:nvSpPr>
        <p:spPr>
          <a:xfrm>
            <a:off x="457200" y="2666550"/>
            <a:ext cx="5181600" cy="438150"/>
          </a:xfrm>
          <a:prstGeom prst="rect">
            <a:avLst/>
          </a:prstGeom>
          <a:solidFill>
            <a:srgbClr val="EBF0FA"/>
          </a:solidFill>
          <a:ln w="19050">
            <a:solidFill>
              <a:srgbClr val="0761AD"/>
            </a:solidFill>
          </a:ln>
        </p:spPr>
        <p:txBody>
          <a:bodyPr/>
          <a:lstStyle/>
          <a:p>
            <a:endParaRPr/>
          </a:p>
        </p:txBody>
      </p:sp>
      <p:sp>
        <p:nvSpPr>
          <p:cNvPr id="41" name="L3Badge"/>
          <p:cNvSpPr/>
          <p:nvPr/>
        </p:nvSpPr>
        <p:spPr>
          <a:xfrm>
            <a:off x="457200" y="2666550"/>
            <a:ext cx="647700" cy="438150"/>
          </a:xfrm>
          <a:prstGeom prst="rect">
            <a:avLst/>
          </a:prstGeom>
          <a:solidFill>
            <a:srgbClr val="0761AD"/>
          </a:solidFill>
          <a:ln>
            <a:noFill/>
          </a:ln>
        </p:spPr>
        <p:txBody>
          <a:bodyPr anchor="ctr"/>
          <a:lstStyle/>
          <a:p>
            <a:pPr algn="ctr"/>
            <a:r>
              <a:rPr lang="en-GB" sz="800" b="1" dirty="0">
                <a:solidFill>
                  <a:srgbClr val="FFFFFF"/>
                </a:solidFill>
                <a:latin typeface="Segoe UI"/>
              </a:rPr>
              <a:t>First in</a:t>
            </a:r>
          </a:p>
        </p:txBody>
      </p:sp>
      <p:sp>
        <p:nvSpPr>
          <p:cNvPr id="42" name="L3Text"/>
          <p:cNvSpPr txBox="1"/>
          <p:nvPr/>
        </p:nvSpPr>
        <p:spPr>
          <a:xfrm>
            <a:off x="1142850" y="2666550"/>
            <a:ext cx="4457550" cy="438150"/>
          </a:xfrm>
          <a:prstGeom prst="rect">
            <a:avLst/>
          </a:prstGeom>
          <a:noFill/>
        </p:spPr>
        <p:txBody>
          <a:bodyPr lIns="91440" tIns="57150" rIns="91440" bIns="57150" anchor="ctr"/>
          <a:lstStyle/>
          <a:p>
            <a:r>
              <a:rPr lang="en-GB" sz="1050" b="1" dirty="0">
                <a:solidFill>
                  <a:srgbClr val="0761AD"/>
                </a:solidFill>
                <a:latin typeface="Segoe UI"/>
              </a:rPr>
              <a:t>Managed Solution (first installed)</a:t>
            </a:r>
          </a:p>
          <a:p>
            <a:r>
              <a:rPr lang="en-GB" sz="900" dirty="0">
                <a:solidFill>
                  <a:srgbClr val="444444"/>
                </a:solidFill>
                <a:latin typeface="Segoe UI"/>
              </a:rPr>
              <a:t>Base managed layer. Restored if the layer above is uninstalled.</a:t>
            </a:r>
          </a:p>
        </p:txBody>
      </p:sp>
      <p:sp>
        <p:nvSpPr>
          <p:cNvPr id="50" name="L4Bg"/>
          <p:cNvSpPr/>
          <p:nvPr/>
        </p:nvSpPr>
        <p:spPr>
          <a:xfrm>
            <a:off x="457200" y="3142950"/>
            <a:ext cx="5181600" cy="419100"/>
          </a:xfrm>
          <a:prstGeom prst="rect">
            <a:avLst/>
          </a:prstGeom>
          <a:solidFill>
            <a:srgbClr val="E8EEF7"/>
          </a:solidFill>
          <a:ln w="19050">
            <a:solidFill>
              <a:srgbClr val="6C8EBF"/>
            </a:solidFill>
          </a:ln>
        </p:spPr>
        <p:txBody>
          <a:bodyPr/>
          <a:lstStyle/>
          <a:p>
            <a:endParaRPr/>
          </a:p>
        </p:txBody>
      </p:sp>
      <p:sp>
        <p:nvSpPr>
          <p:cNvPr id="51" name="L4Badge"/>
          <p:cNvSpPr/>
          <p:nvPr/>
        </p:nvSpPr>
        <p:spPr>
          <a:xfrm>
            <a:off x="457200" y="3142950"/>
            <a:ext cx="647700" cy="419100"/>
          </a:xfrm>
          <a:prstGeom prst="rect">
            <a:avLst/>
          </a:prstGeom>
          <a:solidFill>
            <a:srgbClr val="6C8EBF"/>
          </a:solidFill>
          <a:ln>
            <a:noFill/>
          </a:ln>
        </p:spPr>
        <p:txBody>
          <a:bodyPr anchor="ctr"/>
          <a:lstStyle/>
          <a:p>
            <a:pPr algn="ctr"/>
            <a:r>
              <a:rPr lang="en-GB" sz="800" b="1" dirty="0">
                <a:solidFill>
                  <a:srgbClr val="FFFFFF"/>
                </a:solidFill>
                <a:latin typeface="Segoe UI"/>
              </a:rPr>
              <a:t>Base</a:t>
            </a:r>
          </a:p>
        </p:txBody>
      </p:sp>
      <p:sp>
        <p:nvSpPr>
          <p:cNvPr id="52" name="L4Text"/>
          <p:cNvSpPr txBox="1"/>
          <p:nvPr/>
        </p:nvSpPr>
        <p:spPr>
          <a:xfrm>
            <a:off x="1142850" y="3142950"/>
            <a:ext cx="4457550" cy="419100"/>
          </a:xfrm>
          <a:prstGeom prst="rect">
            <a:avLst/>
          </a:prstGeom>
          <a:noFill/>
        </p:spPr>
        <p:txBody>
          <a:bodyPr lIns="91440" tIns="57150" rIns="91440" bIns="57150" anchor="ctr"/>
          <a:lstStyle/>
          <a:p>
            <a:r>
              <a:rPr lang="en-GB" sz="1050" b="1" dirty="0">
                <a:solidFill>
                  <a:srgbClr val="6C8EBF"/>
                </a:solidFill>
                <a:latin typeface="Segoe UI"/>
              </a:rPr>
              <a:t>System Layer</a:t>
            </a:r>
          </a:p>
          <a:p>
            <a:r>
              <a:rPr lang="en-GB" sz="900" dirty="0">
                <a:solidFill>
                  <a:srgbClr val="555555"/>
                </a:solidFill>
                <a:latin typeface="Segoe UI"/>
              </a:rPr>
              <a:t>Platform tables and components. Cannot be removed. Always at the base.</a:t>
            </a:r>
          </a:p>
        </p:txBody>
      </p:sp>
      <p:sp>
        <p:nvSpPr>
          <p:cNvPr id="53" name="BottomLbl"/>
          <p:cNvSpPr txBox="1"/>
          <p:nvPr/>
        </p:nvSpPr>
        <p:spPr>
          <a:xfrm>
            <a:off x="457200" y="3562050"/>
            <a:ext cx="5181600" cy="190500"/>
          </a:xfrm>
          <a:prstGeom prst="rect">
            <a:avLst/>
          </a:prstGeom>
          <a:noFill/>
        </p:spPr>
        <p:txBody>
          <a:bodyPr lIns="91440" anchor="ctr"/>
          <a:lstStyle/>
          <a:p>
            <a:r>
              <a:rPr lang="en-GB" sz="900" b="1" dirty="0">
                <a:solidFill>
                  <a:srgbClr val="888888"/>
                </a:solidFill>
                <a:latin typeface="Segoe UI"/>
              </a:rPr>
              <a:t>▼  BASE (system foundation)  ▼</a:t>
            </a:r>
          </a:p>
        </p:txBody>
      </p:sp>
      <p:sp>
        <p:nvSpPr>
          <p:cNvPr id="60" name="KCBg"/>
          <p:cNvSpPr/>
          <p:nvPr/>
        </p:nvSpPr>
        <p:spPr>
          <a:xfrm>
            <a:off x="457200" y="3847800"/>
            <a:ext cx="5181600" cy="1986662"/>
          </a:xfrm>
          <a:prstGeom prst="rect">
            <a:avLst/>
          </a:prstGeom>
          <a:solidFill>
            <a:srgbClr val="F2F7FF"/>
          </a:solidFill>
          <a:ln w="9525">
            <a:solidFill>
              <a:srgbClr val="D0E4F5"/>
            </a:solidFill>
          </a:ln>
        </p:spPr>
        <p:txBody>
          <a:bodyPr/>
          <a:lstStyle/>
          <a:p>
            <a:endParaRPr/>
          </a:p>
        </p:txBody>
      </p:sp>
      <p:sp>
        <p:nvSpPr>
          <p:cNvPr id="61" name="KCHdr"/>
          <p:cNvSpPr/>
          <p:nvPr/>
        </p:nvSpPr>
        <p:spPr>
          <a:xfrm>
            <a:off x="457200" y="3847800"/>
            <a:ext cx="5181600" cy="304800"/>
          </a:xfrm>
          <a:prstGeom prst="rect">
            <a:avLst/>
          </a:prstGeom>
          <a:solidFill>
            <a:srgbClr val="0761AD"/>
          </a:solidFill>
          <a:ln>
            <a:noFill/>
          </a:ln>
        </p:spPr>
        <p:txBody>
          <a:bodyPr lIns="182880" anchor="ctr"/>
          <a:lstStyle/>
          <a:p>
            <a:r>
              <a:rPr lang="en-GB" sz="1100" b="1" dirty="0">
                <a:solidFill>
                  <a:srgbClr val="FFFFFF"/>
                </a:solidFill>
                <a:latin typeface="Segoe UI"/>
              </a:rPr>
              <a:t>Key Behaviours</a:t>
            </a:r>
          </a:p>
        </p:txBody>
      </p:sp>
      <p:sp>
        <p:nvSpPr>
          <p:cNvPr id="62" name="KCBody"/>
          <p:cNvSpPr txBox="1"/>
          <p:nvPr/>
        </p:nvSpPr>
        <p:spPr>
          <a:xfrm>
            <a:off x="495300" y="4190700"/>
            <a:ext cx="5105400" cy="1643762"/>
          </a:xfrm>
          <a:prstGeom prst="rect">
            <a:avLst/>
          </a:prstGeom>
          <a:noFill/>
        </p:spPr>
        <p:txBody>
          <a:bodyPr wrap="square" lIns="91440" tIns="57150" rIns="91440" bIns="57150"/>
          <a:lstStyle/>
          <a:p>
            <a:pPr>
              <a:lnSpc>
                <a:spcPct val="120000"/>
              </a:lnSpc>
              <a:spcAft>
                <a:spcPts val="150"/>
              </a:spcAft>
            </a:pPr>
            <a:r>
              <a:rPr lang="en-GB" sz="950" dirty="0">
                <a:solidFill>
                  <a:srgbClr val="444444"/>
                </a:solidFill>
                <a:latin typeface="Segoe UI"/>
              </a:rPr>
              <a:t>•  </a:t>
            </a:r>
            <a:r>
              <a:rPr lang="en-GB" sz="950" b="1" dirty="0">
                <a:solidFill>
                  <a:srgbClr val="0761AD"/>
                </a:solidFill>
                <a:latin typeface="Segoe UI"/>
              </a:rPr>
              <a:t>Last one wins:</a:t>
            </a:r>
            <a:r>
              <a:rPr lang="en-GB" sz="950" dirty="0">
                <a:solidFill>
                  <a:srgbClr val="444444"/>
                </a:solidFill>
                <a:latin typeface="Segoe UI"/>
              </a:rPr>
              <a:t> when two managed solutions conflict, the most recently installed solution’s definition applies at runtime</a:t>
            </a:r>
          </a:p>
          <a:p>
            <a:pPr>
              <a:lnSpc>
                <a:spcPct val="120000"/>
              </a:lnSpc>
              <a:spcAft>
                <a:spcPts val="150"/>
              </a:spcAft>
            </a:pPr>
            <a:r>
              <a:rPr lang="en-GB" sz="950" dirty="0">
                <a:solidFill>
                  <a:srgbClr val="444444"/>
                </a:solidFill>
                <a:latin typeface="Segoe UI"/>
              </a:rPr>
              <a:t>•  </a:t>
            </a:r>
            <a:r>
              <a:rPr lang="en-GB" sz="950" b="1" dirty="0">
                <a:solidFill>
                  <a:srgbClr val="0761AD"/>
                </a:solidFill>
                <a:latin typeface="Segoe UI"/>
              </a:rPr>
              <a:t>Merge logic:</a:t>
            </a:r>
            <a:r>
              <a:rPr lang="en-GB" sz="950" dirty="0">
                <a:solidFill>
                  <a:srgbClr val="444444"/>
                </a:solidFill>
                <a:latin typeface="Segoe UI"/>
              </a:rPr>
              <a:t> for some component types (e.g. forms, ribbons) Dataverse merges changes rather than replacing them</a:t>
            </a:r>
          </a:p>
          <a:p>
            <a:pPr>
              <a:lnSpc>
                <a:spcPct val="120000"/>
              </a:lnSpc>
              <a:spcAft>
                <a:spcPts val="150"/>
              </a:spcAft>
            </a:pPr>
            <a:r>
              <a:rPr lang="en-GB" sz="950" dirty="0">
                <a:solidFill>
                  <a:srgbClr val="444444"/>
                </a:solidFill>
                <a:latin typeface="Segoe UI"/>
              </a:rPr>
              <a:t>•  </a:t>
            </a:r>
            <a:r>
              <a:rPr lang="en-GB" sz="950" b="1" dirty="0">
                <a:solidFill>
                  <a:srgbClr val="0761AD"/>
                </a:solidFill>
                <a:latin typeface="Segoe UI"/>
              </a:rPr>
              <a:t>Uninstall behaviour:</a:t>
            </a:r>
            <a:r>
              <a:rPr lang="en-GB" sz="950" dirty="0">
                <a:solidFill>
                  <a:srgbClr val="444444"/>
                </a:solidFill>
                <a:latin typeface="Segoe UI"/>
              </a:rPr>
              <a:t> removing a managed solution restores the layer below; removing all managed solutions falls back to the system layer</a:t>
            </a:r>
          </a:p>
          <a:p>
            <a:pPr>
              <a:lnSpc>
                <a:spcPct val="120000"/>
              </a:lnSpc>
              <a:spcAft>
                <a:spcPts val="150"/>
              </a:spcAft>
            </a:pPr>
            <a:r>
              <a:rPr lang="en-GB" sz="950" dirty="0">
                <a:solidFill>
                  <a:srgbClr val="444444"/>
                </a:solidFill>
                <a:latin typeface="Segoe UI"/>
              </a:rPr>
              <a:t>•  </a:t>
            </a:r>
            <a:r>
              <a:rPr lang="en-GB" sz="950" b="1" dirty="0">
                <a:solidFill>
                  <a:srgbClr val="0761AD"/>
                </a:solidFill>
                <a:latin typeface="Segoe UI"/>
              </a:rPr>
              <a:t>Avoid component overlap:</a:t>
            </a:r>
            <a:r>
              <a:rPr lang="en-GB" sz="950" dirty="0">
                <a:solidFill>
                  <a:srgbClr val="444444"/>
                </a:solidFill>
                <a:latin typeface="Segoe UI"/>
              </a:rPr>
              <a:t> do not include the same component in more than one unmanaged solution</a:t>
            </a:r>
          </a:p>
        </p:txBody>
      </p:sp>
      <p:sp>
        <p:nvSpPr>
          <p:cNvPr id="70" name="RPanelBg"/>
          <p:cNvSpPr/>
          <p:nvPr/>
        </p:nvSpPr>
        <p:spPr>
          <a:xfrm>
            <a:off x="6858000" y="914400"/>
            <a:ext cx="4876800" cy="4648200"/>
          </a:xfrm>
          <a:prstGeom prst="rect">
            <a:avLst/>
          </a:prstGeom>
          <a:solidFill>
            <a:srgbClr val="F2F7FF"/>
          </a:solidFill>
          <a:ln w="19050">
            <a:solidFill>
              <a:srgbClr val="0761AD"/>
            </a:solidFill>
          </a:ln>
        </p:spPr>
        <p:txBody>
          <a:bodyPr/>
          <a:lstStyle/>
          <a:p>
            <a:endParaRPr/>
          </a:p>
        </p:txBody>
      </p:sp>
      <p:sp>
        <p:nvSpPr>
          <p:cNvPr id="71" name="RPanelHdr"/>
          <p:cNvSpPr/>
          <p:nvPr/>
        </p:nvSpPr>
        <p:spPr>
          <a:xfrm>
            <a:off x="6858000" y="914400"/>
            <a:ext cx="4876800" cy="380250"/>
          </a:xfrm>
          <a:prstGeom prst="rect">
            <a:avLst/>
          </a:prstGeom>
          <a:solidFill>
            <a:srgbClr val="0761AD"/>
          </a:solidFill>
          <a:ln>
            <a:noFill/>
          </a:ln>
        </p:spPr>
        <p:txBody>
          <a:bodyPr lIns="182880" anchor="ctr"/>
          <a:lstStyle/>
          <a:p>
            <a:r>
              <a:rPr lang="en-GB" sz="1200" b="1" dirty="0">
                <a:solidFill>
                  <a:srgbClr val="FFFFFF"/>
                </a:solidFill>
                <a:latin typeface="Segoe UI"/>
              </a:rPr>
              <a:t>Working with Layers as a Developer</a:t>
            </a:r>
          </a:p>
        </p:txBody>
      </p:sp>
      <p:sp>
        <p:nvSpPr>
          <p:cNvPr id="80" name="ViewHdr"/>
          <p:cNvSpPr/>
          <p:nvPr/>
        </p:nvSpPr>
        <p:spPr>
          <a:xfrm>
            <a:off x="6858000" y="1333500"/>
            <a:ext cx="4876800" cy="266700"/>
          </a:xfrm>
          <a:prstGeom prst="rect">
            <a:avLst/>
          </a:prstGeom>
          <a:solidFill>
            <a:srgbClr val="1A87CD"/>
          </a:solidFill>
          <a:ln>
            <a:noFill/>
          </a:ln>
        </p:spPr>
        <p:txBody>
          <a:bodyPr lIns="182880" anchor="ctr"/>
          <a:lstStyle/>
          <a:p>
            <a:r>
              <a:rPr lang="en-GB" sz="1000" b="1" dirty="0">
                <a:solidFill>
                  <a:srgbClr val="FFFFFF"/>
                </a:solidFill>
                <a:latin typeface="Segoe UI"/>
              </a:rPr>
              <a:t>🔍  How to View Solution Layers</a:t>
            </a:r>
          </a:p>
        </p:txBody>
      </p:sp>
      <p:sp>
        <p:nvSpPr>
          <p:cNvPr id="81" name="ViewSteps"/>
          <p:cNvSpPr txBox="1"/>
          <p:nvPr/>
        </p:nvSpPr>
        <p:spPr>
          <a:xfrm>
            <a:off x="6896100" y="1638300"/>
            <a:ext cx="4800600" cy="1409700"/>
          </a:xfrm>
          <a:prstGeom prst="rect">
            <a:avLst/>
          </a:prstGeom>
          <a:noFill/>
        </p:spPr>
        <p:txBody>
          <a:bodyPr wrap="square" lIns="91440" tIns="57150" rIns="91440" bIns="57150"/>
          <a:lstStyle/>
          <a:p>
            <a:pPr>
              <a:lnSpc>
                <a:spcPct val="115000"/>
              </a:lnSpc>
              <a:spcAft>
                <a:spcPts val="120"/>
              </a:spcAft>
            </a:pPr>
            <a:r>
              <a:rPr lang="en-GB" sz="1000" b="1" dirty="0">
                <a:solidFill>
                  <a:srgbClr val="1A87CD"/>
                </a:solidFill>
                <a:latin typeface="Segoe UI"/>
              </a:rPr>
              <a:t>1.  </a:t>
            </a:r>
            <a:r>
              <a:rPr lang="en-GB" sz="1000" dirty="0">
                <a:solidFill>
                  <a:srgbClr val="333333"/>
                </a:solidFill>
                <a:latin typeface="Segoe UI"/>
              </a:rPr>
              <a:t>Go to </a:t>
            </a:r>
            <a:r>
              <a:rPr lang="en-GB" sz="1000" b="1" dirty="0">
                <a:solidFill>
                  <a:srgbClr val="333333"/>
                </a:solidFill>
                <a:latin typeface="Segoe UI"/>
              </a:rPr>
              <a:t>make.powerapps.com</a:t>
            </a:r>
            <a:r>
              <a:rPr lang="en-GB" sz="1000" dirty="0">
                <a:solidFill>
                  <a:srgbClr val="333333"/>
                </a:solidFill>
                <a:latin typeface="Segoe UI"/>
              </a:rPr>
              <a:t> and select </a:t>
            </a:r>
            <a:r>
              <a:rPr lang="en-GB" sz="1000" b="1" dirty="0">
                <a:solidFill>
                  <a:srgbClr val="333333"/>
                </a:solidFill>
                <a:latin typeface="Segoe UI"/>
              </a:rPr>
              <a:t>Solutions</a:t>
            </a:r>
          </a:p>
          <a:p>
            <a:pPr>
              <a:lnSpc>
                <a:spcPct val="115000"/>
              </a:lnSpc>
              <a:spcAft>
                <a:spcPts val="120"/>
              </a:spcAft>
            </a:pPr>
            <a:r>
              <a:rPr lang="en-GB" sz="1000" b="1" dirty="0">
                <a:solidFill>
                  <a:srgbClr val="1A87CD"/>
                </a:solidFill>
                <a:latin typeface="Segoe UI"/>
              </a:rPr>
              <a:t>2.  </a:t>
            </a:r>
            <a:r>
              <a:rPr lang="en-GB" sz="1000" dirty="0">
                <a:solidFill>
                  <a:srgbClr val="333333"/>
                </a:solidFill>
                <a:latin typeface="Segoe UI"/>
              </a:rPr>
              <a:t>Open your solution and select a component (e.g. a table)</a:t>
            </a:r>
          </a:p>
          <a:p>
            <a:pPr>
              <a:lnSpc>
                <a:spcPct val="115000"/>
              </a:lnSpc>
              <a:spcAft>
                <a:spcPts val="120"/>
              </a:spcAft>
            </a:pPr>
            <a:r>
              <a:rPr lang="en-GB" sz="1000" b="1" dirty="0">
                <a:solidFill>
                  <a:srgbClr val="1A87CD"/>
                </a:solidFill>
                <a:latin typeface="Segoe UI"/>
              </a:rPr>
              <a:t>3.  </a:t>
            </a:r>
            <a:r>
              <a:rPr lang="en-GB" sz="1000" dirty="0">
                <a:solidFill>
                  <a:srgbClr val="333333"/>
                </a:solidFill>
                <a:latin typeface="Segoe UI"/>
              </a:rPr>
              <a:t>On the command bar select </a:t>
            </a:r>
            <a:r>
              <a:rPr lang="en-GB" sz="1000" b="1" dirty="0">
                <a:solidFill>
                  <a:srgbClr val="333333"/>
                </a:solidFill>
                <a:latin typeface="Segoe UI"/>
              </a:rPr>
              <a:t>Advanced &gt; See solution layers</a:t>
            </a:r>
          </a:p>
          <a:p>
            <a:pPr>
              <a:lnSpc>
                <a:spcPct val="115000"/>
              </a:lnSpc>
              <a:spcAft>
                <a:spcPts val="120"/>
              </a:spcAft>
            </a:pPr>
            <a:r>
              <a:rPr lang="en-GB" sz="1000" b="1" dirty="0">
                <a:solidFill>
                  <a:srgbClr val="1A87CD"/>
                </a:solidFill>
                <a:latin typeface="Segoe UI"/>
              </a:rPr>
              <a:t>4.  </a:t>
            </a:r>
            <a:r>
              <a:rPr lang="en-GB" sz="1000" dirty="0">
                <a:solidFill>
                  <a:srgbClr val="333333"/>
                </a:solidFill>
                <a:latin typeface="Segoe UI"/>
              </a:rPr>
              <a:t>All layers for that component are shown, newest at the top. The </a:t>
            </a:r>
            <a:r>
              <a:rPr lang="en-GB" sz="1000" b="1" dirty="0">
                <a:solidFill>
                  <a:srgbClr val="333333"/>
                </a:solidFill>
                <a:latin typeface="Segoe UI"/>
              </a:rPr>
              <a:t>Active</a:t>
            </a:r>
            <a:r>
              <a:rPr lang="en-GB" sz="1000" dirty="0">
                <a:solidFill>
                  <a:srgbClr val="333333"/>
                </a:solidFill>
                <a:latin typeface="Segoe UI"/>
              </a:rPr>
              <a:t> layer determines runtime behaviour</a:t>
            </a:r>
          </a:p>
          <a:p>
            <a:pPr>
              <a:lnSpc>
                <a:spcPct val="115000"/>
              </a:lnSpc>
            </a:pPr>
            <a:r>
              <a:rPr lang="en-GB" sz="1000" b="1" dirty="0">
                <a:solidFill>
                  <a:srgbClr val="1A87CD"/>
                </a:solidFill>
                <a:latin typeface="Segoe UI"/>
              </a:rPr>
              <a:t>5.  </a:t>
            </a:r>
            <a:r>
              <a:rPr lang="en-GB" sz="1000" dirty="0">
                <a:solidFill>
                  <a:srgbClr val="333333"/>
                </a:solidFill>
                <a:latin typeface="Segoe UI"/>
              </a:rPr>
              <a:t>Select a layer to inspect its properties. Use </a:t>
            </a:r>
            <a:r>
              <a:rPr lang="en-GB" sz="1000" b="1" dirty="0">
                <a:solidFill>
                  <a:srgbClr val="333333"/>
                </a:solidFill>
                <a:latin typeface="Segoe UI"/>
              </a:rPr>
              <a:t>Updated</a:t>
            </a:r>
            <a:r>
              <a:rPr lang="en-GB" sz="1000" dirty="0">
                <a:solidFill>
                  <a:srgbClr val="333333"/>
                </a:solidFill>
                <a:latin typeface="Segoe UI"/>
              </a:rPr>
              <a:t> tab for changes only, or </a:t>
            </a:r>
            <a:r>
              <a:rPr lang="en-GB" sz="1000" b="1" dirty="0">
                <a:solidFill>
                  <a:srgbClr val="333333"/>
                </a:solidFill>
                <a:latin typeface="Segoe UI"/>
              </a:rPr>
              <a:t>All Properties</a:t>
            </a:r>
            <a:r>
              <a:rPr lang="en-GB" sz="1000" dirty="0">
                <a:solidFill>
                  <a:srgbClr val="333333"/>
                </a:solidFill>
                <a:latin typeface="Segoe UI"/>
              </a:rPr>
              <a:t> for everything</a:t>
            </a:r>
          </a:p>
        </p:txBody>
      </p:sp>
      <p:sp>
        <p:nvSpPr>
          <p:cNvPr id="82" name="Div"/>
          <p:cNvSpPr/>
          <p:nvPr/>
        </p:nvSpPr>
        <p:spPr>
          <a:xfrm>
            <a:off x="6896100" y="3085050"/>
            <a:ext cx="4800600" cy="19050"/>
          </a:xfrm>
          <a:prstGeom prst="rect">
            <a:avLst/>
          </a:prstGeom>
          <a:solidFill>
            <a:srgbClr val="D0E4F5"/>
          </a:solidFill>
          <a:ln>
            <a:noFill/>
          </a:ln>
        </p:spPr>
        <p:txBody>
          <a:bodyPr/>
          <a:lstStyle/>
          <a:p>
            <a:endParaRPr/>
          </a:p>
        </p:txBody>
      </p:sp>
      <p:sp>
        <p:nvSpPr>
          <p:cNvPr id="83" name="TshootHdr"/>
          <p:cNvSpPr/>
          <p:nvPr/>
        </p:nvSpPr>
        <p:spPr>
          <a:xfrm>
            <a:off x="6858000" y="3142950"/>
            <a:ext cx="4876800" cy="266700"/>
          </a:xfrm>
          <a:prstGeom prst="rect">
            <a:avLst/>
          </a:prstGeom>
          <a:solidFill>
            <a:srgbClr val="1A87CD"/>
          </a:solidFill>
          <a:ln>
            <a:noFill/>
          </a:ln>
        </p:spPr>
        <p:txBody>
          <a:bodyPr lIns="182880" anchor="ctr"/>
          <a:lstStyle/>
          <a:p>
            <a:r>
              <a:rPr lang="en-GB" sz="1000" b="1" dirty="0">
                <a:solidFill>
                  <a:srgbClr val="FFFFFF"/>
                </a:solidFill>
                <a:latin typeface="Segoe UI"/>
              </a:rPr>
              <a:t>🛠  Use Solution Layers for Troubleshooting</a:t>
            </a:r>
          </a:p>
        </p:txBody>
      </p:sp>
      <p:sp>
        <p:nvSpPr>
          <p:cNvPr id="84" name="TshootBody"/>
          <p:cNvSpPr txBox="1"/>
          <p:nvPr/>
        </p:nvSpPr>
        <p:spPr>
          <a:xfrm>
            <a:off x="6896100" y="3447750"/>
            <a:ext cx="4800600" cy="609600"/>
          </a:xfrm>
          <a:prstGeom prst="rect">
            <a:avLst/>
          </a:prstGeom>
          <a:noFill/>
        </p:spPr>
        <p:txBody>
          <a:bodyPr wrap="square" lIns="91440" tIns="57150" rIns="91440" bIns="57150"/>
          <a:lstStyle/>
          <a:p>
            <a:pPr>
              <a:lnSpc>
                <a:spcPct val="120000"/>
              </a:lnSpc>
              <a:spcAft>
                <a:spcPts val="120"/>
              </a:spcAft>
            </a:pPr>
            <a:r>
              <a:rPr lang="en-GB" sz="950" dirty="0">
                <a:solidFill>
                  <a:srgbClr val="444444"/>
                </a:solidFill>
                <a:latin typeface="Segoe UI"/>
              </a:rPr>
              <a:t>•  Identify which solution introduced a specific change to a component</a:t>
            </a:r>
          </a:p>
          <a:p>
            <a:pPr>
              <a:lnSpc>
                <a:spcPct val="120000"/>
              </a:lnSpc>
              <a:spcAft>
                <a:spcPts val="120"/>
              </a:spcAft>
            </a:pPr>
            <a:r>
              <a:rPr lang="en-GB" sz="950" dirty="0">
                <a:solidFill>
                  <a:srgbClr val="444444"/>
                </a:solidFill>
                <a:latin typeface="Segoe UI"/>
              </a:rPr>
              <a:t>•  Diagnose unexpected component behaviour caused by layering conflicts</a:t>
            </a:r>
          </a:p>
          <a:p>
            <a:pPr>
              <a:lnSpc>
                <a:spcPct val="120000"/>
              </a:lnSpc>
            </a:pPr>
            <a:r>
              <a:rPr lang="en-GB" sz="950" dirty="0">
                <a:solidFill>
                  <a:srgbClr val="444444"/>
                </a:solidFill>
                <a:latin typeface="Segoe UI"/>
              </a:rPr>
              <a:t>•  Resolve dependency issues during solution import failures</a:t>
            </a:r>
          </a:p>
        </p:txBody>
      </p:sp>
      <p:sp>
        <p:nvSpPr>
          <p:cNvPr id="90" name="WarnBg"/>
          <p:cNvSpPr/>
          <p:nvPr/>
        </p:nvSpPr>
        <p:spPr>
          <a:xfrm>
            <a:off x="6858000" y="4114800"/>
            <a:ext cx="4876800" cy="1447800"/>
          </a:xfrm>
          <a:prstGeom prst="rect">
            <a:avLst/>
          </a:prstGeom>
          <a:solidFill>
            <a:srgbClr val="FFF8EC"/>
          </a:solidFill>
          <a:ln w="19050">
            <a:solidFill>
              <a:srgbClr val="C55A11"/>
            </a:solidFill>
          </a:ln>
        </p:spPr>
        <p:txBody>
          <a:bodyPr/>
          <a:lstStyle/>
          <a:p>
            <a:endParaRPr/>
          </a:p>
        </p:txBody>
      </p:sp>
      <p:sp>
        <p:nvSpPr>
          <p:cNvPr id="91" name="WarnAccent"/>
          <p:cNvSpPr/>
          <p:nvPr/>
        </p:nvSpPr>
        <p:spPr>
          <a:xfrm>
            <a:off x="6858000" y="4114800"/>
            <a:ext cx="57150" cy="1447800"/>
          </a:xfrm>
          <a:prstGeom prst="rect">
            <a:avLst/>
          </a:prstGeom>
          <a:solidFill>
            <a:srgbClr val="C55A11"/>
          </a:solidFill>
          <a:ln>
            <a:noFill/>
          </a:ln>
        </p:spPr>
        <p:txBody>
          <a:bodyPr/>
          <a:lstStyle/>
          <a:p>
            <a:endParaRPr/>
          </a:p>
        </p:txBody>
      </p:sp>
      <p:sp>
        <p:nvSpPr>
          <p:cNvPr id="92" name="WarnBody"/>
          <p:cNvSpPr txBox="1"/>
          <p:nvPr/>
        </p:nvSpPr>
        <p:spPr>
          <a:xfrm>
            <a:off x="6953400" y="4152900"/>
            <a:ext cx="4743000" cy="1371600"/>
          </a:xfrm>
          <a:prstGeom prst="rect">
            <a:avLst/>
          </a:prstGeom>
          <a:noFill/>
        </p:spPr>
        <p:txBody>
          <a:bodyPr wrap="square" lIns="91440" tIns="91440" rIns="91440" bIns="91440"/>
          <a:lstStyle/>
          <a:p>
            <a:r>
              <a:rPr lang="en-GB" sz="1000" b="1" dirty="0">
                <a:solidFill>
                  <a:srgbClr val="C55A11"/>
                </a:solidFill>
                <a:latin typeface="Segoe UI"/>
              </a:rPr>
              <a:t>⚠  Removing an Unmanaged Layer</a:t>
            </a:r>
          </a:p>
          <a:p>
            <a:pPr>
              <a:lnSpc>
                <a:spcPct val="115000"/>
              </a:lnSpc>
              <a:spcAft>
                <a:spcPts val="120"/>
              </a:spcAft>
            </a:pPr>
            <a:r>
              <a:rPr lang="en-GB" sz="950" dirty="0">
                <a:solidFill>
                  <a:srgbClr val="444444"/>
                </a:solidFill>
                <a:latin typeface="Segoe UI"/>
              </a:rPr>
              <a:t>To remove: open the solution → select the component → </a:t>
            </a:r>
            <a:r>
              <a:rPr lang="en-GB" sz="950" b="1" dirty="0">
                <a:solidFill>
                  <a:srgbClr val="333333"/>
                </a:solidFill>
                <a:latin typeface="Segoe UI"/>
              </a:rPr>
              <a:t>See solution layers</a:t>
            </a:r>
            <a:r>
              <a:rPr lang="en-GB" sz="950" dirty="0">
                <a:solidFill>
                  <a:srgbClr val="444444"/>
                </a:solidFill>
                <a:latin typeface="Segoe UI"/>
              </a:rPr>
              <a:t> → select the unmanaged layer → </a:t>
            </a:r>
            <a:r>
              <a:rPr lang="en-GB" sz="950" b="1" dirty="0">
                <a:solidFill>
                  <a:srgbClr val="333333"/>
                </a:solidFill>
                <a:latin typeface="Segoe UI"/>
              </a:rPr>
              <a:t>Remove active customizations</a:t>
            </a:r>
          </a:p>
          <a:p>
            <a:pPr>
              <a:lnSpc>
                <a:spcPct val="115000"/>
              </a:lnSpc>
              <a:spcAft>
                <a:spcPts val="120"/>
              </a:spcAft>
            </a:pPr>
            <a:r>
              <a:rPr lang="en-GB" sz="950" dirty="0">
                <a:solidFill>
                  <a:srgbClr val="444444"/>
                </a:solidFill>
                <a:latin typeface="Segoe UI"/>
              </a:rPr>
              <a:t>•  This action </a:t>
            </a:r>
            <a:r>
              <a:rPr lang="en-GB" sz="950" b="1" dirty="0">
                <a:solidFill>
                  <a:srgbClr val="C55A11"/>
                </a:solidFill>
                <a:latin typeface="Segoe UI"/>
              </a:rPr>
              <a:t>cannot be reversed</a:t>
            </a:r>
            <a:r>
              <a:rPr lang="en-GB" sz="950" dirty="0">
                <a:solidFill>
                  <a:srgbClr val="444444"/>
                </a:solidFill>
                <a:latin typeface="Segoe UI"/>
              </a:rPr>
              <a:t> — all data associated with the unmanaged customisation can be lost</a:t>
            </a:r>
          </a:p>
          <a:p>
            <a:pPr>
              <a:lnSpc>
                <a:spcPct val="115000"/>
              </a:lnSpc>
            </a:pPr>
            <a:r>
              <a:rPr lang="en-GB" sz="950" dirty="0">
                <a:solidFill>
                  <a:srgbClr val="444444"/>
                </a:solidFill>
                <a:latin typeface="Segoe UI"/>
              </a:rPr>
              <a:t>•  If the unmanaged layer is the only layer, you must delete the component itself instead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normAutofit/>
          </a:bodyPr>
          <a:lstStyle/>
          <a:p>
            <a:r>
              <a:rPr lang="en-GB" dirty="0"/>
              <a:t>Lab 3: Deploy Pipeline</a:t>
            </a:r>
          </a:p>
        </p:txBody>
      </p:sp>
      <p:sp>
        <p:nvSpPr>
          <p:cNvPr id="10" name="SceneBg"/>
          <p:cNvSpPr/>
          <p:nvPr/>
        </p:nvSpPr>
        <p:spPr>
          <a:xfrm>
            <a:off x="457200" y="914400"/>
            <a:ext cx="11277600" cy="457200"/>
          </a:xfrm>
          <a:prstGeom prst="rect">
            <a:avLst/>
          </a:prstGeom>
          <a:solidFill>
            <a:srgbClr val="0F1F3D"/>
          </a:solidFill>
          <a:ln>
            <a:noFill/>
          </a:ln>
        </p:spPr>
        <p:txBody>
          <a:bodyPr/>
          <a:lstStyle/>
          <a:p>
            <a:endParaRPr/>
          </a:p>
        </p:txBody>
      </p:sp>
      <p:sp>
        <p:nvSpPr>
          <p:cNvPr id="11" name="SceneAcc"/>
          <p:cNvSpPr/>
          <p:nvPr/>
        </p:nvSpPr>
        <p:spPr>
          <a:xfrm>
            <a:off x="457200" y="914400"/>
            <a:ext cx="57150" cy="457200"/>
          </a:xfrm>
          <a:prstGeom prst="rect">
            <a:avLst/>
          </a:prstGeom>
          <a:solidFill>
            <a:srgbClr val="00CBBB"/>
          </a:solidFill>
          <a:ln>
            <a:noFill/>
          </a:ln>
        </p:spPr>
        <p:txBody>
          <a:bodyPr/>
          <a:lstStyle/>
          <a:p>
            <a:endParaRPr/>
          </a:p>
        </p:txBody>
      </p:sp>
      <p:sp>
        <p:nvSpPr>
          <p:cNvPr id="12" name="SceneTxt"/>
          <p:cNvSpPr txBox="1"/>
          <p:nvPr/>
        </p:nvSpPr>
        <p:spPr>
          <a:xfrm>
            <a:off x="571500" y="914400"/>
            <a:ext cx="11163300" cy="457200"/>
          </a:xfrm>
          <a:prstGeom prst="rect">
            <a:avLst/>
          </a:prstGeom>
          <a:noFill/>
        </p:spPr>
        <p:txBody>
          <a:bodyPr wrap="square" lIns="91440" tIns="57150" rIns="91440" bIns="57150" anchor="ctr"/>
          <a:lstStyle/>
          <a:p>
            <a:r>
              <a:rPr lang="en-GB" sz="1100" dirty="0">
                <a:solidFill>
                  <a:srgbClr val="AAAAAA"/>
                </a:solidFill>
                <a:latin typeface="Segoe UI"/>
              </a:rPr>
              <a:t>This pipeline takes the artifact produced by the build and deploys it to a target environment — applying environment-specific configuration, passing a human approval gate, and importing the managed solution.</a:t>
            </a:r>
          </a:p>
        </p:txBody>
      </p:sp>
      <p:sp>
        <p:nvSpPr>
          <p:cNvPr id="20" name="DiagStrip"/>
          <p:cNvSpPr/>
          <p:nvPr/>
        </p:nvSpPr>
        <p:spPr>
          <a:xfrm>
            <a:off x="457200" y="1638300"/>
            <a:ext cx="11277600" cy="1992004"/>
          </a:xfrm>
          <a:prstGeom prst="rect">
            <a:avLst/>
          </a:prstGeom>
          <a:solidFill>
            <a:srgbClr val="F2F7FF"/>
          </a:solidFill>
          <a:ln w="9525">
            <a:solidFill>
              <a:srgbClr val="D0E4F5"/>
            </a:solidFill>
          </a:ln>
        </p:spPr>
        <p:txBody>
          <a:bodyPr/>
          <a:lstStyle/>
          <a:p>
            <a:endParaRPr/>
          </a:p>
        </p:txBody>
      </p:sp>
      <p:sp>
        <p:nvSpPr>
          <p:cNvPr id="21" name="PipeLabel"/>
          <p:cNvSpPr/>
          <p:nvPr/>
        </p:nvSpPr>
        <p:spPr>
          <a:xfrm>
            <a:off x="457200" y="1638300"/>
            <a:ext cx="11277600" cy="266700"/>
          </a:xfrm>
          <a:prstGeom prst="rect">
            <a:avLst/>
          </a:prstGeom>
          <a:solidFill>
            <a:srgbClr val="0761AD"/>
          </a:solidFill>
          <a:ln>
            <a:noFill/>
          </a:ln>
        </p:spPr>
        <p:txBody>
          <a:bodyPr lIns="228600" anchor="ctr"/>
          <a:lstStyle/>
          <a:p>
            <a:r>
              <a:rPr lang="en-GB" sz="1000" b="1" dirty="0">
                <a:solidFill>
                  <a:srgbClr val="FFFFFF"/>
                </a:solidFill>
                <a:latin typeface="Segoe UI"/>
              </a:rPr>
              <a:t>Azure DevOps Release Pipeline</a:t>
            </a:r>
            <a:r>
              <a:rPr lang="en-GB" sz="900" dirty="0">
                <a:solidFill>
                  <a:srgbClr val="AAAAAA"/>
                </a:solidFill>
                <a:latin typeface="Segoe UI"/>
              </a:rPr>
              <a:t>   —   triggered by artifact publication — authenticates as Service Principal — environment-aware</a:t>
            </a:r>
          </a:p>
        </p:txBody>
      </p:sp>
      <p:sp>
        <p:nvSpPr>
          <p:cNvPr id="30" name="N1Bg"/>
          <p:cNvSpPr/>
          <p:nvPr/>
        </p:nvSpPr>
        <p:spPr>
          <a:xfrm>
            <a:off x="990600" y="1981200"/>
            <a:ext cx="1257300" cy="1257300"/>
          </a:xfrm>
          <a:prstGeom prst="rect">
            <a:avLst/>
          </a:prstGeom>
          <a:solidFill>
            <a:srgbClr val="FFFFFF"/>
          </a:solidFill>
          <a:ln w="19050">
            <a:solidFill>
              <a:srgbClr val="0761AD"/>
            </a:solidFill>
          </a:ln>
        </p:spPr>
        <p:txBody>
          <a:bodyPr anchor="ctr"/>
          <a:lstStyle/>
          <a:p>
            <a:pPr algn="ctr"/>
            <a:r>
              <a:rPr lang="en-GB" sz="2200" dirty="0">
                <a:solidFill>
                  <a:srgbClr val="0761AD"/>
                </a:solidFill>
                <a:latin typeface="Segoe UI"/>
              </a:rPr>
              <a:t>💾</a:t>
            </a:r>
          </a:p>
          <a:p>
            <a:pPr algn="ctr"/>
            <a:r>
              <a:rPr lang="en-GB" sz="1050" b="1" dirty="0">
                <a:solidFill>
                  <a:srgbClr val="0761AD"/>
                </a:solidFill>
                <a:latin typeface="Segoe UI"/>
              </a:rPr>
              <a:t>Build Artifact</a:t>
            </a:r>
          </a:p>
          <a:p>
            <a:pPr algn="ctr"/>
            <a:r>
              <a:rPr lang="en-GB" sz="900" i="1" dirty="0">
                <a:solidFill>
                  <a:srgbClr val="888888"/>
                </a:solidFill>
                <a:latin typeface="Segoe UI"/>
              </a:rPr>
              <a:t>managed solution .zip</a:t>
            </a:r>
          </a:p>
        </p:txBody>
      </p:sp>
      <p:sp>
        <p:nvSpPr>
          <p:cNvPr id="31" name="A1"/>
          <p:cNvSpPr/>
          <p:nvPr/>
        </p:nvSpPr>
        <p:spPr>
          <a:xfrm>
            <a:off x="2247900" y="2609850"/>
            <a:ext cx="533400" cy="0"/>
          </a:xfrm>
          <a:prstGeom prst="line">
            <a:avLst/>
          </a:prstGeom>
          <a:noFill/>
          <a:ln w="28575">
            <a:solidFill>
              <a:srgbClr val="1A87CD"/>
            </a:solidFill>
            <a:tailEnd type="arrow" w="med" len="med"/>
          </a:ln>
        </p:spPr>
        <p:txBody>
          <a:bodyPr/>
          <a:lstStyle/>
          <a:p>
            <a:endParaRPr/>
          </a:p>
        </p:txBody>
      </p:sp>
      <p:sp>
        <p:nvSpPr>
          <p:cNvPr id="32" name="N2Bg"/>
          <p:cNvSpPr/>
          <p:nvPr/>
        </p:nvSpPr>
        <p:spPr>
          <a:xfrm>
            <a:off x="2781300" y="1981200"/>
            <a:ext cx="1257300" cy="1257300"/>
          </a:xfrm>
          <a:prstGeom prst="rect">
            <a:avLst/>
          </a:prstGeom>
          <a:solidFill>
            <a:srgbClr val="EBF5FB"/>
          </a:solidFill>
          <a:ln w="19050">
            <a:solidFill>
              <a:srgbClr val="C55A11"/>
            </a:solidFill>
          </a:ln>
        </p:spPr>
        <p:txBody>
          <a:bodyPr anchor="ctr"/>
          <a:lstStyle/>
          <a:p>
            <a:pPr algn="ctr"/>
            <a:r>
              <a:rPr lang="en-GB" sz="2200" dirty="0">
                <a:solidFill>
                  <a:srgbClr val="C55A11"/>
                </a:solidFill>
                <a:latin typeface="Segoe UI"/>
              </a:rPr>
              <a:t>🚦</a:t>
            </a:r>
          </a:p>
          <a:p>
            <a:pPr algn="ctr"/>
            <a:r>
              <a:rPr lang="en-GB" sz="1050" b="1" dirty="0">
                <a:solidFill>
                  <a:srgbClr val="C55A11"/>
                </a:solidFill>
                <a:latin typeface="Segoe UI"/>
              </a:rPr>
              <a:t>Approval Gate</a:t>
            </a:r>
          </a:p>
          <a:p>
            <a:pPr algn="ctr"/>
            <a:r>
              <a:rPr lang="en-GB" sz="900" i="1" dirty="0">
                <a:solidFill>
                  <a:srgbClr val="888888"/>
                </a:solidFill>
                <a:latin typeface="Segoe UI"/>
              </a:rPr>
              <a:t>human sign-off required</a:t>
            </a:r>
          </a:p>
        </p:txBody>
      </p:sp>
      <p:sp>
        <p:nvSpPr>
          <p:cNvPr id="33" name="A2"/>
          <p:cNvSpPr/>
          <p:nvPr/>
        </p:nvSpPr>
        <p:spPr>
          <a:xfrm>
            <a:off x="4038600" y="2609850"/>
            <a:ext cx="533400" cy="0"/>
          </a:xfrm>
          <a:prstGeom prst="line">
            <a:avLst/>
          </a:prstGeom>
          <a:noFill/>
          <a:ln w="28575">
            <a:solidFill>
              <a:srgbClr val="1A87CD"/>
            </a:solidFill>
            <a:tailEnd type="arrow" w="med" len="med"/>
          </a:ln>
        </p:spPr>
        <p:txBody>
          <a:bodyPr/>
          <a:lstStyle/>
          <a:p>
            <a:endParaRPr/>
          </a:p>
        </p:txBody>
      </p:sp>
      <p:sp>
        <p:nvSpPr>
          <p:cNvPr id="34" name="N3Bg"/>
          <p:cNvSpPr/>
          <p:nvPr/>
        </p:nvSpPr>
        <p:spPr>
          <a:xfrm>
            <a:off x="4571700" y="1981200"/>
            <a:ext cx="1257300" cy="1257300"/>
          </a:xfrm>
          <a:prstGeom prst="rect">
            <a:avLst/>
          </a:prstGeom>
          <a:solidFill>
            <a:srgbClr val="EBF5FB"/>
          </a:solidFill>
          <a:ln w="19050">
            <a:solidFill>
              <a:srgbClr val="1A87CD"/>
            </a:solidFill>
          </a:ln>
        </p:spPr>
        <p:txBody>
          <a:bodyPr anchor="ctr"/>
          <a:lstStyle/>
          <a:p>
            <a:pPr algn="ctr"/>
            <a:r>
              <a:rPr lang="en-GB" sz="2200" dirty="0">
                <a:solidFill>
                  <a:srgbClr val="1A87CD"/>
                </a:solidFill>
                <a:latin typeface="Segoe UI"/>
              </a:rPr>
              <a:t>⚙</a:t>
            </a:r>
          </a:p>
          <a:p>
            <a:pPr algn="ctr"/>
            <a:r>
              <a:rPr lang="en-GB" sz="1050" b="1" dirty="0">
                <a:solidFill>
                  <a:srgbClr val="1A87CD"/>
                </a:solidFill>
                <a:latin typeface="Segoe UI"/>
              </a:rPr>
              <a:t>Apply Settings</a:t>
            </a:r>
          </a:p>
          <a:p>
            <a:pPr algn="ctr"/>
            <a:r>
              <a:rPr lang="en-GB" sz="900" i="1" dirty="0">
                <a:solidFill>
                  <a:srgbClr val="888888"/>
                </a:solidFill>
                <a:latin typeface="Segoe UI"/>
              </a:rPr>
              <a:t>conn refs &amp; env variables</a:t>
            </a:r>
          </a:p>
        </p:txBody>
      </p:sp>
      <p:sp>
        <p:nvSpPr>
          <p:cNvPr id="35" name="A3"/>
          <p:cNvSpPr/>
          <p:nvPr/>
        </p:nvSpPr>
        <p:spPr>
          <a:xfrm>
            <a:off x="5829000" y="2609850"/>
            <a:ext cx="533400" cy="0"/>
          </a:xfrm>
          <a:prstGeom prst="line">
            <a:avLst/>
          </a:prstGeom>
          <a:noFill/>
          <a:ln w="28575">
            <a:solidFill>
              <a:srgbClr val="0761AD"/>
            </a:solidFill>
            <a:tailEnd type="arrow" w="med" len="med"/>
          </a:ln>
        </p:spPr>
        <p:txBody>
          <a:bodyPr/>
          <a:lstStyle/>
          <a:p>
            <a:endParaRPr/>
          </a:p>
        </p:txBody>
      </p:sp>
      <p:sp>
        <p:nvSpPr>
          <p:cNvPr id="36" name="N4Bg"/>
          <p:cNvSpPr/>
          <p:nvPr/>
        </p:nvSpPr>
        <p:spPr>
          <a:xfrm>
            <a:off x="6362400" y="1981200"/>
            <a:ext cx="1257300" cy="1257300"/>
          </a:xfrm>
          <a:prstGeom prst="rect">
            <a:avLst/>
          </a:prstGeom>
          <a:solidFill>
            <a:srgbClr val="EBF5FB"/>
          </a:solidFill>
          <a:ln w="19050">
            <a:solidFill>
              <a:srgbClr val="0761AD"/>
            </a:solidFill>
          </a:ln>
        </p:spPr>
        <p:txBody>
          <a:bodyPr anchor="ctr"/>
          <a:lstStyle/>
          <a:p>
            <a:pPr algn="ctr"/>
            <a:r>
              <a:rPr lang="en-GB" sz="2200" dirty="0">
                <a:solidFill>
                  <a:srgbClr val="0761AD"/>
                </a:solidFill>
                <a:latin typeface="Segoe UI"/>
              </a:rPr>
              <a:t>📥</a:t>
            </a:r>
          </a:p>
          <a:p>
            <a:pPr algn="ctr"/>
            <a:r>
              <a:rPr lang="en-GB" sz="1050" b="1" dirty="0">
                <a:solidFill>
                  <a:srgbClr val="0761AD"/>
                </a:solidFill>
                <a:latin typeface="Segoe UI"/>
              </a:rPr>
              <a:t>Import Solution</a:t>
            </a:r>
          </a:p>
          <a:p>
            <a:pPr algn="ctr"/>
            <a:r>
              <a:rPr lang="en-GB" sz="900" i="1" dirty="0">
                <a:solidFill>
                  <a:srgbClr val="888888"/>
                </a:solidFill>
                <a:latin typeface="Segoe UI"/>
              </a:rPr>
              <a:t>managed into target env</a:t>
            </a:r>
          </a:p>
        </p:txBody>
      </p:sp>
      <p:sp>
        <p:nvSpPr>
          <p:cNvPr id="37" name="A4"/>
          <p:cNvSpPr/>
          <p:nvPr/>
        </p:nvSpPr>
        <p:spPr>
          <a:xfrm>
            <a:off x="7619700" y="2609850"/>
            <a:ext cx="533400" cy="0"/>
          </a:xfrm>
          <a:prstGeom prst="line">
            <a:avLst/>
          </a:prstGeom>
          <a:noFill/>
          <a:ln w="28575">
            <a:solidFill>
              <a:srgbClr val="0F3460"/>
            </a:solidFill>
            <a:tailEnd type="arrow" w="med" len="med"/>
          </a:ln>
        </p:spPr>
        <p:txBody>
          <a:bodyPr/>
          <a:lstStyle/>
          <a:p>
            <a:endParaRPr/>
          </a:p>
        </p:txBody>
      </p:sp>
      <p:sp>
        <p:nvSpPr>
          <p:cNvPr id="38" name="N5Bg"/>
          <p:cNvSpPr/>
          <p:nvPr/>
        </p:nvSpPr>
        <p:spPr>
          <a:xfrm>
            <a:off x="8153100" y="1981200"/>
            <a:ext cx="1257300" cy="1257300"/>
          </a:xfrm>
          <a:prstGeom prst="rect">
            <a:avLst/>
          </a:prstGeom>
          <a:solidFill>
            <a:srgbClr val="F2F7FF"/>
          </a:solidFill>
          <a:ln w="19050">
            <a:solidFill>
              <a:srgbClr val="0F3460"/>
            </a:solidFill>
          </a:ln>
        </p:spPr>
        <p:txBody>
          <a:bodyPr anchor="ctr"/>
          <a:lstStyle/>
          <a:p>
            <a:pPr algn="ctr"/>
            <a:r>
              <a:rPr lang="en-GB" sz="2200" dirty="0">
                <a:solidFill>
                  <a:srgbClr val="0F3460"/>
                </a:solidFill>
                <a:latin typeface="Segoe UI"/>
              </a:rPr>
              <a:t>🔍</a:t>
            </a:r>
          </a:p>
          <a:p>
            <a:pPr algn="ctr"/>
            <a:r>
              <a:rPr lang="en-GB" sz="1050" b="1" dirty="0">
                <a:solidFill>
                  <a:srgbClr val="0F3460"/>
                </a:solidFill>
                <a:latin typeface="Segoe UI"/>
              </a:rPr>
              <a:t>Validate</a:t>
            </a:r>
          </a:p>
          <a:p>
            <a:pPr algn="ctr"/>
            <a:r>
              <a:rPr lang="en-GB" sz="900" i="1" dirty="0">
                <a:solidFill>
                  <a:srgbClr val="888888"/>
                </a:solidFill>
                <a:latin typeface="Segoe UI"/>
              </a:rPr>
              <a:t>flows on, components active</a:t>
            </a:r>
          </a:p>
        </p:txBody>
      </p:sp>
      <p:sp>
        <p:nvSpPr>
          <p:cNvPr id="39" name="A5"/>
          <p:cNvSpPr/>
          <p:nvPr/>
        </p:nvSpPr>
        <p:spPr>
          <a:xfrm>
            <a:off x="9410400" y="2609850"/>
            <a:ext cx="533400" cy="0"/>
          </a:xfrm>
          <a:prstGeom prst="line">
            <a:avLst/>
          </a:prstGeom>
          <a:noFill/>
          <a:ln w="28575">
            <a:solidFill>
              <a:srgbClr val="0F3460"/>
            </a:solidFill>
            <a:tailEnd type="arrow" w="med" len="med"/>
          </a:ln>
        </p:spPr>
        <p:txBody>
          <a:bodyPr/>
          <a:lstStyle/>
          <a:p>
            <a:endParaRPr/>
          </a:p>
        </p:txBody>
      </p:sp>
      <p:sp>
        <p:nvSpPr>
          <p:cNvPr id="40" name="N6Bg"/>
          <p:cNvSpPr/>
          <p:nvPr/>
        </p:nvSpPr>
        <p:spPr>
          <a:xfrm>
            <a:off x="9943800" y="1981200"/>
            <a:ext cx="1257300" cy="1257300"/>
          </a:xfrm>
          <a:prstGeom prst="rect">
            <a:avLst/>
          </a:prstGeom>
          <a:solidFill>
            <a:srgbClr val="E8F8F7"/>
          </a:solidFill>
          <a:ln w="25400">
            <a:solidFill>
              <a:srgbClr val="00CBBB"/>
            </a:solidFill>
          </a:ln>
        </p:spPr>
        <p:txBody>
          <a:bodyPr anchor="ctr"/>
          <a:lstStyle/>
          <a:p>
            <a:pPr algn="ctr"/>
            <a:r>
              <a:rPr lang="en-GB" sz="2200" dirty="0">
                <a:solidFill>
                  <a:srgbClr val="00CBBB"/>
                </a:solidFill>
                <a:latin typeface="Segoe UI"/>
              </a:rPr>
              <a:t>✅</a:t>
            </a:r>
          </a:p>
          <a:p>
            <a:pPr algn="ctr"/>
            <a:r>
              <a:rPr lang="en-GB" sz="1050" b="1" dirty="0">
                <a:solidFill>
                  <a:srgbClr val="00867C"/>
                </a:solidFill>
                <a:latin typeface="Segoe UI"/>
              </a:rPr>
              <a:t>Live in TEST</a:t>
            </a:r>
          </a:p>
          <a:p>
            <a:pPr algn="ctr"/>
            <a:r>
              <a:rPr lang="en-GB" sz="900" i="1" dirty="0">
                <a:solidFill>
                  <a:srgbClr val="888888"/>
                </a:solidFill>
                <a:latin typeface="Segoe UI"/>
              </a:rPr>
              <a:t>repeat for PROD</a:t>
            </a:r>
          </a:p>
        </p:txBody>
      </p:sp>
      <p:sp>
        <p:nvSpPr>
          <p:cNvPr id="50" name="C1Bg"/>
          <p:cNvSpPr/>
          <p:nvPr/>
        </p:nvSpPr>
        <p:spPr>
          <a:xfrm>
            <a:off x="457200" y="4267200"/>
            <a:ext cx="5486400" cy="952500"/>
          </a:xfrm>
          <a:prstGeom prst="rect">
            <a:avLst/>
          </a:prstGeom>
          <a:solidFill>
            <a:srgbClr val="FFFFFF"/>
          </a:solidFill>
          <a:ln w="9525">
            <a:solidFill>
              <a:srgbClr val="D0E4F5"/>
            </a:solidFill>
          </a:ln>
        </p:spPr>
        <p:txBody>
          <a:bodyPr/>
          <a:lstStyle/>
          <a:p>
            <a:endParaRPr/>
          </a:p>
        </p:txBody>
      </p:sp>
      <p:sp>
        <p:nvSpPr>
          <p:cNvPr id="51" name="C1Acc"/>
          <p:cNvSpPr/>
          <p:nvPr/>
        </p:nvSpPr>
        <p:spPr>
          <a:xfrm>
            <a:off x="457200" y="4267200"/>
            <a:ext cx="38100" cy="952500"/>
          </a:xfrm>
          <a:prstGeom prst="rect">
            <a:avLst/>
          </a:prstGeom>
          <a:solidFill>
            <a:srgbClr val="C55A11"/>
          </a:solidFill>
          <a:ln>
            <a:noFill/>
          </a:ln>
        </p:spPr>
        <p:txBody>
          <a:bodyPr/>
          <a:lstStyle/>
          <a:p>
            <a:endParaRPr/>
          </a:p>
        </p:txBody>
      </p:sp>
      <p:sp>
        <p:nvSpPr>
          <p:cNvPr id="52" name="C1Txt"/>
          <p:cNvSpPr txBox="1"/>
          <p:nvPr/>
        </p:nvSpPr>
        <p:spPr>
          <a:xfrm>
            <a:off x="533400" y="4267200"/>
            <a:ext cx="5372100" cy="952500"/>
          </a:xfrm>
          <a:prstGeom prst="rect">
            <a:avLst/>
          </a:prstGeom>
          <a:noFill/>
        </p:spPr>
        <p:txBody>
          <a:bodyPr wrap="square" lIns="114300" tIns="91440" rIns="114300" bIns="91440"/>
          <a:lstStyle/>
          <a:p>
            <a:pPr>
              <a:spcAft>
                <a:spcPts val="150"/>
              </a:spcAft>
            </a:pPr>
            <a:r>
              <a:rPr lang="en-GB" sz="1050" b="1" dirty="0">
                <a:solidFill>
                  <a:srgbClr val="C55A11"/>
                </a:solidFill>
                <a:latin typeface="Segoe UI"/>
              </a:rPr>
              <a:t>🚦  Approval gates protect target environments</a:t>
            </a:r>
          </a:p>
          <a:p>
            <a:pPr>
              <a:lnSpc>
                <a:spcPct val="115000"/>
              </a:lnSpc>
            </a:pPr>
            <a:r>
              <a:rPr lang="en-GB" sz="950" dirty="0">
                <a:solidFill>
                  <a:srgbClr val="444444"/>
                </a:solidFill>
                <a:latin typeface="Segoe UI"/>
              </a:rPr>
              <a:t>A gate pauses the pipeline and requires a named approver to sign off before deployment proceeds. This is especially important for PROD — automation gets the work to the door, a human decides when to open it.</a:t>
            </a:r>
          </a:p>
        </p:txBody>
      </p:sp>
      <p:sp>
        <p:nvSpPr>
          <p:cNvPr id="53" name="C2Bg"/>
          <p:cNvSpPr/>
          <p:nvPr/>
        </p:nvSpPr>
        <p:spPr>
          <a:xfrm>
            <a:off x="6248100" y="4267200"/>
            <a:ext cx="5486700" cy="952500"/>
          </a:xfrm>
          <a:prstGeom prst="rect">
            <a:avLst/>
          </a:prstGeom>
          <a:solidFill>
            <a:srgbClr val="FFFFFF"/>
          </a:solidFill>
          <a:ln w="9525">
            <a:solidFill>
              <a:srgbClr val="D0E4F5"/>
            </a:solidFill>
          </a:ln>
        </p:spPr>
        <p:txBody>
          <a:bodyPr/>
          <a:lstStyle/>
          <a:p>
            <a:endParaRPr/>
          </a:p>
        </p:txBody>
      </p:sp>
      <p:sp>
        <p:nvSpPr>
          <p:cNvPr id="54" name="C2Acc"/>
          <p:cNvSpPr/>
          <p:nvPr/>
        </p:nvSpPr>
        <p:spPr>
          <a:xfrm>
            <a:off x="6248100" y="4267200"/>
            <a:ext cx="38100" cy="952500"/>
          </a:xfrm>
          <a:prstGeom prst="rect">
            <a:avLst/>
          </a:prstGeom>
          <a:solidFill>
            <a:srgbClr val="1A87CD"/>
          </a:solidFill>
          <a:ln>
            <a:noFill/>
          </a:ln>
        </p:spPr>
        <p:txBody>
          <a:bodyPr/>
          <a:lstStyle/>
          <a:p>
            <a:endParaRPr/>
          </a:p>
        </p:txBody>
      </p:sp>
      <p:sp>
        <p:nvSpPr>
          <p:cNvPr id="55" name="C2Txt"/>
          <p:cNvSpPr txBox="1"/>
          <p:nvPr/>
        </p:nvSpPr>
        <p:spPr>
          <a:xfrm>
            <a:off x="6324300" y="4267200"/>
            <a:ext cx="5372400" cy="952500"/>
          </a:xfrm>
          <a:prstGeom prst="rect">
            <a:avLst/>
          </a:prstGeom>
          <a:noFill/>
        </p:spPr>
        <p:txBody>
          <a:bodyPr wrap="square" lIns="114300" tIns="91440" rIns="114300" bIns="91440"/>
          <a:lstStyle/>
          <a:p>
            <a:pPr>
              <a:spcAft>
                <a:spcPts val="150"/>
              </a:spcAft>
            </a:pPr>
            <a:r>
              <a:rPr lang="en-GB" sz="1050" b="1" dirty="0">
                <a:solidFill>
                  <a:srgbClr val="1A87CD"/>
                </a:solidFill>
                <a:latin typeface="Segoe UI"/>
              </a:rPr>
              <a:t>⚙  The same artifact, different configuration</a:t>
            </a:r>
          </a:p>
          <a:p>
            <a:pPr>
              <a:lnSpc>
                <a:spcPct val="115000"/>
              </a:lnSpc>
            </a:pPr>
            <a:r>
              <a:rPr lang="en-GB" sz="950" dirty="0">
                <a:solidFill>
                  <a:srgbClr val="444444"/>
                </a:solidFill>
                <a:latin typeface="Segoe UI"/>
              </a:rPr>
              <a:t>The managed solution is identical for every environment. What changes is the deployment settings file — connection references and environment variables are resolved per target, keeping environment-specific values out of the solution itself.</a:t>
            </a:r>
          </a:p>
        </p:txBody>
      </p:sp>
      <p:sp>
        <p:nvSpPr>
          <p:cNvPr id="56" name="C3Bg"/>
          <p:cNvSpPr/>
          <p:nvPr/>
        </p:nvSpPr>
        <p:spPr>
          <a:xfrm>
            <a:off x="457200" y="5257800"/>
            <a:ext cx="5486400" cy="952500"/>
          </a:xfrm>
          <a:prstGeom prst="rect">
            <a:avLst/>
          </a:prstGeom>
          <a:solidFill>
            <a:srgbClr val="FFFFFF"/>
          </a:solidFill>
          <a:ln w="9525">
            <a:solidFill>
              <a:srgbClr val="D0E4F5"/>
            </a:solidFill>
          </a:ln>
        </p:spPr>
        <p:txBody>
          <a:bodyPr/>
          <a:lstStyle/>
          <a:p>
            <a:endParaRPr/>
          </a:p>
        </p:txBody>
      </p:sp>
      <p:sp>
        <p:nvSpPr>
          <p:cNvPr id="57" name="C3Acc"/>
          <p:cNvSpPr/>
          <p:nvPr/>
        </p:nvSpPr>
        <p:spPr>
          <a:xfrm>
            <a:off x="457200" y="5257800"/>
            <a:ext cx="38100" cy="952500"/>
          </a:xfrm>
          <a:prstGeom prst="rect">
            <a:avLst/>
          </a:prstGeom>
          <a:solidFill>
            <a:srgbClr val="00CBBB"/>
          </a:solidFill>
          <a:ln>
            <a:noFill/>
          </a:ln>
        </p:spPr>
        <p:txBody>
          <a:bodyPr/>
          <a:lstStyle/>
          <a:p>
            <a:endParaRPr/>
          </a:p>
        </p:txBody>
      </p:sp>
      <p:sp>
        <p:nvSpPr>
          <p:cNvPr id="58" name="C3Txt"/>
          <p:cNvSpPr txBox="1"/>
          <p:nvPr/>
        </p:nvSpPr>
        <p:spPr>
          <a:xfrm>
            <a:off x="533400" y="5257800"/>
            <a:ext cx="5372100" cy="952500"/>
          </a:xfrm>
          <a:prstGeom prst="rect">
            <a:avLst/>
          </a:prstGeom>
          <a:noFill/>
        </p:spPr>
        <p:txBody>
          <a:bodyPr wrap="square" lIns="114300" tIns="91440" rIns="114300" bIns="91440"/>
          <a:lstStyle/>
          <a:p>
            <a:pPr>
              <a:spcAft>
                <a:spcPts val="150"/>
              </a:spcAft>
            </a:pPr>
            <a:r>
              <a:rPr lang="en-GB" sz="1050" b="1" dirty="0">
                <a:solidFill>
                  <a:srgbClr val="00CBBB"/>
                </a:solidFill>
                <a:latin typeface="Segoe UI"/>
              </a:rPr>
              <a:t>✅  What a successful deployment looks like</a:t>
            </a:r>
          </a:p>
          <a:p>
            <a:pPr>
              <a:lnSpc>
                <a:spcPct val="115000"/>
              </a:lnSpc>
            </a:pPr>
            <a:r>
              <a:rPr lang="en-GB" sz="950" dirty="0">
                <a:solidFill>
                  <a:srgbClr val="444444"/>
                </a:solidFill>
                <a:latin typeface="Segoe UI"/>
              </a:rPr>
              <a:t>The managed solution appears in the target environment, flows are turned on automatically (because connection references were resolved), and no unmanaged layers exist. The environment is clean, controlled, and matches what is in Git.</a:t>
            </a:r>
          </a:p>
        </p:txBody>
      </p:sp>
      <p:sp>
        <p:nvSpPr>
          <p:cNvPr id="59" name="C4Bg"/>
          <p:cNvSpPr/>
          <p:nvPr/>
        </p:nvSpPr>
        <p:spPr>
          <a:xfrm>
            <a:off x="6248100" y="5257800"/>
            <a:ext cx="5486700" cy="952500"/>
          </a:xfrm>
          <a:prstGeom prst="rect">
            <a:avLst/>
          </a:prstGeom>
          <a:solidFill>
            <a:srgbClr val="FFFFFF"/>
          </a:solidFill>
          <a:ln w="9525">
            <a:solidFill>
              <a:srgbClr val="D0E4F5"/>
            </a:solidFill>
          </a:ln>
        </p:spPr>
        <p:txBody>
          <a:bodyPr/>
          <a:lstStyle/>
          <a:p>
            <a:endParaRPr/>
          </a:p>
        </p:txBody>
      </p:sp>
      <p:sp>
        <p:nvSpPr>
          <p:cNvPr id="60" name="C4Acc"/>
          <p:cNvSpPr/>
          <p:nvPr/>
        </p:nvSpPr>
        <p:spPr>
          <a:xfrm>
            <a:off x="6248100" y="5257800"/>
            <a:ext cx="38100" cy="952500"/>
          </a:xfrm>
          <a:prstGeom prst="rect">
            <a:avLst/>
          </a:prstGeom>
          <a:solidFill>
            <a:srgbClr val="0F3460"/>
          </a:solidFill>
          <a:ln>
            <a:noFill/>
          </a:ln>
        </p:spPr>
        <p:txBody>
          <a:bodyPr/>
          <a:lstStyle/>
          <a:p>
            <a:endParaRPr/>
          </a:p>
        </p:txBody>
      </p:sp>
      <p:sp>
        <p:nvSpPr>
          <p:cNvPr id="61" name="C4Txt"/>
          <p:cNvSpPr txBox="1"/>
          <p:nvPr/>
        </p:nvSpPr>
        <p:spPr>
          <a:xfrm>
            <a:off x="6324300" y="5257800"/>
            <a:ext cx="5372400" cy="952500"/>
          </a:xfrm>
          <a:prstGeom prst="rect">
            <a:avLst/>
          </a:prstGeom>
          <a:noFill/>
        </p:spPr>
        <p:txBody>
          <a:bodyPr wrap="square" lIns="114300" tIns="91440" rIns="114300" bIns="91440"/>
          <a:lstStyle/>
          <a:p>
            <a:pPr>
              <a:spcAft>
                <a:spcPts val="150"/>
              </a:spcAft>
            </a:pPr>
            <a:r>
              <a:rPr lang="en-GB" sz="1050" b="1" dirty="0">
                <a:solidFill>
                  <a:srgbClr val="0F3460"/>
                </a:solidFill>
                <a:latin typeface="Segoe UI"/>
              </a:rPr>
              <a:t>📋  The same pipeline promotes through every stage</a:t>
            </a:r>
          </a:p>
          <a:p>
            <a:pPr>
              <a:lnSpc>
                <a:spcPct val="115000"/>
              </a:lnSpc>
            </a:pPr>
            <a:r>
              <a:rPr lang="en-GB" sz="950" dirty="0">
                <a:solidFill>
                  <a:srgbClr val="444444"/>
                </a:solidFill>
                <a:latin typeface="Segoe UI"/>
              </a:rPr>
              <a:t>The same release pipeline runs for TEST, UAT, and PROD — only the deployment settings file and approval gate differ per stage. This means you are deploying and testing the exact same artifact everywhere, not rebuilding per environment.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Bg"/>
          <p:cNvSpPr/>
          <p:nvPr/>
        </p:nvSpPr>
        <p:spPr>
          <a:xfrm>
            <a:off x="781050" y="1200150"/>
            <a:ext cx="1676400" cy="4761000"/>
          </a:xfrm>
          <a:prstGeom prst="rect">
            <a:avLst/>
          </a:prstGeom>
          <a:solidFill>
            <a:srgbClr val="F2F7FF"/>
          </a:solidFill>
          <a:ln w="19050">
            <a:solidFill>
              <a:srgbClr val="00CBBB"/>
            </a:solidFill>
          </a:ln>
        </p:spPr>
        <p:txBody>
          <a:bodyPr/>
          <a:lstStyle/>
          <a:p>
            <a:endParaRPr/>
          </a:p>
        </p:txBody>
      </p:sp>
      <p:sp>
        <p:nvSpPr>
          <p:cNvPr id="11" name="S1Badge"/>
          <p:cNvSpPr/>
          <p:nvPr/>
        </p:nvSpPr>
        <p:spPr>
          <a:xfrm>
            <a:off x="781050" y="1200150"/>
            <a:ext cx="1676400" cy="304800"/>
          </a:xfrm>
          <a:prstGeom prst="rect">
            <a:avLst/>
          </a:prstGeom>
          <a:solidFill>
            <a:srgbClr val="00CBBB"/>
          </a:solidFill>
          <a:ln>
            <a:noFill/>
          </a:ln>
        </p:spPr>
        <p:txBody>
          <a:bodyPr anchor="ctr"/>
          <a:lstStyle/>
          <a:p>
            <a:pPr algn="ctr"/>
            <a:r>
              <a:rPr lang="en-GB" sz="1200" b="1" dirty="0">
                <a:solidFill>
                  <a:srgbClr val="FFFFFF"/>
                </a:solidFill>
                <a:latin typeface="Segoe UI Black"/>
              </a:rPr>
              <a:t>1  Make Changes</a:t>
            </a:r>
          </a:p>
        </p:txBody>
      </p:sp>
      <p:sp>
        <p:nvSpPr>
          <p:cNvPr id="12" name="S1Body"/>
          <p:cNvSpPr txBox="1"/>
          <p:nvPr/>
        </p:nvSpPr>
        <p:spPr>
          <a:xfrm>
            <a:off x="819150" y="1543050"/>
            <a:ext cx="1600200" cy="4380300"/>
          </a:xfrm>
          <a:prstGeom prst="rect">
            <a:avLst/>
          </a:prstGeom>
          <a:noFill/>
        </p:spPr>
        <p:txBody>
          <a:bodyPr wrap="square" lIns="91440" tIns="91440" rIns="91440" bIns="91440"/>
          <a:lstStyle/>
          <a:p>
            <a:pPr>
              <a:lnSpc>
                <a:spcPct val="115000"/>
              </a:lnSpc>
              <a:spcAft>
                <a:spcPts val="200"/>
              </a:spcAft>
            </a:pPr>
            <a:r>
              <a:rPr lang="en-GB" sz="1200" b="1" dirty="0">
                <a:solidFill>
                  <a:srgbClr val="333333"/>
                </a:solidFill>
                <a:latin typeface="Segoe UI"/>
              </a:rPr>
              <a:t>Build &amp; configure in the DEV environment</a:t>
            </a:r>
          </a:p>
          <a:p>
            <a:pPr>
              <a:spcBef>
                <a:spcPts val="300"/>
              </a:spcBef>
            </a:pPr>
            <a:r>
              <a:rPr lang="en-GB" sz="1200" b="1" dirty="0">
                <a:solidFill>
                  <a:srgbClr val="888888"/>
                </a:solidFill>
              </a:rPr>
              <a:t>N + P</a:t>
            </a:r>
            <a:r>
              <a:rPr lang="en-GB" sz="1200" b="1" dirty="0">
                <a:solidFill>
                  <a:srgbClr val="1A87CD"/>
                </a:solidFill>
                <a:latin typeface="Segoe UI"/>
              </a:rPr>
              <a:t>  </a:t>
            </a:r>
            <a:r>
              <a:rPr lang="en-GB" sz="1200" dirty="0">
                <a:solidFill>
                  <a:srgbClr val="555555"/>
                </a:solidFill>
                <a:latin typeface="Segoe UI"/>
              </a:rPr>
              <a:t>Make changes inside Power Apps, Copilot Studio, Power Automate, or Power Pages</a:t>
            </a:r>
          </a:p>
        </p:txBody>
      </p:sp>
      <p:sp>
        <p:nvSpPr>
          <p:cNvPr id="13" name="A1"/>
          <p:cNvSpPr/>
          <p:nvPr/>
        </p:nvSpPr>
        <p:spPr>
          <a:xfrm>
            <a:off x="2457450" y="3676350"/>
            <a:ext cx="114300" cy="0"/>
          </a:xfrm>
          <a:prstGeom prst="line">
            <a:avLst/>
          </a:prstGeom>
          <a:noFill/>
          <a:ln w="28575">
            <a:solidFill>
              <a:srgbClr val="AAAAAA"/>
            </a:solidFill>
            <a:tailEnd type="arrow" w="med" len="med"/>
          </a:ln>
        </p:spPr>
        <p:txBody>
          <a:bodyPr/>
          <a:lstStyle/>
          <a:p>
            <a:endParaRPr sz="1200"/>
          </a:p>
        </p:txBody>
      </p:sp>
      <p:sp>
        <p:nvSpPr>
          <p:cNvPr id="20" name="S2Bg"/>
          <p:cNvSpPr/>
          <p:nvPr/>
        </p:nvSpPr>
        <p:spPr>
          <a:xfrm>
            <a:off x="2571750" y="1200150"/>
            <a:ext cx="1676400" cy="4761000"/>
          </a:xfrm>
          <a:prstGeom prst="rect">
            <a:avLst/>
          </a:prstGeom>
          <a:solidFill>
            <a:srgbClr val="F2F7FF"/>
          </a:solidFill>
          <a:ln w="19050">
            <a:solidFill>
              <a:srgbClr val="1A87CD"/>
            </a:solidFill>
          </a:ln>
        </p:spPr>
        <p:txBody>
          <a:bodyPr/>
          <a:lstStyle/>
          <a:p>
            <a:endParaRPr/>
          </a:p>
        </p:txBody>
      </p:sp>
      <p:sp>
        <p:nvSpPr>
          <p:cNvPr id="21" name="S2Badge"/>
          <p:cNvSpPr/>
          <p:nvPr/>
        </p:nvSpPr>
        <p:spPr>
          <a:xfrm>
            <a:off x="2571750" y="1200150"/>
            <a:ext cx="1676400" cy="304800"/>
          </a:xfrm>
          <a:prstGeom prst="rect">
            <a:avLst/>
          </a:prstGeom>
          <a:solidFill>
            <a:srgbClr val="1A87CD"/>
          </a:solidFill>
          <a:ln>
            <a:noFill/>
          </a:ln>
        </p:spPr>
        <p:txBody>
          <a:bodyPr anchor="ctr"/>
          <a:lstStyle/>
          <a:p>
            <a:pPr algn="ctr"/>
            <a:r>
              <a:rPr lang="en-GB" sz="1200" b="1" dirty="0">
                <a:solidFill>
                  <a:srgbClr val="FFFFFF"/>
                </a:solidFill>
                <a:latin typeface="Segoe UI Black"/>
              </a:rPr>
              <a:t>2  Commit to Git</a:t>
            </a:r>
          </a:p>
        </p:txBody>
      </p:sp>
      <p:sp>
        <p:nvSpPr>
          <p:cNvPr id="22" name="S2Body"/>
          <p:cNvSpPr txBox="1"/>
          <p:nvPr/>
        </p:nvSpPr>
        <p:spPr>
          <a:xfrm>
            <a:off x="2609850" y="1543050"/>
            <a:ext cx="1600200" cy="4380300"/>
          </a:xfrm>
          <a:prstGeom prst="rect">
            <a:avLst/>
          </a:prstGeom>
          <a:noFill/>
        </p:spPr>
        <p:txBody>
          <a:bodyPr wrap="square" lIns="91440" tIns="91440" rIns="91440" bIns="91440"/>
          <a:lstStyle/>
          <a:p>
            <a:pPr>
              <a:lnSpc>
                <a:spcPct val="115000"/>
              </a:lnSpc>
              <a:spcAft>
                <a:spcPts val="200"/>
              </a:spcAft>
            </a:pPr>
            <a:r>
              <a:rPr lang="en-GB" sz="1200" b="1" dirty="0">
                <a:solidFill>
                  <a:srgbClr val="333333"/>
                </a:solidFill>
                <a:latin typeface="Segoe UI"/>
              </a:rPr>
              <a:t>Push changes to the Azure DevOps Git repository</a:t>
            </a:r>
          </a:p>
          <a:p>
            <a:pPr>
              <a:spcBef>
                <a:spcPts val="300"/>
              </a:spcBef>
            </a:pPr>
            <a:r>
              <a:rPr lang="en-GB" sz="1200" b="1" dirty="0">
                <a:solidFill>
                  <a:srgbClr val="1A87CD"/>
                </a:solidFill>
                <a:latin typeface="Segoe UI"/>
              </a:rPr>
              <a:t>N  </a:t>
            </a:r>
            <a:r>
              <a:rPr lang="en-GB" sz="1200" dirty="0">
                <a:solidFill>
                  <a:srgbClr val="555555"/>
                </a:solidFill>
                <a:latin typeface="Segoe UI"/>
              </a:rPr>
              <a:t>Commit via the Source Control panel in the Solutions area — no CLI needed</a:t>
            </a:r>
          </a:p>
          <a:p>
            <a:pPr>
              <a:spcBef>
                <a:spcPts val="200"/>
              </a:spcBef>
            </a:pPr>
            <a:r>
              <a:rPr lang="en-GB" sz="1200" b="1" dirty="0">
                <a:solidFill>
                  <a:srgbClr val="0761AD"/>
                </a:solidFill>
                <a:latin typeface="Segoe UI"/>
              </a:rPr>
              <a:t>P  </a:t>
            </a:r>
            <a:r>
              <a:rPr lang="en-GB" sz="1200" dirty="0">
                <a:solidFill>
                  <a:srgbClr val="555555"/>
                </a:solidFill>
                <a:latin typeface="Segoe UI"/>
              </a:rPr>
              <a:t>Capture pipeline runs pac solution export + unpack, then commits unpacked source files to Git</a:t>
            </a:r>
          </a:p>
        </p:txBody>
      </p:sp>
      <p:sp>
        <p:nvSpPr>
          <p:cNvPr id="23" name="A2"/>
          <p:cNvSpPr/>
          <p:nvPr/>
        </p:nvSpPr>
        <p:spPr>
          <a:xfrm>
            <a:off x="4248150" y="3676350"/>
            <a:ext cx="114300" cy="0"/>
          </a:xfrm>
          <a:prstGeom prst="line">
            <a:avLst/>
          </a:prstGeom>
          <a:noFill/>
          <a:ln w="28575">
            <a:solidFill>
              <a:srgbClr val="AAAAAA"/>
            </a:solidFill>
            <a:tailEnd type="arrow" w="med" len="med"/>
          </a:ln>
        </p:spPr>
        <p:txBody>
          <a:bodyPr/>
          <a:lstStyle/>
          <a:p>
            <a:endParaRPr sz="1200"/>
          </a:p>
        </p:txBody>
      </p:sp>
      <p:sp>
        <p:nvSpPr>
          <p:cNvPr id="30" name="S3Bg"/>
          <p:cNvSpPr/>
          <p:nvPr/>
        </p:nvSpPr>
        <p:spPr>
          <a:xfrm>
            <a:off x="4362450" y="1200150"/>
            <a:ext cx="1676400" cy="4761000"/>
          </a:xfrm>
          <a:prstGeom prst="rect">
            <a:avLst/>
          </a:prstGeom>
          <a:solidFill>
            <a:srgbClr val="F2F7FF"/>
          </a:solidFill>
          <a:ln w="19050">
            <a:solidFill>
              <a:srgbClr val="1A87CD"/>
            </a:solidFill>
          </a:ln>
        </p:spPr>
        <p:txBody>
          <a:bodyPr/>
          <a:lstStyle/>
          <a:p>
            <a:endParaRPr/>
          </a:p>
        </p:txBody>
      </p:sp>
      <p:sp>
        <p:nvSpPr>
          <p:cNvPr id="31" name="S3Badge"/>
          <p:cNvSpPr/>
          <p:nvPr/>
        </p:nvSpPr>
        <p:spPr>
          <a:xfrm>
            <a:off x="4362450" y="1200150"/>
            <a:ext cx="1676400" cy="304800"/>
          </a:xfrm>
          <a:prstGeom prst="rect">
            <a:avLst/>
          </a:prstGeom>
          <a:solidFill>
            <a:srgbClr val="1A87CD"/>
          </a:solidFill>
          <a:ln>
            <a:noFill/>
          </a:ln>
        </p:spPr>
        <p:txBody>
          <a:bodyPr anchor="ctr"/>
          <a:lstStyle/>
          <a:p>
            <a:pPr algn="ctr"/>
            <a:r>
              <a:rPr lang="en-GB" sz="1200" b="1" dirty="0">
                <a:solidFill>
                  <a:srgbClr val="FFFFFF"/>
                </a:solidFill>
                <a:latin typeface="Segoe UI Black"/>
              </a:rPr>
              <a:t>3  PR &amp; Review</a:t>
            </a:r>
          </a:p>
        </p:txBody>
      </p:sp>
      <p:sp>
        <p:nvSpPr>
          <p:cNvPr id="32" name="S3Body"/>
          <p:cNvSpPr txBox="1"/>
          <p:nvPr/>
        </p:nvSpPr>
        <p:spPr>
          <a:xfrm>
            <a:off x="4400550" y="1543050"/>
            <a:ext cx="1600200" cy="4380300"/>
          </a:xfrm>
          <a:prstGeom prst="rect">
            <a:avLst/>
          </a:prstGeom>
          <a:noFill/>
        </p:spPr>
        <p:txBody>
          <a:bodyPr wrap="square" lIns="91440" tIns="91440" rIns="91440" bIns="91440"/>
          <a:lstStyle/>
          <a:p>
            <a:pPr>
              <a:lnSpc>
                <a:spcPct val="115000"/>
              </a:lnSpc>
              <a:spcAft>
                <a:spcPts val="200"/>
              </a:spcAft>
            </a:pPr>
            <a:r>
              <a:rPr lang="en-GB" sz="1200" b="1" dirty="0">
                <a:solidFill>
                  <a:srgbClr val="333333"/>
                </a:solidFill>
                <a:latin typeface="Segoe UI"/>
              </a:rPr>
              <a:t>Raise a pull request in Azure DevOps for team review</a:t>
            </a:r>
          </a:p>
          <a:p>
            <a:pPr>
              <a:spcBef>
                <a:spcPts val="300"/>
              </a:spcBef>
            </a:pPr>
            <a:r>
              <a:rPr lang="en-GB" sz="1200" b="1" dirty="0">
                <a:solidFill>
                  <a:srgbClr val="888888"/>
                </a:solidFill>
                <a:latin typeface="Segoe UI"/>
              </a:rPr>
              <a:t>N + P  </a:t>
            </a:r>
            <a:r>
              <a:rPr lang="en-GB" sz="1200" dirty="0">
                <a:solidFill>
                  <a:srgbClr val="555555"/>
                </a:solidFill>
                <a:latin typeface="Segoe UI"/>
              </a:rPr>
              <a:t>Same for both approaches — PR is raised directly in Azure DevOps Repos, not inside Power Platform</a:t>
            </a:r>
          </a:p>
          <a:p>
            <a:pPr>
              <a:spcBef>
                <a:spcPts val="200"/>
              </a:spcBef>
            </a:pPr>
            <a:r>
              <a:rPr lang="en-GB" sz="1200" dirty="0">
                <a:solidFill>
                  <a:srgbClr val="555555"/>
                </a:solidFill>
                <a:latin typeface="Segoe UI"/>
              </a:rPr>
              <a:t>Reviewers inspect the diff of solution source files before approving the merge</a:t>
            </a:r>
          </a:p>
        </p:txBody>
      </p:sp>
      <p:sp>
        <p:nvSpPr>
          <p:cNvPr id="33" name="A3"/>
          <p:cNvSpPr/>
          <p:nvPr/>
        </p:nvSpPr>
        <p:spPr>
          <a:xfrm>
            <a:off x="6038850" y="3676350"/>
            <a:ext cx="114300" cy="0"/>
          </a:xfrm>
          <a:prstGeom prst="line">
            <a:avLst/>
          </a:prstGeom>
          <a:noFill/>
          <a:ln w="28575">
            <a:solidFill>
              <a:srgbClr val="AAAAAA"/>
            </a:solidFill>
            <a:tailEnd type="arrow" w="med" len="med"/>
          </a:ln>
        </p:spPr>
        <p:txBody>
          <a:bodyPr/>
          <a:lstStyle/>
          <a:p>
            <a:endParaRPr sz="1200"/>
          </a:p>
        </p:txBody>
      </p:sp>
      <p:sp>
        <p:nvSpPr>
          <p:cNvPr id="40" name="S4Bg"/>
          <p:cNvSpPr/>
          <p:nvPr/>
        </p:nvSpPr>
        <p:spPr>
          <a:xfrm>
            <a:off x="6153150" y="1200150"/>
            <a:ext cx="1676400" cy="4761000"/>
          </a:xfrm>
          <a:prstGeom prst="rect">
            <a:avLst/>
          </a:prstGeom>
          <a:solidFill>
            <a:srgbClr val="F2F7FF"/>
          </a:solidFill>
          <a:ln w="19050">
            <a:solidFill>
              <a:srgbClr val="0761AD"/>
            </a:solidFill>
          </a:ln>
        </p:spPr>
        <p:txBody>
          <a:bodyPr/>
          <a:lstStyle/>
          <a:p>
            <a:endParaRPr/>
          </a:p>
        </p:txBody>
      </p:sp>
      <p:sp>
        <p:nvSpPr>
          <p:cNvPr id="41" name="S4Badge"/>
          <p:cNvSpPr/>
          <p:nvPr/>
        </p:nvSpPr>
        <p:spPr>
          <a:xfrm>
            <a:off x="6153150" y="1200150"/>
            <a:ext cx="1676400" cy="304800"/>
          </a:xfrm>
          <a:prstGeom prst="rect">
            <a:avLst/>
          </a:prstGeom>
          <a:solidFill>
            <a:srgbClr val="0761AD"/>
          </a:solidFill>
          <a:ln>
            <a:noFill/>
          </a:ln>
        </p:spPr>
        <p:txBody>
          <a:bodyPr anchor="ctr"/>
          <a:lstStyle/>
          <a:p>
            <a:pPr algn="ctr"/>
            <a:r>
              <a:rPr lang="en-GB" sz="1200" b="1" dirty="0">
                <a:solidFill>
                  <a:srgbClr val="FFFFFF"/>
                </a:solidFill>
                <a:latin typeface="Segoe UI Black"/>
              </a:rPr>
              <a:t>4  Build &amp; Package</a:t>
            </a:r>
          </a:p>
        </p:txBody>
      </p:sp>
      <p:sp>
        <p:nvSpPr>
          <p:cNvPr id="42" name="S4Body"/>
          <p:cNvSpPr txBox="1"/>
          <p:nvPr/>
        </p:nvSpPr>
        <p:spPr>
          <a:xfrm>
            <a:off x="6191250" y="1543050"/>
            <a:ext cx="1600200" cy="4380300"/>
          </a:xfrm>
          <a:prstGeom prst="rect">
            <a:avLst/>
          </a:prstGeom>
          <a:noFill/>
        </p:spPr>
        <p:txBody>
          <a:bodyPr wrap="square" lIns="91440" tIns="91440" rIns="91440" bIns="91440"/>
          <a:lstStyle/>
          <a:p>
            <a:pPr>
              <a:lnSpc>
                <a:spcPct val="115000"/>
              </a:lnSpc>
              <a:spcAft>
                <a:spcPts val="200"/>
              </a:spcAft>
            </a:pPr>
            <a:r>
              <a:rPr lang="en-GB" sz="1200" b="1" dirty="0">
                <a:solidFill>
                  <a:srgbClr val="333333"/>
                </a:solidFill>
                <a:latin typeface="Segoe UI"/>
              </a:rPr>
              <a:t>Create a managed solution artifact ready for deployment</a:t>
            </a:r>
          </a:p>
          <a:p>
            <a:pPr>
              <a:spcBef>
                <a:spcPts val="300"/>
              </a:spcBef>
            </a:pPr>
            <a:r>
              <a:rPr lang="en-GB" sz="1200" b="1" dirty="0">
                <a:solidFill>
                  <a:srgbClr val="1A87CD"/>
                </a:solidFill>
                <a:latin typeface="Segoe UI"/>
              </a:rPr>
              <a:t>N  </a:t>
            </a:r>
            <a:r>
              <a:rPr lang="en-GB" sz="1200" dirty="0">
                <a:solidFill>
                  <a:srgbClr val="555555"/>
                </a:solidFill>
                <a:latin typeface="Segoe UI"/>
              </a:rPr>
              <a:t>Power Platform Pipelines export the managed solution directly from the DEV environment</a:t>
            </a:r>
          </a:p>
          <a:p>
            <a:pPr>
              <a:spcBef>
                <a:spcPts val="200"/>
              </a:spcBef>
            </a:pPr>
            <a:r>
              <a:rPr lang="en-GB" sz="1200" b="1" dirty="0">
                <a:solidFill>
                  <a:srgbClr val="0761AD"/>
                </a:solidFill>
                <a:latin typeface="Segoe UI"/>
              </a:rPr>
              <a:t>P  </a:t>
            </a:r>
            <a:r>
              <a:rPr lang="en-GB" sz="1200" dirty="0">
                <a:solidFill>
                  <a:srgbClr val="555555"/>
                </a:solidFill>
                <a:latin typeface="Segoe UI"/>
              </a:rPr>
              <a:t>Build pipeline packs source from Git, runs Solution Checker, produces a managed artifact</a:t>
            </a:r>
          </a:p>
        </p:txBody>
      </p:sp>
      <p:sp>
        <p:nvSpPr>
          <p:cNvPr id="43" name="A4"/>
          <p:cNvSpPr/>
          <p:nvPr/>
        </p:nvSpPr>
        <p:spPr>
          <a:xfrm>
            <a:off x="7829550" y="3676350"/>
            <a:ext cx="114300" cy="0"/>
          </a:xfrm>
          <a:prstGeom prst="line">
            <a:avLst/>
          </a:prstGeom>
          <a:noFill/>
          <a:ln w="28575">
            <a:solidFill>
              <a:srgbClr val="AAAAAA"/>
            </a:solidFill>
            <a:tailEnd type="arrow" w="med" len="med"/>
          </a:ln>
        </p:spPr>
        <p:txBody>
          <a:bodyPr/>
          <a:lstStyle/>
          <a:p>
            <a:endParaRPr sz="1200"/>
          </a:p>
        </p:txBody>
      </p:sp>
      <p:sp>
        <p:nvSpPr>
          <p:cNvPr id="50" name="S5Bg"/>
          <p:cNvSpPr/>
          <p:nvPr/>
        </p:nvSpPr>
        <p:spPr>
          <a:xfrm>
            <a:off x="7943850" y="1200150"/>
            <a:ext cx="1676400" cy="4761000"/>
          </a:xfrm>
          <a:prstGeom prst="rect">
            <a:avLst/>
          </a:prstGeom>
          <a:solidFill>
            <a:srgbClr val="F2F7FF"/>
          </a:solidFill>
          <a:ln w="19050">
            <a:solidFill>
              <a:srgbClr val="0761AD"/>
            </a:solidFill>
          </a:ln>
        </p:spPr>
        <p:txBody>
          <a:bodyPr/>
          <a:lstStyle/>
          <a:p>
            <a:endParaRPr/>
          </a:p>
        </p:txBody>
      </p:sp>
      <p:sp>
        <p:nvSpPr>
          <p:cNvPr id="51" name="S5Badge"/>
          <p:cNvSpPr/>
          <p:nvPr/>
        </p:nvSpPr>
        <p:spPr>
          <a:xfrm>
            <a:off x="7943850" y="1200150"/>
            <a:ext cx="1676400" cy="304800"/>
          </a:xfrm>
          <a:prstGeom prst="rect">
            <a:avLst/>
          </a:prstGeom>
          <a:solidFill>
            <a:srgbClr val="0761AD"/>
          </a:solidFill>
          <a:ln>
            <a:noFill/>
          </a:ln>
        </p:spPr>
        <p:txBody>
          <a:bodyPr anchor="ctr"/>
          <a:lstStyle/>
          <a:p>
            <a:pPr algn="ctr"/>
            <a:r>
              <a:rPr lang="en-GB" sz="1200" b="1" dirty="0">
                <a:solidFill>
                  <a:srgbClr val="FFFFFF"/>
                </a:solidFill>
                <a:latin typeface="Segoe UI Black"/>
              </a:rPr>
              <a:t>5  Deploy to TEST</a:t>
            </a:r>
          </a:p>
        </p:txBody>
      </p:sp>
      <p:sp>
        <p:nvSpPr>
          <p:cNvPr id="52" name="S5Body"/>
          <p:cNvSpPr txBox="1"/>
          <p:nvPr/>
        </p:nvSpPr>
        <p:spPr>
          <a:xfrm>
            <a:off x="7981950" y="1543050"/>
            <a:ext cx="1600200" cy="4380300"/>
          </a:xfrm>
          <a:prstGeom prst="rect">
            <a:avLst/>
          </a:prstGeom>
          <a:noFill/>
        </p:spPr>
        <p:txBody>
          <a:bodyPr wrap="square" lIns="91440" tIns="91440" rIns="91440" bIns="91440"/>
          <a:lstStyle/>
          <a:p>
            <a:pPr>
              <a:lnSpc>
                <a:spcPct val="115000"/>
              </a:lnSpc>
              <a:spcAft>
                <a:spcPts val="200"/>
              </a:spcAft>
            </a:pPr>
            <a:r>
              <a:rPr lang="en-GB" sz="1200" b="1" dirty="0">
                <a:solidFill>
                  <a:srgbClr val="333333"/>
                </a:solidFill>
                <a:latin typeface="Segoe UI"/>
              </a:rPr>
              <a:t>Import the managed solution into TEST for validation</a:t>
            </a:r>
          </a:p>
          <a:p>
            <a:pPr>
              <a:spcBef>
                <a:spcPts val="300"/>
              </a:spcBef>
            </a:pPr>
            <a:r>
              <a:rPr lang="en-GB" sz="1200" b="1" dirty="0">
                <a:solidFill>
                  <a:srgbClr val="888888"/>
                </a:solidFill>
                <a:latin typeface="Segoe UI"/>
              </a:rPr>
              <a:t>N + P  </a:t>
            </a:r>
            <a:r>
              <a:rPr lang="en-GB" sz="1200" dirty="0">
                <a:solidFill>
                  <a:srgbClr val="555555"/>
                </a:solidFill>
                <a:latin typeface="Segoe UI"/>
              </a:rPr>
              <a:t>Same outcome for both — managed solution is deployed to TEST via a pipeline or Power Platform Pipelines</a:t>
            </a:r>
          </a:p>
        </p:txBody>
      </p:sp>
      <p:sp>
        <p:nvSpPr>
          <p:cNvPr id="53" name="A5"/>
          <p:cNvSpPr/>
          <p:nvPr/>
        </p:nvSpPr>
        <p:spPr>
          <a:xfrm>
            <a:off x="9620250" y="3676350"/>
            <a:ext cx="114300" cy="0"/>
          </a:xfrm>
          <a:prstGeom prst="line">
            <a:avLst/>
          </a:prstGeom>
          <a:noFill/>
          <a:ln w="28575">
            <a:solidFill>
              <a:srgbClr val="AAAAAA"/>
            </a:solidFill>
            <a:tailEnd type="arrow" w="med" len="med"/>
          </a:ln>
        </p:spPr>
        <p:txBody>
          <a:bodyPr/>
          <a:lstStyle/>
          <a:p>
            <a:endParaRPr sz="1200"/>
          </a:p>
        </p:txBody>
      </p:sp>
      <p:sp>
        <p:nvSpPr>
          <p:cNvPr id="60" name="S6Bg"/>
          <p:cNvSpPr/>
          <p:nvPr/>
        </p:nvSpPr>
        <p:spPr>
          <a:xfrm>
            <a:off x="9734550" y="1200150"/>
            <a:ext cx="1676400" cy="4761000"/>
          </a:xfrm>
          <a:prstGeom prst="rect">
            <a:avLst/>
          </a:prstGeom>
          <a:solidFill>
            <a:srgbClr val="EBF0FA"/>
          </a:solidFill>
          <a:ln w="25400">
            <a:solidFill>
              <a:srgbClr val="0F3460"/>
            </a:solidFill>
          </a:ln>
        </p:spPr>
        <p:txBody>
          <a:bodyPr/>
          <a:lstStyle/>
          <a:p>
            <a:endParaRPr/>
          </a:p>
        </p:txBody>
      </p:sp>
      <p:sp>
        <p:nvSpPr>
          <p:cNvPr id="61" name="S6Badge"/>
          <p:cNvSpPr/>
          <p:nvPr/>
        </p:nvSpPr>
        <p:spPr>
          <a:xfrm>
            <a:off x="9734550" y="1200150"/>
            <a:ext cx="1676400" cy="304800"/>
          </a:xfrm>
          <a:prstGeom prst="rect">
            <a:avLst/>
          </a:prstGeom>
          <a:solidFill>
            <a:srgbClr val="0F3460"/>
          </a:solidFill>
          <a:ln>
            <a:noFill/>
          </a:ln>
        </p:spPr>
        <p:txBody>
          <a:bodyPr anchor="ctr"/>
          <a:lstStyle/>
          <a:p>
            <a:pPr algn="ctr"/>
            <a:r>
              <a:rPr lang="en-GB" sz="1200" b="1" dirty="0">
                <a:solidFill>
                  <a:srgbClr val="FFFFFF"/>
                </a:solidFill>
                <a:latin typeface="Segoe UI Black"/>
              </a:rPr>
              <a:t>6  Approve &amp; PROD</a:t>
            </a:r>
          </a:p>
        </p:txBody>
      </p:sp>
      <p:sp>
        <p:nvSpPr>
          <p:cNvPr id="62" name="S6Body"/>
          <p:cNvSpPr txBox="1"/>
          <p:nvPr/>
        </p:nvSpPr>
        <p:spPr>
          <a:xfrm>
            <a:off x="9772650" y="1543050"/>
            <a:ext cx="1600200" cy="4380300"/>
          </a:xfrm>
          <a:prstGeom prst="rect">
            <a:avLst/>
          </a:prstGeom>
          <a:noFill/>
        </p:spPr>
        <p:txBody>
          <a:bodyPr wrap="square" lIns="91440" tIns="91440" rIns="91440" bIns="91440"/>
          <a:lstStyle/>
          <a:p>
            <a:pPr>
              <a:lnSpc>
                <a:spcPct val="115000"/>
              </a:lnSpc>
              <a:spcAft>
                <a:spcPts val="200"/>
              </a:spcAft>
            </a:pPr>
            <a:r>
              <a:rPr lang="en-GB" sz="1200" b="1" dirty="0">
                <a:solidFill>
                  <a:srgbClr val="0F3460"/>
                </a:solidFill>
                <a:latin typeface="Segoe UI"/>
              </a:rPr>
              <a:t>Gated approval, then deploy managed solution to PROD</a:t>
            </a:r>
          </a:p>
          <a:p>
            <a:pPr>
              <a:spcBef>
                <a:spcPts val="300"/>
              </a:spcBef>
            </a:pPr>
            <a:r>
              <a:rPr lang="en-GB" sz="1200" b="1" dirty="0">
                <a:solidFill>
                  <a:srgbClr val="888888"/>
                </a:solidFill>
                <a:latin typeface="Segoe UI"/>
              </a:rPr>
              <a:t>N + P  </a:t>
            </a:r>
            <a:r>
              <a:rPr lang="en-GB" sz="1200" dirty="0">
                <a:solidFill>
                  <a:srgbClr val="555555"/>
                </a:solidFill>
                <a:latin typeface="Segoe UI"/>
              </a:rPr>
              <a:t>Same outcome — approval gate in the pipeline before the managed solution is promoted to PROD</a:t>
            </a:r>
          </a:p>
        </p:txBody>
      </p:sp>
      <p:sp>
        <p:nvSpPr>
          <p:cNvPr id="70" name="SubBar"/>
          <p:cNvSpPr txBox="1"/>
          <p:nvPr/>
        </p:nvSpPr>
        <p:spPr>
          <a:xfrm>
            <a:off x="457200" y="723900"/>
            <a:ext cx="11277600" cy="247650"/>
          </a:xfrm>
          <a:prstGeom prst="rect">
            <a:avLst/>
          </a:prstGeom>
          <a:noFill/>
        </p:spPr>
        <p:txBody>
          <a:bodyPr wrap="square" lIns="91440" tIns="45720" rIns="91440" bIns="45720" anchor="ctr"/>
          <a:lstStyle/>
          <a:p>
            <a:r>
              <a:rPr lang="en-GB" sz="900" dirty="0">
                <a:solidFill>
                  <a:srgbClr val="888888"/>
                </a:solidFill>
                <a:latin typeface="Segoe UI"/>
              </a:rPr>
              <a:t>Azure DevOps Git is the shared repository for both approaches. PRs and merges always happen in Azure DevOps.          </a:t>
            </a:r>
            <a:r>
              <a:rPr lang="en-GB" sz="900" b="1" dirty="0">
                <a:solidFill>
                  <a:srgbClr val="1A87CD"/>
                </a:solidFill>
                <a:latin typeface="Segoe UI"/>
              </a:rPr>
              <a:t>N </a:t>
            </a:r>
            <a:r>
              <a:rPr lang="en-GB" sz="900" dirty="0">
                <a:solidFill>
                  <a:srgbClr val="888888"/>
                </a:solidFill>
                <a:latin typeface="Segoe UI"/>
              </a:rPr>
              <a:t>= Native (Integrated Git)     </a:t>
            </a:r>
            <a:r>
              <a:rPr lang="en-GB" sz="900" b="1" dirty="0">
                <a:solidFill>
                  <a:srgbClr val="0761AD"/>
                </a:solidFill>
                <a:latin typeface="Segoe UI"/>
              </a:rPr>
              <a:t>P </a:t>
            </a:r>
            <a:r>
              <a:rPr lang="en-GB" sz="900" dirty="0">
                <a:solidFill>
                  <a:srgbClr val="888888"/>
                </a:solidFill>
                <a:latin typeface="Segoe UI"/>
              </a:rPr>
              <a:t>= Pro Code (Pipelines + PAC CLI)     </a:t>
            </a:r>
            <a:r>
              <a:rPr lang="en-GB" sz="900" b="1" dirty="0">
                <a:solidFill>
                  <a:srgbClr val="666666"/>
                </a:solidFill>
                <a:latin typeface="Segoe UI"/>
              </a:rPr>
              <a:t>N+P </a:t>
            </a:r>
            <a:r>
              <a:rPr lang="en-GB" sz="900" dirty="0">
                <a:solidFill>
                  <a:srgbClr val="888888"/>
                </a:solidFill>
                <a:latin typeface="Segoe UI"/>
              </a:rPr>
              <a:t>= Same for both</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AD11A-30D9-4EF0-6B19-F8F4BDDF016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3DDE865-0646-8D0C-CA40-4000159B3A17}"/>
              </a:ext>
            </a:extLst>
          </p:cNvPr>
          <p:cNvSpPr>
            <a:spLocks noGrp="1"/>
          </p:cNvSpPr>
          <p:nvPr>
            <p:ph type="title"/>
          </p:nvPr>
        </p:nvSpPr>
        <p:spPr/>
        <p:txBody>
          <a:bodyPr/>
          <a:lstStyle/>
          <a:p>
            <a:r>
              <a:rPr lang="en-GB" dirty="0"/>
              <a:t>Additional Info</a:t>
            </a:r>
            <a:endParaRPr lang="en-US" dirty="0"/>
          </a:p>
        </p:txBody>
      </p:sp>
      <p:sp>
        <p:nvSpPr>
          <p:cNvPr id="5" name="Text Placeholder 4">
            <a:extLst>
              <a:ext uri="{FF2B5EF4-FFF2-40B4-BE49-F238E27FC236}">
                <a16:creationId xmlns:a16="http://schemas.microsoft.com/office/drawing/2014/main" id="{CDAD28F3-2FED-4BFB-7F3F-3E7D052E53B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309133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dirty="0"/>
              <a:t>Configuration Migration Tool</a:t>
            </a:r>
          </a:p>
        </p:txBody>
      </p:sp>
      <p:sp>
        <p:nvSpPr>
          <p:cNvPr id="10" name="DefBg"/>
          <p:cNvSpPr/>
          <p:nvPr/>
        </p:nvSpPr>
        <p:spPr>
          <a:xfrm>
            <a:off x="457200" y="914400"/>
            <a:ext cx="11277600" cy="457200"/>
          </a:xfrm>
          <a:prstGeom prst="rect">
            <a:avLst/>
          </a:prstGeom>
          <a:solidFill>
            <a:srgbClr val="EBF5FB"/>
          </a:solidFill>
          <a:ln w="19050">
            <a:solidFill>
              <a:srgbClr val="1A87CD"/>
            </a:solidFill>
          </a:ln>
        </p:spPr>
        <p:txBody>
          <a:bodyPr/>
          <a:lstStyle/>
          <a:p>
            <a:endParaRPr/>
          </a:p>
        </p:txBody>
      </p:sp>
      <p:sp>
        <p:nvSpPr>
          <p:cNvPr id="11" name="DefAcc"/>
          <p:cNvSpPr/>
          <p:nvPr/>
        </p:nvSpPr>
        <p:spPr>
          <a:xfrm>
            <a:off x="457200" y="914400"/>
            <a:ext cx="57150" cy="457200"/>
          </a:xfrm>
          <a:prstGeom prst="rect">
            <a:avLst/>
          </a:prstGeom>
          <a:solidFill>
            <a:srgbClr val="1A87CD"/>
          </a:solidFill>
          <a:ln>
            <a:noFill/>
          </a:ln>
        </p:spPr>
        <p:txBody>
          <a:bodyPr/>
          <a:lstStyle/>
          <a:p>
            <a:endParaRPr/>
          </a:p>
        </p:txBody>
      </p:sp>
      <p:sp>
        <p:nvSpPr>
          <p:cNvPr id="12" name="DefTxt"/>
          <p:cNvSpPr txBox="1"/>
          <p:nvPr/>
        </p:nvSpPr>
        <p:spPr>
          <a:xfrm>
            <a:off x="571500" y="914400"/>
            <a:ext cx="11163300" cy="457200"/>
          </a:xfrm>
          <a:prstGeom prst="rect">
            <a:avLst/>
          </a:prstGeom>
          <a:noFill/>
        </p:spPr>
        <p:txBody>
          <a:bodyPr wrap="square" lIns="91440" tIns="57150" rIns="91440" bIns="57150" anchor="ctr"/>
          <a:lstStyle/>
          <a:p>
            <a:r>
              <a:rPr lang="en-GB" sz="1100" b="1" dirty="0">
                <a:solidFill>
                  <a:srgbClr val="0761AD"/>
                </a:solidFill>
                <a:latin typeface="Segoe UI"/>
              </a:rPr>
              <a:t>The Configuration Migration Tool (CMT) </a:t>
            </a:r>
            <a:r>
              <a:rPr lang="en-GB" sz="1100" dirty="0">
                <a:solidFill>
                  <a:srgbClr val="333333"/>
                </a:solidFill>
                <a:latin typeface="Segoe UI"/>
              </a:rPr>
              <a:t>transports </a:t>
            </a:r>
            <a:r>
              <a:rPr lang="en-GB" sz="1100" b="1" dirty="0">
                <a:solidFill>
                  <a:srgbClr val="0761AD"/>
                </a:solidFill>
                <a:latin typeface="Segoe UI"/>
              </a:rPr>
              <a:t>configuration data</a:t>
            </a:r>
            <a:r>
              <a:rPr lang="en-GB" sz="1100" dirty="0">
                <a:solidFill>
                  <a:srgbClr val="333333"/>
                </a:solidFill>
                <a:latin typeface="Segoe UI"/>
              </a:rPr>
              <a:t> (records stored in Dataverse tables) between environments. It moves </a:t>
            </a:r>
            <a:r>
              <a:rPr lang="en-GB" sz="1100" b="1" dirty="0">
                <a:solidFill>
                  <a:srgbClr val="C55A11"/>
                </a:solidFill>
                <a:latin typeface="Segoe UI"/>
              </a:rPr>
              <a:t>data</a:t>
            </a:r>
            <a:r>
              <a:rPr lang="en-GB" sz="1100" dirty="0">
                <a:solidFill>
                  <a:srgbClr val="333333"/>
                </a:solidFill>
                <a:latin typeface="Segoe UI"/>
              </a:rPr>
              <a:t>, not metadata — solutions handle table definitions, CMT handles the rows inside them.</a:t>
            </a:r>
          </a:p>
        </p:txBody>
      </p:sp>
      <p:sp>
        <p:nvSpPr>
          <p:cNvPr id="20" name="UseForBg"/>
          <p:cNvSpPr/>
          <p:nvPr/>
        </p:nvSpPr>
        <p:spPr>
          <a:xfrm>
            <a:off x="457200" y="1447800"/>
            <a:ext cx="2819400" cy="1143000"/>
          </a:xfrm>
          <a:prstGeom prst="rect">
            <a:avLst/>
          </a:prstGeom>
          <a:solidFill>
            <a:srgbClr val="E8F8F7"/>
          </a:solidFill>
          <a:ln w="19050">
            <a:solidFill>
              <a:srgbClr val="00CBBB"/>
            </a:solidFill>
          </a:ln>
        </p:spPr>
        <p:txBody>
          <a:bodyPr/>
          <a:lstStyle/>
          <a:p>
            <a:endParaRPr/>
          </a:p>
        </p:txBody>
      </p:sp>
      <p:sp>
        <p:nvSpPr>
          <p:cNvPr id="21" name="UseForHdr"/>
          <p:cNvSpPr/>
          <p:nvPr/>
        </p:nvSpPr>
        <p:spPr>
          <a:xfrm>
            <a:off x="457200" y="1447800"/>
            <a:ext cx="2819400" cy="266700"/>
          </a:xfrm>
          <a:prstGeom prst="rect">
            <a:avLst/>
          </a:prstGeom>
          <a:solidFill>
            <a:srgbClr val="00CBBB"/>
          </a:solidFill>
          <a:ln>
            <a:noFill/>
          </a:ln>
        </p:spPr>
        <p:txBody>
          <a:bodyPr lIns="182880" anchor="ctr"/>
          <a:lstStyle/>
          <a:p>
            <a:r>
              <a:rPr lang="en-GB" sz="1000" b="1" dirty="0">
                <a:solidFill>
                  <a:srgbClr val="FFFFFF"/>
                </a:solidFill>
                <a:latin typeface="Segoe UI"/>
              </a:rPr>
              <a:t>✔  Use CMT for</a:t>
            </a:r>
          </a:p>
        </p:txBody>
      </p:sp>
      <p:sp>
        <p:nvSpPr>
          <p:cNvPr id="22" name="UseForBody"/>
          <p:cNvSpPr txBox="1"/>
          <p:nvPr/>
        </p:nvSpPr>
        <p:spPr>
          <a:xfrm>
            <a:off x="495300" y="1752600"/>
            <a:ext cx="2743200" cy="800100"/>
          </a:xfrm>
          <a:prstGeom prst="rect">
            <a:avLst/>
          </a:prstGeom>
          <a:noFill/>
        </p:spPr>
        <p:txBody>
          <a:bodyPr wrap="square" lIns="91440" tIns="57150" rIns="91440" bIns="57150"/>
          <a:lstStyle/>
          <a:p>
            <a:pPr>
              <a:lnSpc>
                <a:spcPct val="115000"/>
              </a:lnSpc>
              <a:spcAft>
                <a:spcPts val="80"/>
              </a:spcAft>
            </a:pPr>
            <a:r>
              <a:rPr lang="en-GB" sz="950" dirty="0">
                <a:solidFill>
                  <a:srgbClr val="333333"/>
                </a:solidFill>
                <a:latin typeface="Segoe UI"/>
              </a:rPr>
              <a:t>•  Look-up / reference data (categories, types, codes)</a:t>
            </a:r>
          </a:p>
          <a:p>
            <a:pPr>
              <a:lnSpc>
                <a:spcPct val="115000"/>
              </a:lnSpc>
              <a:spcAft>
                <a:spcPts val="80"/>
              </a:spcAft>
            </a:pPr>
            <a:r>
              <a:rPr lang="en-GB" sz="950" dirty="0">
                <a:solidFill>
                  <a:srgbClr val="333333"/>
                </a:solidFill>
                <a:latin typeface="Segoe UI"/>
              </a:rPr>
              <a:t>•  App configuration records (settings, rules)</a:t>
            </a:r>
          </a:p>
          <a:p>
            <a:pPr>
              <a:lnSpc>
                <a:spcPct val="115000"/>
              </a:lnSpc>
            </a:pPr>
            <a:r>
              <a:rPr lang="en-GB" sz="950" dirty="0">
                <a:solidFill>
                  <a:srgbClr val="333333"/>
                </a:solidFill>
                <a:latin typeface="Segoe UI"/>
              </a:rPr>
              <a:t>•  Test / demo seed data</a:t>
            </a:r>
          </a:p>
        </p:txBody>
      </p:sp>
      <p:sp>
        <p:nvSpPr>
          <p:cNvPr id="23" name="DontBg"/>
          <p:cNvSpPr/>
          <p:nvPr/>
        </p:nvSpPr>
        <p:spPr>
          <a:xfrm>
            <a:off x="3352200" y="1447800"/>
            <a:ext cx="2819400" cy="1143000"/>
          </a:xfrm>
          <a:prstGeom prst="rect">
            <a:avLst/>
          </a:prstGeom>
          <a:solidFill>
            <a:srgbClr val="FFF8F5"/>
          </a:solidFill>
          <a:ln w="19050">
            <a:solidFill>
              <a:srgbClr val="C55A11"/>
            </a:solidFill>
          </a:ln>
        </p:spPr>
        <p:txBody>
          <a:bodyPr/>
          <a:lstStyle/>
          <a:p>
            <a:endParaRPr/>
          </a:p>
        </p:txBody>
      </p:sp>
      <p:sp>
        <p:nvSpPr>
          <p:cNvPr id="24" name="DontHdr"/>
          <p:cNvSpPr/>
          <p:nvPr/>
        </p:nvSpPr>
        <p:spPr>
          <a:xfrm>
            <a:off x="3352200" y="1447800"/>
            <a:ext cx="2819400" cy="266700"/>
          </a:xfrm>
          <a:prstGeom prst="rect">
            <a:avLst/>
          </a:prstGeom>
          <a:solidFill>
            <a:srgbClr val="C55A11"/>
          </a:solidFill>
          <a:ln>
            <a:noFill/>
          </a:ln>
        </p:spPr>
        <p:txBody>
          <a:bodyPr lIns="182880" anchor="ctr"/>
          <a:lstStyle/>
          <a:p>
            <a:r>
              <a:rPr lang="en-GB" sz="1000" b="1" dirty="0">
                <a:solidFill>
                  <a:srgbClr val="FFFFFF"/>
                </a:solidFill>
                <a:latin typeface="Segoe UI"/>
              </a:rPr>
              <a:t>✘  Not for</a:t>
            </a:r>
          </a:p>
        </p:txBody>
      </p:sp>
      <p:sp>
        <p:nvSpPr>
          <p:cNvPr id="25" name="DontBody"/>
          <p:cNvSpPr txBox="1"/>
          <p:nvPr/>
        </p:nvSpPr>
        <p:spPr>
          <a:xfrm>
            <a:off x="3390300" y="1752600"/>
            <a:ext cx="2743200" cy="800100"/>
          </a:xfrm>
          <a:prstGeom prst="rect">
            <a:avLst/>
          </a:prstGeom>
          <a:noFill/>
        </p:spPr>
        <p:txBody>
          <a:bodyPr wrap="square" lIns="91440" tIns="57150" rIns="91440" bIns="57150"/>
          <a:lstStyle/>
          <a:p>
            <a:pPr>
              <a:lnSpc>
                <a:spcPct val="115000"/>
              </a:lnSpc>
              <a:spcAft>
                <a:spcPts val="80"/>
              </a:spcAft>
            </a:pPr>
            <a:r>
              <a:rPr lang="en-GB" sz="950" dirty="0">
                <a:solidFill>
                  <a:srgbClr val="555555"/>
                </a:solidFill>
                <a:latin typeface="Segoe UI"/>
              </a:rPr>
              <a:t>•  Table / column definitions → use Solutions</a:t>
            </a:r>
          </a:p>
          <a:p>
            <a:pPr>
              <a:lnSpc>
                <a:spcPct val="115000"/>
              </a:lnSpc>
              <a:spcAft>
                <a:spcPts val="80"/>
              </a:spcAft>
            </a:pPr>
            <a:r>
              <a:rPr lang="en-GB" sz="950" dirty="0">
                <a:solidFill>
                  <a:srgbClr val="555555"/>
                </a:solidFill>
                <a:latin typeface="Segoe UI"/>
              </a:rPr>
              <a:t>•  Large transactional / business data volumes</a:t>
            </a:r>
          </a:p>
          <a:p>
            <a:pPr>
              <a:lnSpc>
                <a:spcPct val="115000"/>
              </a:lnSpc>
            </a:pPr>
            <a:r>
              <a:rPr lang="en-GB" sz="950" dirty="0">
                <a:solidFill>
                  <a:srgbClr val="555555"/>
                </a:solidFill>
                <a:latin typeface="Segoe UI"/>
              </a:rPr>
              <a:t>•  File / attachment / binary content</a:t>
            </a:r>
          </a:p>
        </p:txBody>
      </p:sp>
      <p:sp>
        <p:nvSpPr>
          <p:cNvPr id="30" name="DiagBg"/>
          <p:cNvSpPr/>
          <p:nvPr/>
        </p:nvSpPr>
        <p:spPr>
          <a:xfrm>
            <a:off x="6324600" y="1447800"/>
            <a:ext cx="5410200" cy="1143000"/>
          </a:xfrm>
          <a:prstGeom prst="rect">
            <a:avLst/>
          </a:prstGeom>
          <a:solidFill>
            <a:srgbClr val="F2F7FF"/>
          </a:solidFill>
          <a:ln w="9525">
            <a:solidFill>
              <a:srgbClr val="D0E4F5"/>
            </a:solidFill>
          </a:ln>
        </p:spPr>
        <p:txBody>
          <a:bodyPr/>
          <a:lstStyle/>
          <a:p>
            <a:endParaRPr/>
          </a:p>
        </p:txBody>
      </p:sp>
      <p:sp>
        <p:nvSpPr>
          <p:cNvPr id="31" name="N1Bg"/>
          <p:cNvSpPr/>
          <p:nvPr/>
        </p:nvSpPr>
        <p:spPr>
          <a:xfrm>
            <a:off x="6438900" y="1524000"/>
            <a:ext cx="1524000" cy="914400"/>
          </a:xfrm>
          <a:prstGeom prst="rect">
            <a:avLst/>
          </a:prstGeom>
          <a:solidFill>
            <a:srgbClr val="1A87CD"/>
          </a:solidFill>
          <a:ln>
            <a:noFill/>
          </a:ln>
        </p:spPr>
        <p:txBody>
          <a:bodyPr anchor="ctr"/>
          <a:lstStyle/>
          <a:p>
            <a:pPr algn="ctr"/>
            <a:r>
              <a:rPr lang="en-GB" sz="1050" b="1" dirty="0">
                <a:solidFill>
                  <a:schemeClr val="bg1"/>
                </a:solidFill>
                <a:latin typeface="Segoe UI Black"/>
              </a:rPr>
              <a:t>📄 </a:t>
            </a:r>
            <a:r>
              <a:rPr lang="en-GB" sz="1400" b="1" dirty="0">
                <a:solidFill>
                  <a:schemeClr val="bg1"/>
                </a:solidFill>
                <a:latin typeface="Segoe UI Black"/>
              </a:rPr>
              <a:t>Schema</a:t>
            </a:r>
          </a:p>
          <a:p>
            <a:pPr algn="ctr"/>
            <a:r>
              <a:rPr lang="en-GB" sz="850" i="1" dirty="0">
                <a:solidFill>
                  <a:schemeClr val="bg1"/>
                </a:solidFill>
                <a:latin typeface="Segoe UI"/>
              </a:rPr>
              <a:t>schema.xml</a:t>
            </a:r>
          </a:p>
        </p:txBody>
      </p:sp>
      <p:sp>
        <p:nvSpPr>
          <p:cNvPr id="32" name="Arr1"/>
          <p:cNvSpPr/>
          <p:nvPr/>
        </p:nvSpPr>
        <p:spPr>
          <a:xfrm>
            <a:off x="7962900" y="1981200"/>
            <a:ext cx="304800" cy="0"/>
          </a:xfrm>
          <a:prstGeom prst="line">
            <a:avLst/>
          </a:prstGeom>
          <a:noFill/>
          <a:ln w="28575">
            <a:solidFill>
              <a:srgbClr val="1A87CD"/>
            </a:solidFill>
            <a:tailEnd type="arrow" w="med" len="med"/>
          </a:ln>
        </p:spPr>
        <p:txBody>
          <a:bodyPr/>
          <a:lstStyle/>
          <a:p>
            <a:endParaRPr>
              <a:solidFill>
                <a:schemeClr val="bg1"/>
              </a:solidFill>
            </a:endParaRPr>
          </a:p>
        </p:txBody>
      </p:sp>
      <p:sp>
        <p:nvSpPr>
          <p:cNvPr id="33" name="N2Bg"/>
          <p:cNvSpPr/>
          <p:nvPr/>
        </p:nvSpPr>
        <p:spPr>
          <a:xfrm>
            <a:off x="8267700" y="1524000"/>
            <a:ext cx="1524000" cy="914400"/>
          </a:xfrm>
          <a:prstGeom prst="rect">
            <a:avLst/>
          </a:prstGeom>
          <a:solidFill>
            <a:srgbClr val="0761AD"/>
          </a:solidFill>
          <a:ln>
            <a:noFill/>
          </a:ln>
        </p:spPr>
        <p:txBody>
          <a:bodyPr anchor="ctr"/>
          <a:lstStyle/>
          <a:p>
            <a:pPr algn="ctr"/>
            <a:r>
              <a:rPr lang="en-GB" sz="1050" b="1" dirty="0">
                <a:solidFill>
                  <a:schemeClr val="bg1"/>
                </a:solidFill>
                <a:latin typeface="Segoe UI Black"/>
              </a:rPr>
              <a:t>📤 </a:t>
            </a:r>
            <a:r>
              <a:rPr lang="en-GB" sz="1400" b="1" dirty="0">
                <a:solidFill>
                  <a:schemeClr val="bg1"/>
                </a:solidFill>
                <a:latin typeface="Segoe UI Black"/>
              </a:rPr>
              <a:t>Export</a:t>
            </a:r>
          </a:p>
          <a:p>
            <a:pPr algn="ctr"/>
            <a:r>
              <a:rPr lang="en-GB" sz="850" i="1" dirty="0">
                <a:solidFill>
                  <a:schemeClr val="bg1"/>
                </a:solidFill>
                <a:latin typeface="Segoe UI"/>
              </a:rPr>
              <a:t>data.zip</a:t>
            </a:r>
          </a:p>
        </p:txBody>
      </p:sp>
      <p:sp>
        <p:nvSpPr>
          <p:cNvPr id="34" name="Arr2"/>
          <p:cNvSpPr/>
          <p:nvPr/>
        </p:nvSpPr>
        <p:spPr>
          <a:xfrm>
            <a:off x="9791700" y="1981200"/>
            <a:ext cx="304800" cy="0"/>
          </a:xfrm>
          <a:prstGeom prst="line">
            <a:avLst/>
          </a:prstGeom>
          <a:noFill/>
          <a:ln w="28575">
            <a:solidFill>
              <a:srgbClr val="0761AD"/>
            </a:solidFill>
            <a:tailEnd type="arrow" w="med" len="med"/>
          </a:ln>
        </p:spPr>
        <p:txBody>
          <a:bodyPr/>
          <a:lstStyle/>
          <a:p>
            <a:endParaRPr>
              <a:solidFill>
                <a:schemeClr val="bg1"/>
              </a:solidFill>
            </a:endParaRPr>
          </a:p>
        </p:txBody>
      </p:sp>
      <p:sp>
        <p:nvSpPr>
          <p:cNvPr id="35" name="N3Bg"/>
          <p:cNvSpPr/>
          <p:nvPr/>
        </p:nvSpPr>
        <p:spPr>
          <a:xfrm>
            <a:off x="10096500" y="1524000"/>
            <a:ext cx="1524000" cy="914400"/>
          </a:xfrm>
          <a:prstGeom prst="rect">
            <a:avLst/>
          </a:prstGeom>
          <a:solidFill>
            <a:srgbClr val="0F3460"/>
          </a:solidFill>
          <a:ln>
            <a:noFill/>
          </a:ln>
        </p:spPr>
        <p:txBody>
          <a:bodyPr anchor="ctr"/>
          <a:lstStyle/>
          <a:p>
            <a:pPr algn="ctr"/>
            <a:r>
              <a:rPr lang="en-GB" sz="1050" b="1" dirty="0">
                <a:solidFill>
                  <a:schemeClr val="bg1"/>
                </a:solidFill>
                <a:latin typeface="Segoe UI Black"/>
              </a:rPr>
              <a:t>📥 </a:t>
            </a:r>
            <a:r>
              <a:rPr lang="en-GB" sz="1400" b="1" dirty="0">
                <a:solidFill>
                  <a:schemeClr val="bg1"/>
                </a:solidFill>
                <a:latin typeface="Segoe UI Black"/>
              </a:rPr>
              <a:t>Import</a:t>
            </a:r>
          </a:p>
          <a:p>
            <a:pPr algn="ctr"/>
            <a:r>
              <a:rPr lang="en-GB" sz="850" i="1" dirty="0">
                <a:solidFill>
                  <a:schemeClr val="bg1"/>
                </a:solidFill>
                <a:latin typeface="Segoe UI"/>
              </a:rPr>
              <a:t>target environment</a:t>
            </a:r>
          </a:p>
        </p:txBody>
      </p:sp>
      <p:sp>
        <p:nvSpPr>
          <p:cNvPr id="36" name="SCNote"/>
          <p:cNvSpPr txBox="1"/>
          <p:nvPr/>
        </p:nvSpPr>
        <p:spPr>
          <a:xfrm>
            <a:off x="6324600" y="2476500"/>
            <a:ext cx="1752600" cy="114300"/>
          </a:xfrm>
          <a:prstGeom prst="rect">
            <a:avLst/>
          </a:prstGeom>
          <a:noFill/>
        </p:spPr>
        <p:txBody>
          <a:bodyPr lIns="91440" anchor="ctr"/>
          <a:lstStyle/>
          <a:p>
            <a:pPr algn="ctr"/>
            <a:r>
              <a:rPr lang="en-GB" sz="750" i="1" dirty="0">
                <a:solidFill>
                  <a:srgbClr val="1A87CD"/>
                </a:solidFill>
                <a:latin typeface="Segoe UI"/>
              </a:rPr>
              <a:t>↑ version-controlled in Git</a:t>
            </a:r>
          </a:p>
        </p:txBody>
      </p:sp>
      <p:sp>
        <p:nvSpPr>
          <p:cNvPr id="40" name="CLIBg"/>
          <p:cNvSpPr/>
          <p:nvPr/>
        </p:nvSpPr>
        <p:spPr>
          <a:xfrm>
            <a:off x="457200" y="2666550"/>
            <a:ext cx="5867400" cy="1333500"/>
          </a:xfrm>
          <a:prstGeom prst="rect">
            <a:avLst/>
          </a:prstGeom>
          <a:solidFill>
            <a:srgbClr val="F2F7FF"/>
          </a:solidFill>
          <a:ln w="9525">
            <a:solidFill>
              <a:srgbClr val="D0E4F5"/>
            </a:solidFill>
          </a:ln>
        </p:spPr>
        <p:txBody>
          <a:bodyPr/>
          <a:lstStyle/>
          <a:p>
            <a:endParaRPr/>
          </a:p>
        </p:txBody>
      </p:sp>
      <p:sp>
        <p:nvSpPr>
          <p:cNvPr id="41" name="CLIHdr"/>
          <p:cNvSpPr/>
          <p:nvPr/>
        </p:nvSpPr>
        <p:spPr>
          <a:xfrm>
            <a:off x="457200" y="2666550"/>
            <a:ext cx="5867400" cy="304800"/>
          </a:xfrm>
          <a:prstGeom prst="rect">
            <a:avLst/>
          </a:prstGeom>
          <a:solidFill>
            <a:srgbClr val="0761AD"/>
          </a:solidFill>
          <a:ln>
            <a:noFill/>
          </a:ln>
        </p:spPr>
        <p:txBody>
          <a:bodyPr lIns="182880" anchor="ctr"/>
          <a:lstStyle/>
          <a:p>
            <a:r>
              <a:rPr lang="en-GB" sz="1100" b="1" dirty="0">
                <a:solidFill>
                  <a:srgbClr val="FFFFFF"/>
                </a:solidFill>
                <a:latin typeface="Segoe UI"/>
              </a:rPr>
              <a:t>In CLI &amp; Pipelines</a:t>
            </a:r>
          </a:p>
        </p:txBody>
      </p:sp>
      <p:sp>
        <p:nvSpPr>
          <p:cNvPr id="42" name="CLIBody"/>
          <p:cNvSpPr txBox="1"/>
          <p:nvPr/>
        </p:nvSpPr>
        <p:spPr>
          <a:xfrm>
            <a:off x="495300" y="3009450"/>
            <a:ext cx="5791200" cy="952200"/>
          </a:xfrm>
          <a:prstGeom prst="rect">
            <a:avLst/>
          </a:prstGeom>
          <a:noFill/>
        </p:spPr>
        <p:txBody>
          <a:bodyPr wrap="square" lIns="91440" tIns="57150" rIns="91440" bIns="57150"/>
          <a:lstStyle/>
          <a:p>
            <a:pPr>
              <a:lnSpc>
                <a:spcPct val="115000"/>
              </a:lnSpc>
              <a:spcAft>
                <a:spcPts val="150"/>
              </a:spcAft>
            </a:pPr>
            <a:r>
              <a:rPr lang="en-GB" sz="950" b="1" dirty="0">
                <a:solidFill>
                  <a:srgbClr val="1A87CD"/>
                </a:solidFill>
                <a:latin typeface="Segoe UI"/>
              </a:rPr>
              <a:t>PAC CLI: </a:t>
            </a:r>
            <a:r>
              <a:rPr lang="en-GB" sz="950" dirty="0">
                <a:solidFill>
                  <a:srgbClr val="444444"/>
                </a:solidFill>
                <a:latin typeface="Segoe UI"/>
              </a:rPr>
              <a:t>Use </a:t>
            </a:r>
            <a:r>
              <a:rPr lang="en-GB" sz="950" b="1" dirty="0">
                <a:solidFill>
                  <a:srgbClr val="00CBBB"/>
                </a:solidFill>
                <a:latin typeface="Courier New"/>
              </a:rPr>
              <a:t>pac data export</a:t>
            </a:r>
            <a:r>
              <a:rPr lang="en-GB" sz="950" dirty="0">
                <a:solidFill>
                  <a:srgbClr val="444444"/>
                </a:solidFill>
                <a:latin typeface="Segoe UI"/>
              </a:rPr>
              <a:t> and </a:t>
            </a:r>
            <a:r>
              <a:rPr lang="en-GB" sz="950" b="1" dirty="0">
                <a:solidFill>
                  <a:srgbClr val="00CBBB"/>
                </a:solidFill>
                <a:latin typeface="Courier New"/>
              </a:rPr>
              <a:t>pac data import</a:t>
            </a:r>
            <a:r>
              <a:rPr lang="en-GB" sz="950" dirty="0">
                <a:solidFill>
                  <a:srgbClr val="444444"/>
                </a:solidFill>
                <a:latin typeface="Segoe UI"/>
              </a:rPr>
              <a:t> with </a:t>
            </a:r>
            <a:r>
              <a:rPr lang="en-GB" sz="950" b="1" dirty="0">
                <a:solidFill>
                  <a:srgbClr val="00CBBB"/>
                </a:solidFill>
                <a:latin typeface="Courier New"/>
              </a:rPr>
              <a:t>--schemaFile</a:t>
            </a:r>
            <a:r>
              <a:rPr lang="en-GB" sz="950" dirty="0">
                <a:solidFill>
                  <a:srgbClr val="444444"/>
                </a:solidFill>
                <a:latin typeface="Segoe UI"/>
              </a:rPr>
              <a:t> and </a:t>
            </a:r>
            <a:r>
              <a:rPr lang="en-GB" sz="950" b="1" dirty="0">
                <a:solidFill>
                  <a:srgbClr val="00CBBB"/>
                </a:solidFill>
                <a:latin typeface="Courier New"/>
              </a:rPr>
              <a:t>--dataFile</a:t>
            </a:r>
            <a:r>
              <a:rPr lang="en-GB" sz="950" dirty="0">
                <a:solidFill>
                  <a:srgbClr val="444444"/>
                </a:solidFill>
                <a:latin typeface="Segoe UI"/>
              </a:rPr>
              <a:t> flags. Windows only (.NET Framework dependency)</a:t>
            </a:r>
          </a:p>
          <a:p>
            <a:pPr>
              <a:lnSpc>
                <a:spcPct val="115000"/>
              </a:lnSpc>
            </a:pPr>
            <a:r>
              <a:rPr lang="en-GB" sz="950" b="1" dirty="0">
                <a:solidFill>
                  <a:srgbClr val="1A87CD"/>
                </a:solidFill>
                <a:latin typeface="Segoe UI"/>
              </a:rPr>
              <a:t>Azure DevOps: </a:t>
            </a:r>
            <a:r>
              <a:rPr lang="en-GB" sz="950" dirty="0">
                <a:solidFill>
                  <a:srgbClr val="444444"/>
                </a:solidFill>
                <a:latin typeface="Segoe UI"/>
              </a:rPr>
              <a:t>Use the </a:t>
            </a:r>
            <a:r>
              <a:rPr lang="en-GB" sz="950" b="1" dirty="0">
                <a:solidFill>
                  <a:srgbClr val="333333"/>
                </a:solidFill>
                <a:latin typeface="Segoe UI"/>
              </a:rPr>
              <a:t>Export Data</a:t>
            </a:r>
            <a:r>
              <a:rPr lang="en-GB" sz="950" dirty="0">
                <a:solidFill>
                  <a:srgbClr val="444444"/>
                </a:solidFill>
                <a:latin typeface="Segoe UI"/>
              </a:rPr>
              <a:t> and </a:t>
            </a:r>
            <a:r>
              <a:rPr lang="en-GB" sz="950" b="1" dirty="0">
                <a:solidFill>
                  <a:srgbClr val="333333"/>
                </a:solidFill>
                <a:latin typeface="Segoe UI"/>
              </a:rPr>
              <a:t>Import Data</a:t>
            </a:r>
            <a:r>
              <a:rPr lang="en-GB" sz="950" dirty="0">
                <a:solidFill>
                  <a:srgbClr val="444444"/>
                </a:solidFill>
                <a:latin typeface="Segoe UI"/>
              </a:rPr>
              <a:t> tasks in Power Platform Build Tools, or run PAC CLI in a PowerShell script task. Store schema.xml and data.zip as pipeline artifacts</a:t>
            </a:r>
          </a:p>
        </p:txBody>
      </p:sp>
      <p:sp>
        <p:nvSpPr>
          <p:cNvPr id="50" name="LimBg"/>
          <p:cNvSpPr/>
          <p:nvPr/>
        </p:nvSpPr>
        <p:spPr>
          <a:xfrm>
            <a:off x="6324600" y="2666550"/>
            <a:ext cx="2667000" cy="3676650"/>
          </a:xfrm>
          <a:prstGeom prst="rect">
            <a:avLst/>
          </a:prstGeom>
          <a:solidFill>
            <a:srgbClr val="FFF8F5"/>
          </a:solidFill>
          <a:ln w="9525">
            <a:solidFill>
              <a:srgbClr val="C55A11"/>
            </a:solidFill>
          </a:ln>
        </p:spPr>
        <p:txBody>
          <a:bodyPr/>
          <a:lstStyle/>
          <a:p>
            <a:endParaRPr/>
          </a:p>
        </p:txBody>
      </p:sp>
      <p:sp>
        <p:nvSpPr>
          <p:cNvPr id="51" name="LimHdr"/>
          <p:cNvSpPr/>
          <p:nvPr/>
        </p:nvSpPr>
        <p:spPr>
          <a:xfrm>
            <a:off x="6324600" y="2666550"/>
            <a:ext cx="2667000" cy="304800"/>
          </a:xfrm>
          <a:prstGeom prst="rect">
            <a:avLst/>
          </a:prstGeom>
          <a:solidFill>
            <a:srgbClr val="C55A11"/>
          </a:solidFill>
          <a:ln>
            <a:noFill/>
          </a:ln>
        </p:spPr>
        <p:txBody>
          <a:bodyPr lIns="182880" anchor="ctr"/>
          <a:lstStyle/>
          <a:p>
            <a:r>
              <a:rPr lang="en-GB" sz="1100" b="1" dirty="0">
                <a:solidFill>
                  <a:srgbClr val="FFFFFF"/>
                </a:solidFill>
                <a:latin typeface="Segoe UI"/>
              </a:rPr>
              <a:t>Limitations</a:t>
            </a:r>
          </a:p>
        </p:txBody>
      </p:sp>
      <p:sp>
        <p:nvSpPr>
          <p:cNvPr id="52" name="LimBody"/>
          <p:cNvSpPr txBox="1"/>
          <p:nvPr/>
        </p:nvSpPr>
        <p:spPr>
          <a:xfrm>
            <a:off x="6362700" y="3009450"/>
            <a:ext cx="2590800" cy="3295350"/>
          </a:xfrm>
          <a:prstGeom prst="rect">
            <a:avLst/>
          </a:prstGeom>
          <a:noFill/>
        </p:spPr>
        <p:txBody>
          <a:bodyPr wrap="square" lIns="91440" tIns="57150" rIns="91440" bIns="57150"/>
          <a:lstStyle/>
          <a:p>
            <a:pPr>
              <a:lnSpc>
                <a:spcPct val="115000"/>
              </a:lnSpc>
              <a:spcAft>
                <a:spcPts val="200"/>
              </a:spcAft>
            </a:pPr>
            <a:r>
              <a:rPr lang="en-GB" sz="950" dirty="0">
                <a:solidFill>
                  <a:srgbClr val="555555"/>
                </a:solidFill>
                <a:latin typeface="Segoe UI"/>
              </a:rPr>
              <a:t>•  </a:t>
            </a:r>
            <a:r>
              <a:rPr lang="en-GB" sz="950" b="1" dirty="0">
                <a:solidFill>
                  <a:srgbClr val="C55A11"/>
                </a:solidFill>
                <a:latin typeface="Segoe UI"/>
              </a:rPr>
              <a:t>Not for large data volumes</a:t>
            </a:r>
            <a:r>
              <a:rPr lang="en-GB" sz="950" dirty="0">
                <a:solidFill>
                  <a:srgbClr val="555555"/>
                </a:solidFill>
                <a:latin typeface="Segoe UI"/>
              </a:rPr>
              <a:t> — designed for configuration, not bulk transactional data</a:t>
            </a:r>
          </a:p>
          <a:p>
            <a:pPr>
              <a:lnSpc>
                <a:spcPct val="115000"/>
              </a:lnSpc>
              <a:spcAft>
                <a:spcPts val="200"/>
              </a:spcAft>
            </a:pPr>
            <a:r>
              <a:rPr lang="en-GB" sz="950" dirty="0">
                <a:solidFill>
                  <a:srgbClr val="555555"/>
                </a:solidFill>
                <a:latin typeface="Segoe UI"/>
              </a:rPr>
              <a:t>•  </a:t>
            </a:r>
            <a:r>
              <a:rPr lang="en-GB" sz="950" b="1" dirty="0">
                <a:solidFill>
                  <a:srgbClr val="C55A11"/>
                </a:solidFill>
                <a:latin typeface="Segoe UI"/>
              </a:rPr>
              <a:t>No binary / file content</a:t>
            </a:r>
            <a:r>
              <a:rPr lang="en-GB" sz="950" dirty="0">
                <a:solidFill>
                  <a:srgbClr val="555555"/>
                </a:solidFill>
                <a:latin typeface="Segoe UI"/>
              </a:rPr>
              <a:t> — attachments and notes files are not migrated</a:t>
            </a:r>
          </a:p>
          <a:p>
            <a:pPr>
              <a:lnSpc>
                <a:spcPct val="115000"/>
              </a:lnSpc>
              <a:spcAft>
                <a:spcPts val="200"/>
              </a:spcAft>
            </a:pPr>
            <a:r>
              <a:rPr lang="en-GB" sz="950" dirty="0">
                <a:solidFill>
                  <a:srgbClr val="555555"/>
                </a:solidFill>
                <a:latin typeface="Segoe UI"/>
              </a:rPr>
              <a:t>•  </a:t>
            </a:r>
            <a:r>
              <a:rPr lang="en-GB" sz="950" b="1" dirty="0">
                <a:solidFill>
                  <a:srgbClr val="C55A11"/>
                </a:solidFill>
                <a:latin typeface="Segoe UI"/>
              </a:rPr>
              <a:t>Schema must be maintained</a:t>
            </a:r>
            <a:r>
              <a:rPr lang="en-GB" sz="950" dirty="0">
                <a:solidFill>
                  <a:srgbClr val="555555"/>
                </a:solidFill>
                <a:latin typeface="Segoe UI"/>
              </a:rPr>
              <a:t> — update the .xml file whenever the data model changes</a:t>
            </a:r>
          </a:p>
          <a:p>
            <a:pPr>
              <a:lnSpc>
                <a:spcPct val="115000"/>
              </a:lnSpc>
              <a:spcAft>
                <a:spcPts val="200"/>
              </a:spcAft>
            </a:pPr>
            <a:r>
              <a:rPr lang="en-GB" sz="950" dirty="0">
                <a:solidFill>
                  <a:srgbClr val="555555"/>
                </a:solidFill>
                <a:latin typeface="Segoe UI"/>
              </a:rPr>
              <a:t>•  </a:t>
            </a:r>
            <a:r>
              <a:rPr lang="en-GB" sz="950" b="1" dirty="0">
                <a:solidFill>
                  <a:srgbClr val="C55A11"/>
                </a:solidFill>
                <a:latin typeface="Segoe UI"/>
              </a:rPr>
              <a:t>Order dependency</a:t>
            </a:r>
            <a:r>
              <a:rPr lang="en-GB" sz="950" dirty="0">
                <a:solidFill>
                  <a:srgbClr val="555555"/>
                </a:solidFill>
                <a:latin typeface="Segoe UI"/>
              </a:rPr>
              <a:t> — parent records must exist before child records can import</a:t>
            </a:r>
          </a:p>
          <a:p>
            <a:pPr>
              <a:lnSpc>
                <a:spcPct val="115000"/>
              </a:lnSpc>
            </a:pPr>
            <a:r>
              <a:rPr lang="en-GB" sz="950" dirty="0">
                <a:solidFill>
                  <a:srgbClr val="555555"/>
                </a:solidFill>
                <a:latin typeface="Segoe UI"/>
              </a:rPr>
              <a:t>•  </a:t>
            </a:r>
            <a:r>
              <a:rPr lang="en-GB" sz="950" b="1" dirty="0">
                <a:solidFill>
                  <a:srgbClr val="C55A11"/>
                </a:solidFill>
                <a:latin typeface="Segoe UI"/>
              </a:rPr>
              <a:t>Windows only via PAC CLI</a:t>
            </a:r>
            <a:r>
              <a:rPr lang="en-GB" sz="950" dirty="0">
                <a:solidFill>
                  <a:srgbClr val="555555"/>
                </a:solidFill>
                <a:latin typeface="Segoe UI"/>
              </a:rPr>
              <a:t> — requires .NET Framework; use Windows agent in pipelines</a:t>
            </a:r>
          </a:p>
        </p:txBody>
      </p:sp>
      <p:sp>
        <p:nvSpPr>
          <p:cNvPr id="60" name="BPBg"/>
          <p:cNvSpPr/>
          <p:nvPr/>
        </p:nvSpPr>
        <p:spPr>
          <a:xfrm>
            <a:off x="9143400" y="2666550"/>
            <a:ext cx="2590800" cy="3676650"/>
          </a:xfrm>
          <a:prstGeom prst="rect">
            <a:avLst/>
          </a:prstGeom>
          <a:solidFill>
            <a:srgbClr val="E8F8F7"/>
          </a:solidFill>
          <a:ln w="9525">
            <a:solidFill>
              <a:srgbClr val="00CBBB"/>
            </a:solidFill>
          </a:ln>
        </p:spPr>
        <p:txBody>
          <a:bodyPr/>
          <a:lstStyle/>
          <a:p>
            <a:endParaRPr/>
          </a:p>
        </p:txBody>
      </p:sp>
      <p:sp>
        <p:nvSpPr>
          <p:cNvPr id="61" name="BPHdr"/>
          <p:cNvSpPr/>
          <p:nvPr/>
        </p:nvSpPr>
        <p:spPr>
          <a:xfrm>
            <a:off x="9143400" y="2666550"/>
            <a:ext cx="2590800" cy="304800"/>
          </a:xfrm>
          <a:prstGeom prst="rect">
            <a:avLst/>
          </a:prstGeom>
          <a:solidFill>
            <a:srgbClr val="00CBBB"/>
          </a:solidFill>
          <a:ln>
            <a:noFill/>
          </a:ln>
        </p:spPr>
        <p:txBody>
          <a:bodyPr lIns="182880" anchor="ctr"/>
          <a:lstStyle/>
          <a:p>
            <a:r>
              <a:rPr lang="en-GB" sz="1100" b="1" dirty="0">
                <a:solidFill>
                  <a:srgbClr val="FFFFFF"/>
                </a:solidFill>
                <a:latin typeface="Segoe UI"/>
              </a:rPr>
              <a:t>Best Practices</a:t>
            </a:r>
          </a:p>
        </p:txBody>
      </p:sp>
      <p:sp>
        <p:nvSpPr>
          <p:cNvPr id="62" name="BPBody"/>
          <p:cNvSpPr txBox="1"/>
          <p:nvPr/>
        </p:nvSpPr>
        <p:spPr>
          <a:xfrm>
            <a:off x="9181500" y="3009450"/>
            <a:ext cx="2514600" cy="3295350"/>
          </a:xfrm>
          <a:prstGeom prst="rect">
            <a:avLst/>
          </a:prstGeom>
          <a:noFill/>
        </p:spPr>
        <p:txBody>
          <a:bodyPr wrap="square" lIns="91440" tIns="57150" rIns="91440" bIns="57150"/>
          <a:lstStyle/>
          <a:p>
            <a:pPr>
              <a:lnSpc>
                <a:spcPct val="115000"/>
              </a:lnSpc>
              <a:spcAft>
                <a:spcPts val="200"/>
              </a:spcAft>
            </a:pPr>
            <a:r>
              <a:rPr lang="en-GB" sz="950" dirty="0">
                <a:solidFill>
                  <a:srgbClr val="333333"/>
                </a:solidFill>
                <a:latin typeface="Segoe UI"/>
              </a:rPr>
              <a:t>•  Store </a:t>
            </a:r>
            <a:r>
              <a:rPr lang="en-GB" sz="950" b="1" dirty="0">
                <a:solidFill>
                  <a:srgbClr val="00867C"/>
                </a:solidFill>
                <a:latin typeface="Segoe UI"/>
              </a:rPr>
              <a:t>schema.xml in Git</a:t>
            </a:r>
            <a:r>
              <a:rPr lang="en-GB" sz="950" dirty="0">
                <a:solidFill>
                  <a:srgbClr val="333333"/>
                </a:solidFill>
                <a:latin typeface="Segoe UI"/>
              </a:rPr>
              <a:t> alongside your solution source files</a:t>
            </a:r>
          </a:p>
          <a:p>
            <a:pPr>
              <a:lnSpc>
                <a:spcPct val="115000"/>
              </a:lnSpc>
              <a:spcAft>
                <a:spcPts val="200"/>
              </a:spcAft>
            </a:pPr>
            <a:r>
              <a:rPr lang="en-GB" sz="950" dirty="0">
                <a:solidFill>
                  <a:srgbClr val="333333"/>
                </a:solidFill>
                <a:latin typeface="Segoe UI"/>
              </a:rPr>
              <a:t>•  Ensure tables and columns exist in the target environment </a:t>
            </a:r>
            <a:r>
              <a:rPr lang="en-GB" sz="950" b="1" dirty="0">
                <a:solidFill>
                  <a:srgbClr val="00867C"/>
                </a:solidFill>
                <a:latin typeface="Segoe UI"/>
              </a:rPr>
              <a:t>before importing data</a:t>
            </a:r>
            <a:r>
              <a:rPr lang="en-GB" sz="950" dirty="0">
                <a:solidFill>
                  <a:srgbClr val="333333"/>
                </a:solidFill>
                <a:latin typeface="Segoe UI"/>
              </a:rPr>
              <a:t> — deploy solution first</a:t>
            </a:r>
          </a:p>
          <a:p>
            <a:pPr>
              <a:lnSpc>
                <a:spcPct val="115000"/>
              </a:lnSpc>
              <a:spcAft>
                <a:spcPts val="200"/>
              </a:spcAft>
            </a:pPr>
            <a:r>
              <a:rPr lang="en-GB" sz="950" dirty="0">
                <a:solidFill>
                  <a:srgbClr val="333333"/>
                </a:solidFill>
                <a:latin typeface="Segoe UI"/>
              </a:rPr>
              <a:t>•  Define </a:t>
            </a:r>
            <a:r>
              <a:rPr lang="en-GB" sz="950" b="1" dirty="0">
                <a:solidFill>
                  <a:srgbClr val="00867C"/>
                </a:solidFill>
                <a:latin typeface="Segoe UI"/>
              </a:rPr>
              <a:t>uniqueness conditions</a:t>
            </a:r>
            <a:r>
              <a:rPr lang="en-GB" sz="950" dirty="0">
                <a:solidFill>
                  <a:srgbClr val="333333"/>
                </a:solidFill>
                <a:latin typeface="Segoe UI"/>
              </a:rPr>
              <a:t> in the schema to prevent duplicate records on re-import</a:t>
            </a:r>
          </a:p>
          <a:p>
            <a:pPr>
              <a:lnSpc>
                <a:spcPct val="115000"/>
              </a:lnSpc>
              <a:spcAft>
                <a:spcPts val="200"/>
              </a:spcAft>
            </a:pPr>
            <a:r>
              <a:rPr lang="en-GB" sz="950" dirty="0">
                <a:solidFill>
                  <a:srgbClr val="333333"/>
                </a:solidFill>
                <a:latin typeface="Segoe UI"/>
              </a:rPr>
              <a:t>•  Use </a:t>
            </a:r>
            <a:r>
              <a:rPr lang="en-GB" sz="950" b="1" dirty="0">
                <a:solidFill>
                  <a:srgbClr val="00867C"/>
                </a:solidFill>
                <a:latin typeface="Segoe UI"/>
              </a:rPr>
              <a:t>Disable plug-ins</a:t>
            </a:r>
            <a:r>
              <a:rPr lang="en-GB" sz="950" dirty="0">
                <a:solidFill>
                  <a:srgbClr val="333333"/>
                </a:solidFill>
                <a:latin typeface="Segoe UI"/>
              </a:rPr>
              <a:t> option during import to avoid unintended side effects</a:t>
            </a:r>
          </a:p>
          <a:p>
            <a:pPr>
              <a:lnSpc>
                <a:spcPct val="115000"/>
              </a:lnSpc>
            </a:pPr>
            <a:r>
              <a:rPr lang="en-GB" sz="950" dirty="0">
                <a:solidFill>
                  <a:srgbClr val="333333"/>
                </a:solidFill>
                <a:latin typeface="Segoe UI"/>
              </a:rPr>
              <a:t>•  Use </a:t>
            </a:r>
            <a:r>
              <a:rPr lang="en-GB" sz="950" b="1" dirty="0">
                <a:solidFill>
                  <a:srgbClr val="00867C"/>
                </a:solidFill>
                <a:latin typeface="Segoe UI"/>
              </a:rPr>
              <a:t>pac tool cmt</a:t>
            </a:r>
            <a:r>
              <a:rPr lang="en-GB" sz="950" dirty="0">
                <a:solidFill>
                  <a:srgbClr val="333333"/>
                </a:solidFill>
                <a:latin typeface="Segoe UI"/>
              </a:rPr>
              <a:t> to launch the GUI tool to build and test the schema before automating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08DEF-651E-4C3A-9740-D618A7C0A1EC}"/>
              </a:ext>
            </a:extLst>
          </p:cNvPr>
          <p:cNvSpPr>
            <a:spLocks noGrp="1"/>
          </p:cNvSpPr>
          <p:nvPr>
            <p:ph type="title"/>
          </p:nvPr>
        </p:nvSpPr>
        <p:spPr/>
        <p:txBody>
          <a:bodyPr/>
          <a:lstStyle/>
          <a:p>
            <a:r>
              <a:rPr lang="en-GB" dirty="0"/>
              <a:t>Power Platform Build Tools</a:t>
            </a:r>
          </a:p>
        </p:txBody>
      </p:sp>
      <p:sp>
        <p:nvSpPr>
          <p:cNvPr id="3" name="Content Placeholder 2">
            <a:extLst>
              <a:ext uri="{FF2B5EF4-FFF2-40B4-BE49-F238E27FC236}">
                <a16:creationId xmlns:a16="http://schemas.microsoft.com/office/drawing/2014/main" id="{16E68E86-531E-44CC-9EA0-572251F4EEED}"/>
              </a:ext>
            </a:extLst>
          </p:cNvPr>
          <p:cNvSpPr>
            <a:spLocks noGrp="1"/>
          </p:cNvSpPr>
          <p:nvPr>
            <p:ph idx="1"/>
          </p:nvPr>
        </p:nvSpPr>
        <p:spPr>
          <a:xfrm>
            <a:off x="254759" y="1110018"/>
            <a:ext cx="7758274" cy="5231641"/>
          </a:xfrm>
        </p:spPr>
        <p:txBody>
          <a:bodyPr/>
          <a:lstStyle/>
          <a:p>
            <a:pPr marL="285664" indent="-285664"/>
            <a:r>
              <a:rPr lang="en-GB" sz="2399" b="1" dirty="0"/>
              <a:t>Preview</a:t>
            </a:r>
            <a:r>
              <a:rPr lang="en-GB" sz="2399" dirty="0"/>
              <a:t> Released in July </a:t>
            </a:r>
            <a:r>
              <a:rPr lang="en-GB" sz="2399" b="1" dirty="0"/>
              <a:t>2019</a:t>
            </a:r>
            <a:r>
              <a:rPr lang="en-GB" sz="2399" dirty="0"/>
              <a:t> and Initial Release in June </a:t>
            </a:r>
            <a:r>
              <a:rPr lang="en-GB" sz="2399" b="1" dirty="0"/>
              <a:t>2020</a:t>
            </a:r>
          </a:p>
          <a:p>
            <a:pPr marL="285664" indent="-285664"/>
            <a:r>
              <a:rPr lang="en-GB" sz="2399" dirty="0"/>
              <a:t>Supports Dynamics CE/PowerApps</a:t>
            </a:r>
          </a:p>
          <a:p>
            <a:pPr marL="285664" indent="-285664"/>
            <a:r>
              <a:rPr lang="en-GB" sz="2399" dirty="0"/>
              <a:t>Published by </a:t>
            </a:r>
            <a:r>
              <a:rPr lang="en-GB" sz="2399" b="1" dirty="0"/>
              <a:t>Microsoft</a:t>
            </a:r>
          </a:p>
          <a:p>
            <a:pPr marL="285664" indent="-285664"/>
            <a:r>
              <a:rPr lang="en-GB" sz="2399" b="1" dirty="0"/>
              <a:t>Over 25</a:t>
            </a:r>
            <a:r>
              <a:rPr lang="en-GB" sz="2399" dirty="0"/>
              <a:t> Azure DevOps Tasks for</a:t>
            </a:r>
          </a:p>
          <a:p>
            <a:pPr marL="742864" lvl="1" indent="-285664"/>
            <a:r>
              <a:rPr lang="en-GB" sz="2399" dirty="0"/>
              <a:t>Solution Import/Export/Apply</a:t>
            </a:r>
          </a:p>
          <a:p>
            <a:pPr marL="742864" lvl="1" indent="-285664"/>
            <a:r>
              <a:rPr lang="en-GB" sz="2399" dirty="0"/>
              <a:t>Solution Pack/Unpack</a:t>
            </a:r>
          </a:p>
          <a:p>
            <a:pPr marL="742864" lvl="1" indent="-285664"/>
            <a:r>
              <a:rPr lang="en-GB" sz="2399" dirty="0"/>
              <a:t>Package Deployer</a:t>
            </a:r>
          </a:p>
          <a:p>
            <a:pPr marL="742864" lvl="1" indent="-285664"/>
            <a:r>
              <a:rPr lang="en-GB" sz="2399" dirty="0"/>
              <a:t>Solution Checker</a:t>
            </a:r>
          </a:p>
          <a:p>
            <a:pPr marL="742864" lvl="1" indent="-285664"/>
            <a:r>
              <a:rPr lang="en-GB" sz="2399" dirty="0"/>
              <a:t>Utilities (Version/Publish)</a:t>
            </a:r>
          </a:p>
          <a:p>
            <a:pPr marL="742864" lvl="1" indent="-285664"/>
            <a:r>
              <a:rPr lang="en-GB" sz="2399" dirty="0"/>
              <a:t>Environments Management</a:t>
            </a:r>
          </a:p>
          <a:p>
            <a:pPr marL="742864" lvl="1" indent="-285664"/>
            <a:r>
              <a:rPr lang="en-GB" sz="2399" dirty="0"/>
              <a:t>Power Apps Pages/Data</a:t>
            </a:r>
          </a:p>
        </p:txBody>
      </p:sp>
      <p:pic>
        <p:nvPicPr>
          <p:cNvPr id="5" name="Picture 4">
            <a:extLst>
              <a:ext uri="{FF2B5EF4-FFF2-40B4-BE49-F238E27FC236}">
                <a16:creationId xmlns:a16="http://schemas.microsoft.com/office/drawing/2014/main" id="{634C58DD-43D3-49B9-8E87-C3943E07316E}"/>
              </a:ext>
            </a:extLst>
          </p:cNvPr>
          <p:cNvPicPr>
            <a:picLocks noChangeAspect="1"/>
          </p:cNvPicPr>
          <p:nvPr/>
        </p:nvPicPr>
        <p:blipFill>
          <a:blip r:embed="rId3"/>
          <a:stretch>
            <a:fillRect/>
          </a:stretch>
        </p:blipFill>
        <p:spPr>
          <a:xfrm>
            <a:off x="8866497" y="974133"/>
            <a:ext cx="3043450" cy="5372085"/>
          </a:xfrm>
          <a:prstGeom prst="rect">
            <a:avLst/>
          </a:prstGeom>
        </p:spPr>
      </p:pic>
      <p:pic>
        <p:nvPicPr>
          <p:cNvPr id="2050" name="Picture 2">
            <a:extLst>
              <a:ext uri="{FF2B5EF4-FFF2-40B4-BE49-F238E27FC236}">
                <a16:creationId xmlns:a16="http://schemas.microsoft.com/office/drawing/2014/main" id="{CF96CE90-EFC1-4D1E-B012-4C29450540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13033" y="-1"/>
            <a:ext cx="777023" cy="777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1875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08DEF-651E-4C3A-9740-D618A7C0A1EC}"/>
              </a:ext>
            </a:extLst>
          </p:cNvPr>
          <p:cNvSpPr>
            <a:spLocks noGrp="1"/>
          </p:cNvSpPr>
          <p:nvPr>
            <p:ph type="title"/>
          </p:nvPr>
        </p:nvSpPr>
        <p:spPr/>
        <p:txBody>
          <a:bodyPr/>
          <a:lstStyle/>
          <a:p>
            <a:r>
              <a:rPr lang="en-GB" dirty="0"/>
              <a:t>Power DevOps Tools</a:t>
            </a:r>
          </a:p>
        </p:txBody>
      </p:sp>
      <p:sp>
        <p:nvSpPr>
          <p:cNvPr id="3" name="Content Placeholder 2">
            <a:extLst>
              <a:ext uri="{FF2B5EF4-FFF2-40B4-BE49-F238E27FC236}">
                <a16:creationId xmlns:a16="http://schemas.microsoft.com/office/drawing/2014/main" id="{16E68E86-531E-44CC-9EA0-572251F4EEED}"/>
              </a:ext>
            </a:extLst>
          </p:cNvPr>
          <p:cNvSpPr>
            <a:spLocks noGrp="1"/>
          </p:cNvSpPr>
          <p:nvPr>
            <p:ph idx="1"/>
          </p:nvPr>
        </p:nvSpPr>
        <p:spPr>
          <a:xfrm>
            <a:off x="254759" y="1110018"/>
            <a:ext cx="7908326" cy="5231641"/>
          </a:xfrm>
        </p:spPr>
        <p:txBody>
          <a:bodyPr>
            <a:normAutofit lnSpcReduction="10000"/>
          </a:bodyPr>
          <a:lstStyle/>
          <a:p>
            <a:r>
              <a:rPr lang="en-GB" dirty="0"/>
              <a:t>Released in Jan 2017</a:t>
            </a:r>
          </a:p>
          <a:p>
            <a:r>
              <a:rPr lang="en-GB" dirty="0"/>
              <a:t>Supports 9.x/</a:t>
            </a:r>
            <a:r>
              <a:rPr lang="en-GB" b="1" dirty="0"/>
              <a:t>8.2* </a:t>
            </a:r>
            <a:r>
              <a:rPr lang="en-GB" dirty="0"/>
              <a:t>(Online/</a:t>
            </a:r>
            <a:r>
              <a:rPr lang="en-GB" b="1" dirty="0"/>
              <a:t>On-premises*)</a:t>
            </a:r>
          </a:p>
          <a:p>
            <a:r>
              <a:rPr lang="en-GB" dirty="0"/>
              <a:t>Free Open Source on </a:t>
            </a:r>
            <a:r>
              <a:rPr lang="en-GB" dirty="0">
                <a:hlinkClick r:id="rId3"/>
              </a:rPr>
              <a:t>GitHub</a:t>
            </a:r>
            <a:endParaRPr lang="en-GB" dirty="0"/>
          </a:p>
          <a:p>
            <a:r>
              <a:rPr lang="en-GB" b="1" dirty="0"/>
              <a:t>Over 50</a:t>
            </a:r>
            <a:r>
              <a:rPr lang="en-GB" dirty="0"/>
              <a:t> Azure DevOps Tasks for:</a:t>
            </a:r>
          </a:p>
          <a:p>
            <a:pPr marL="742864" lvl="1" indent="-285664"/>
            <a:r>
              <a:rPr lang="en-GB" sz="2399" dirty="0"/>
              <a:t>Solution Import/Export/Upgrade</a:t>
            </a:r>
          </a:p>
          <a:p>
            <a:pPr marL="742864" lvl="1" indent="-285664"/>
            <a:r>
              <a:rPr lang="en-GB" sz="2399" dirty="0"/>
              <a:t>Solution Pack/Unpack (</a:t>
            </a:r>
            <a:r>
              <a:rPr lang="en-GB" sz="2399" b="1" dirty="0"/>
              <a:t>Mapping File</a:t>
            </a:r>
            <a:r>
              <a:rPr lang="en-GB" sz="2399" dirty="0"/>
              <a:t>)</a:t>
            </a:r>
          </a:p>
          <a:p>
            <a:pPr marL="742864" lvl="1" indent="-285664"/>
            <a:r>
              <a:rPr lang="en-GB" sz="2399" dirty="0"/>
              <a:t>Package Deployer</a:t>
            </a:r>
          </a:p>
          <a:p>
            <a:pPr marL="742864" lvl="1" indent="-285664"/>
            <a:r>
              <a:rPr lang="en-GB" sz="2399" dirty="0"/>
              <a:t>Solution Checker (</a:t>
            </a:r>
            <a:r>
              <a:rPr lang="en-GB" sz="2399" b="1" dirty="0"/>
              <a:t>Quality Gate</a:t>
            </a:r>
            <a:r>
              <a:rPr lang="en-GB" sz="2399" dirty="0"/>
              <a:t>)</a:t>
            </a:r>
          </a:p>
          <a:p>
            <a:pPr marL="742864" lvl="1" indent="-285664"/>
            <a:r>
              <a:rPr lang="en-GB" sz="2399" dirty="0"/>
              <a:t>Environments Management (</a:t>
            </a:r>
            <a:r>
              <a:rPr lang="en-GB" sz="2399" b="1" dirty="0"/>
              <a:t>Get</a:t>
            </a:r>
            <a:r>
              <a:rPr lang="en-GB" sz="2399" dirty="0"/>
              <a:t>/</a:t>
            </a:r>
            <a:r>
              <a:rPr lang="en-GB" sz="2399" b="1" dirty="0"/>
              <a:t>Admin Mode</a:t>
            </a:r>
            <a:r>
              <a:rPr lang="en-GB" sz="2399" dirty="0"/>
              <a:t>)</a:t>
            </a:r>
          </a:p>
          <a:p>
            <a:pPr marL="742864" lvl="1" indent="-285664"/>
            <a:r>
              <a:rPr lang="en-GB" sz="2399" dirty="0"/>
              <a:t>Utilities (Version/Publish/</a:t>
            </a:r>
            <a:r>
              <a:rPr lang="en-GB" sz="2399" b="1" dirty="0"/>
              <a:t>Plug-ins</a:t>
            </a:r>
            <a:r>
              <a:rPr lang="en-GB" sz="2399" dirty="0"/>
              <a:t>/</a:t>
            </a:r>
            <a:r>
              <a:rPr lang="en-GB" sz="2399" b="1" dirty="0"/>
              <a:t>Web Resources</a:t>
            </a:r>
            <a:r>
              <a:rPr lang="en-GB" sz="2399" dirty="0"/>
              <a:t>)</a:t>
            </a:r>
          </a:p>
          <a:p>
            <a:pPr lvl="1"/>
            <a:r>
              <a:rPr lang="en-GB" b="1" dirty="0"/>
              <a:t>Solutions (CRUD/Copy/Clone/Patch/Validate)</a:t>
            </a:r>
          </a:p>
          <a:p>
            <a:pPr lvl="1"/>
            <a:r>
              <a:rPr lang="en-GB" b="1" dirty="0"/>
              <a:t>Reference Data (CMT) / Configuration Data</a:t>
            </a:r>
          </a:p>
          <a:p>
            <a:pPr lvl="1"/>
            <a:r>
              <a:rPr lang="en-GB" dirty="0"/>
              <a:t>Environment Variables</a:t>
            </a:r>
            <a:r>
              <a:rPr lang="en-GB" b="1" dirty="0"/>
              <a:t>/Service Endpoints</a:t>
            </a:r>
          </a:p>
        </p:txBody>
      </p:sp>
      <p:pic>
        <p:nvPicPr>
          <p:cNvPr id="4" name="Picture 3">
            <a:extLst>
              <a:ext uri="{FF2B5EF4-FFF2-40B4-BE49-F238E27FC236}">
                <a16:creationId xmlns:a16="http://schemas.microsoft.com/office/drawing/2014/main" id="{5852BF1A-F68D-455B-A8D8-8188E1F069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8357" y="37664"/>
            <a:ext cx="811773" cy="811773"/>
          </a:xfrm>
          <a:prstGeom prst="rect">
            <a:avLst/>
          </a:prstGeom>
        </p:spPr>
      </p:pic>
      <p:pic>
        <p:nvPicPr>
          <p:cNvPr id="5" name="Picture 4">
            <a:extLst>
              <a:ext uri="{FF2B5EF4-FFF2-40B4-BE49-F238E27FC236}">
                <a16:creationId xmlns:a16="http://schemas.microsoft.com/office/drawing/2014/main" id="{F84840B0-3BB4-469E-A913-F0D33BE8C2C2}"/>
              </a:ext>
            </a:extLst>
          </p:cNvPr>
          <p:cNvPicPr>
            <a:picLocks noChangeAspect="1"/>
          </p:cNvPicPr>
          <p:nvPr/>
        </p:nvPicPr>
        <p:blipFill>
          <a:blip r:embed="rId5"/>
          <a:stretch>
            <a:fillRect/>
          </a:stretch>
        </p:blipFill>
        <p:spPr>
          <a:xfrm>
            <a:off x="8163085" y="1078366"/>
            <a:ext cx="3897721" cy="5186627"/>
          </a:xfrm>
          <a:prstGeom prst="rect">
            <a:avLst/>
          </a:prstGeom>
        </p:spPr>
      </p:pic>
    </p:spTree>
    <p:extLst>
      <p:ext uri="{BB962C8B-B14F-4D97-AF65-F5344CB8AC3E}">
        <p14:creationId xmlns:p14="http://schemas.microsoft.com/office/powerpoint/2010/main" val="212912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Ultra Dynamics">
      <a:dk1>
        <a:srgbClr val="0761AD"/>
      </a:dk1>
      <a:lt1>
        <a:srgbClr val="F2F7FF"/>
      </a:lt1>
      <a:dk2>
        <a:srgbClr val="7FD858"/>
      </a:dk2>
      <a:lt2>
        <a:srgbClr val="DBDBDB"/>
      </a:lt2>
      <a:accent1>
        <a:srgbClr val="0761AD"/>
      </a:accent1>
      <a:accent2>
        <a:srgbClr val="FF7385"/>
      </a:accent2>
      <a:accent3>
        <a:srgbClr val="00CBBB"/>
      </a:accent3>
      <a:accent4>
        <a:srgbClr val="FF9B6B"/>
      </a:accent4>
      <a:accent5>
        <a:srgbClr val="5B9BD5"/>
      </a:accent5>
      <a:accent6>
        <a:srgbClr val="FF5758"/>
      </a:accent6>
      <a:hlink>
        <a:srgbClr val="64ADD5"/>
      </a:hlink>
      <a:folHlink>
        <a:srgbClr val="FF5758"/>
      </a:folHlink>
    </a:clrScheme>
    <a:fontScheme name="Ultra Dynamics">
      <a:majorFont>
        <a:latin typeface="Segoe UI Black"/>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62898</TotalTime>
  <Words>6396</Words>
  <Application>Microsoft Office PowerPoint</Application>
  <PresentationFormat>Widescreen</PresentationFormat>
  <Paragraphs>660</Paragraphs>
  <Slides>32</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Courier New</vt:lpstr>
      <vt:lpstr>Segoe UI</vt:lpstr>
      <vt:lpstr>Segoe UI Black</vt:lpstr>
      <vt:lpstr>Office Theme</vt:lpstr>
      <vt:lpstr>PowerPoint Presentation</vt:lpstr>
      <vt:lpstr>Agenda</vt:lpstr>
      <vt:lpstr>Overview</vt:lpstr>
      <vt:lpstr>Intro to DevOps</vt:lpstr>
      <vt:lpstr>Early days of Power Platform DevOps</vt:lpstr>
      <vt:lpstr>Current Expectations of Power Platform DevOps</vt:lpstr>
      <vt:lpstr>ALM Activities and Tools</vt:lpstr>
      <vt:lpstr>AI Across the DevOps Lifecycle</vt:lpstr>
      <vt:lpstr>Lab 1</vt:lpstr>
      <vt:lpstr>Environments</vt:lpstr>
      <vt:lpstr>Solutions</vt:lpstr>
      <vt:lpstr>Managed vs Unmanaged Solutions</vt:lpstr>
      <vt:lpstr>Solution Segmentation &amp; Design</vt:lpstr>
      <vt:lpstr>Power Platform CLI (PAC CLI)</vt:lpstr>
      <vt:lpstr>Git Integration with Power Platform</vt:lpstr>
      <vt:lpstr>Service Principals (SPNs)</vt:lpstr>
      <vt:lpstr>Lab 1: Export Pipeline</vt:lpstr>
      <vt:lpstr>Lab 2</vt:lpstr>
      <vt:lpstr>Connection References</vt:lpstr>
      <vt:lpstr>Environment Variables</vt:lpstr>
      <vt:lpstr>Deployment Settings</vt:lpstr>
      <vt:lpstr>Solution Checker</vt:lpstr>
      <vt:lpstr>Lab 2: Build Pipeline</vt:lpstr>
      <vt:lpstr>Lab 3</vt:lpstr>
      <vt:lpstr>Solution Import Types</vt:lpstr>
      <vt:lpstr>Solution Layers</vt:lpstr>
      <vt:lpstr>Lab 3: Deploy Pipeline</vt:lpstr>
      <vt:lpstr>PowerPoint Presentation</vt:lpstr>
      <vt:lpstr>Additional Info</vt:lpstr>
      <vt:lpstr>Configuration Migration Tool</vt:lpstr>
      <vt:lpstr>Power Platform Build Tools</vt:lpstr>
      <vt:lpstr>Power DevOps Tools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Wael H</dc:creator>
  <cp:lastModifiedBy>Wael Hamze</cp:lastModifiedBy>
  <cp:revision>148</cp:revision>
  <dcterms:created xsi:type="dcterms:W3CDTF">2020-04-21T19:55:53Z</dcterms:created>
  <dcterms:modified xsi:type="dcterms:W3CDTF">2026-04-24T11:05:23Z</dcterms:modified>
</cp:coreProperties>
</file>